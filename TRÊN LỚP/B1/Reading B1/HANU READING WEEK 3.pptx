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5" r:id="rId4"/>
    <p:sldId id="258" r:id="rId5"/>
    <p:sldId id="259" r:id="rId6"/>
    <p:sldId id="260" r:id="rId7"/>
    <p:sldId id="261" r:id="rId8"/>
    <p:sldId id="262" r:id="rId9"/>
    <p:sldId id="263" r:id="rId10"/>
    <p:sldId id="266" r:id="rId11"/>
    <p:sldId id="273" r:id="rId12"/>
    <p:sldId id="264" r:id="rId13"/>
    <p:sldId id="267" r:id="rId14"/>
    <p:sldId id="269" r:id="rId15"/>
    <p:sldId id="270" r:id="rId16"/>
    <p:sldId id="274" r:id="rId17"/>
    <p:sldId id="271" r:id="rId18"/>
    <p:sldId id="272" r:id="rId19"/>
    <p:sldId id="268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6" autoAdjust="0"/>
    <p:restoredTop sz="94660"/>
  </p:normalViewPr>
  <p:slideViewPr>
    <p:cSldViewPr snapToGrid="0">
      <p:cViewPr varScale="1">
        <p:scale>
          <a:sx n="85" d="100"/>
          <a:sy n="85" d="100"/>
        </p:scale>
        <p:origin x="90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6T03:46:51.2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2144 118 4607 0 0,'0'0'6543'0'0,"-1"-2"-6204"0"0,1 1-279 0 0,-1 0 0 0 0,1 0 0 0 0,0 0 0 0 0,-1 0 1 0 0,1 1-1 0 0,-1-1 0 0 0,1 0 0 0 0,-1 0 0 0 0,0 0 0 0 0,1 0 1 0 0,-1 1-1 0 0,0-1 0 0 0,0 0 0 0 0,-1 0 0 0 0,1 0 231 0 0,-17-4 737 0 0,-18 7 133 0 0,34-2-961 0 0,0 0-1 0 0,-30-2 737 0 0,30 2-775 0 0,-11-2 377 0 0,4-1-74 0 0,-11-4 719 0 0,-35-7-1 0 0,52 13-1109 0 0,-7-1 30 0 0,0 0-1 0 0,-18-1 1 0 0,17 2-8 0 0,-39-6 340 0 0,-82-10 996 0 0,92 13-1336 0 0,-24 0 116 0 0,-113-13 646 0 0,149 13-676 0 0,-1 2 1 0 0,-57 1-1 0 0,-80 7 23 0 0,54-13 95 0 0,49 2-73 0 0,-1 6-84 0 0,-3 1-53 0 0,-11 4-89 0 0,55-2 11 0 0,19-4 3 0 0,-16 1 36 0 0,-3 2 3 0 0,16-3-53 0 0,-21 4 0 0 0,20-3 0 0 0,-30 10 0 0 0,16-2 0 0 0,-29 8 0 0 0,-28 0 0 0 0,-37 14 64 0 0,84-20-64 0 0,26-9 0 0 0,-19 8 0 0 0,18-7 0 0 0,-13 10 0 0 0,7-4 0 0 0,-23 18 0 0 0,30-23 0 0 0,3-3 0 0 0,1 0 0 0 0,0 1 0 0 0,-1-1 0 0 0,1 1 0 0 0,0 0 0 0 0,0 0 0 0 0,0-1 0 0 0,-1 4 0 0 0,-2 0 1 0 0,0 0 0 0 0,0 0 0 0 0,-4 9 1 0 0,3-6 4 0 0,-21 30 122 0 0,14-18-79 0 0,-11 18 19 0 0,3 7-132 0 0,19-41 64 0 0,-4 15 0 0 0,3-9 23 0 0,-4 23 79 0 0,5-31-68 0 0,-1 25 23 0 0,2 0-57 0 0,2-4 0 0 0,-2-18 34 0 0,10 31 92 0 0,-9-35-126 0 0,3 10 0 0 0,1 1 0 0 0,2 4-4 0 0,-6-16 2 0 0,14 29 84 0 0,-9-19-23 0 0,-3-5-5 0 0,29 43-43 0 0,-21-36-11 0 0,1-3 11 0 0,32 23 42 0 0,-14-11 0 0 0,-26-18-44 0 0,20 12 46 0 0,-15-10-50 0 0,7 3 4 0 0,9 4-12 0 0,-19-10 16 0 0,0 1 1 0 0,0 0-1 0 0,1-1 0 0 0,-1 0 1 0 0,0 0-1 0 0,9 2 0 0 0,18 3 22 0 0,-22-4-35 0 0,27 7 0 0 0,-22-7 7 0 0,50 7 122 0 0,-5-3-65 0 0,-16-5 11 0 0,13-2-11 0 0,-31-1-12 0 0,36 1 9 0 0,-3 3 15 0 0,-41-3-76 0 0,-14 0 0 0 0,19 3 0 0 0,23 5 0 0 0,-43-7 0 0 0,0 0 0 0 0,1 0 0 0 0,-1-1 0 0 0,1 0 0 0 0,-1 0 0 0 0,0 0 0 0 0,1 0 0 0 0,4-1 0 0 0,4 0 0 0 0,36 5 20 0 0,-24-2 2 0 0,32 0 0 0 0,176-7 186 0 0,-219 5-197 0 0,-10 0-10 0 0,21 0 33 0 0,18-4-16 0 0,3 1 41 0 0,51-9-1 0 0,-61 7-16 0 0,1-1-9 0 0,-31 5-33 0 0,21-1 0 0 0,113-12 46 0 0,-32 0-28 0 0,-68 11-18 0 0,-24 1 0 0 0,3 0 30 0 0,-17 1-16 0 0,33-7 6 0 0,-21 5-20 0 0,0-1 0 0 0,0 1 0 0 0,-2-2 0 0 0,5-1 27 0 0,14-10 10 0 0,-15 8-5 0 0,0-4 0 0 0,16-7 32 0 0,-20 12-64 0 0,0 0 0 0 0,-2-2 0 0 0,0 1 0 0 0,2-4 32 0 0,9-14 0 0 0,-11 15-32 0 0,0-1 0 0 0,18-30 64 0 0,-20 32-64 0 0,3-6 0 0 0,-9 12 0 0 0,3-12 11 0 0,-2 12 11 0 0,1-16 9 0 0,-3-31 97 0 0,-1 25-128 0 0,-2-13 0 0 0,-2-29 117 0 0,4 59-106 0 0,-1 0-11 0 0,0-13 0 0 0,-5 0 5 0 0,2 6 1 0 0,4 13 36 0 0,-5-21-31 0 0,0 7-11 0 0,2 10 0 0 0,-1 1 0 0 0,0-2 0 0 0,1 1 11 0 0,2 4 31 0 0,-3-4-31 0 0,-2-1-11 0 0,-1 1 0 0 0,-2 1 0 0 0,2 2 11 0 0,2 2 40 0 0,4 1-57 0 0,-18-15 131 0 0,12 10-103 0 0,5 4 20 0 0,-4-2-31 0 0,-3-2-11 0 0,-4-4-310 0 0,-25-12 0 0 0,34 20-178 0 0,-1 0-1 0 0,1 0 0 0 0,-1 1 1 0 0,1-1-1 0 0,-1 1 1 0 0,-9 0-1 0 0,-12-1-8311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6T04:54:51.4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572 109 3223 0 0,'0'0'9560'0'0,"1"-1"-9200"0"0,0-1-675 0 0,0 2 388 0 0,-1 0 0 0 0,0 0 0 0 0,0-1-1 0 0,1 1 1 0 0,-1 0 0 0 0,0 0 0 0 0,0-1 0 0 0,1 1 0 0 0,-1 0 0 0 0,0 0 0 0 0,0-1-1 0 0,0 1 1 0 0,0 0 0 0 0,0 0 0 0 0,1-1 0 0 0,-1 1 0 0 0,0 0 0 0 0,0-1 0 0 0,0 1-1 0 0,0 0 1 0 0,0-1 0 0 0,0 1 0 0 0,0 0 0 0 0,0-1 0 0 0,0 1 0 0 0,0 0-1 0 0,0-1 1 0 0,0 1 0 0 0,0 0 0 0 0,0 0 0 0 0,-1-1 0 0 0,1 1 0 0 0,0 0 0 0 0,0-1-1 0 0,0 1 1 0 0,0 0 0 0 0,0 0 0 0 0,-1-1 0 0 0,0 0 440 0 0,-1-4-12 0 0,-1-1 0 0 0,-1 0 0 0 0,1 1-1 0 0,-6-7 1 0 0,8 11 499 0 0,-5-9-309 0 0,-7-6 626 0 0,12 15-613 0 0,-7-6-440 0 0,2 3-232 0 0,2 1 197 0 0,-1 1 1 0 0,1 0 0 0 0,-1 0 0 0 0,1 0 0 0 0,-7-2 0 0 0,9 3-227 0 0,-21-3 392 0 0,20 3-337 0 0,-1 1-4 0 0,-6 2 18 0 0,0-2 4 0 0,6 0-20 0 0,-5 1-34 0 0,-1-1 33 0 0,2 1-15 0 0,-24 11 126 0 0,21-8-102 0 0,-4 1-3 0 0,12-6-59 0 0,0 1 5 0 0,-8 7 70 0 0,8-5-43 0 0,3-2-33 0 0,-1 1 1 0 0,1-1-1 0 0,-1 0 0 0 0,0 1 1 0 0,1-1-1 0 0,-1 0 0 0 0,0 0 1 0 0,0 1-1 0 0,1-1 1 0 0,-1 0-1 0 0,0 0 0 0 0,0 0 1 0 0,1 0-1 0 0,-1 0 0 0 0,0 0 1 0 0,1 0-1 0 0,-1 0 0 0 0,0 0 1 0 0,0 0-1 0 0,1-1 0 0 0,-1 1 1 0 0,0 0-1 0 0,-1-1 0 0 0,0 2 20 0 0,0-1-1 0 0,1 1 0 0 0,-1 0 0 0 0,0 0 0 0 0,0 0 0 0 0,0 0 0 0 0,1 1 0 0 0,-1-1 1 0 0,0 0-1 0 0,-1 2 0 0 0,1-1 49 0 0,0-1-5 0 0,-6 3-11 0 0,-4 1-42 0 0,-2 1-11 0 0,10-4 0 0 0,-11-1 0 0 0,4 2 0 0 0,0 3 0 0 0,2 1 0 0 0,0-1 0 0 0,0 0 11 0 0,-1 2 31 0 0,0 1-31 0 0,0-1-11 0 0,1 1 0 0 0,0-1 0 0 0,1 0 11 0 0,-24 23 199 0 0,27-27-175 0 0,3-2-21 0 0,0 0 0 0 0,0-1-1 0 0,1 1 1 0 0,-1 0-1 0 0,1 0 1 0 0,-1 0-1 0 0,1 0 1 0 0,0 1-1 0 0,-1-1 1 0 0,0 3-1 0 0,-23 31 115 0 0,18-27-117 0 0,0 2-11 0 0,2 0 11 0 0,-2 3 31 0 0,4-4 80 0 0,1-2-22 0 0,-1 1-87 0 0,-4 25-13 0 0,4-18 0 0 0,3-11 0 0 0,3 10 0 0 0,-1-5 0 0 0,2 2 0 0 0,-1-1 11 0 0,-1-6 42 0 0,2 7 0 0 0,1-2-31 0 0,12 29 95 0 0,-2-12-53 0 0,-13-24-40 0 0,1 1-1 0 0,-1 0 0 0 0,1-1 1 0 0,6 6-1 0 0,0 0-1 0 0,3 2 20 0 0,-1-3-20 0 0,15 12 42 0 0,-24-19-11 0 0,1 1 0 0 0,25 18 13 0 0,-5-6-57 0 0,-13-7 2 0 0,-6-5 31 0 0,12 10-33 0 0,-14-11-12 0 0,28 9 83 0 0,-22-6-31 0 0,-8-4-54 0 0,34 8 153 0 0,-29-6-106 0 0,3 0-20 0 0,-3-1 20 0 0,6 2-31 0 0,3 0-11 0 0,-1 0 0 0 0,2-1 0 0 0,-2 0 0 0 0,0-1 11 0 0,0-1 31 0 0,8 1-31 0 0,-19-1-14 0 0,16-6 81 0 0,-5 3-36 0 0,-2-1-31 0 0,0 0-11 0 0,0 0 0 0 0,0-1 0 0 0,0 0 0 0 0,0 0 0 0 0,0 0 0 0 0,-1-1 0 0 0,0 1 0 0 0,0-1 0 0 0,1 0 0 0 0,-3 0 11 0 0,-5 4 31 0 0,4-4-31 0 0,3-2-11 0 0,0-1 0 0 0,4-1 32 0 0,9-14 0 0 0,-16 16-21 0 0,-4 5 31 0 0,2-7-31 0 0,0 1 0 0 0,-4 6 31 0 0,3-5-20 0 0,-3 4 20 0 0,4-7-31 0 0,0-1 0 0 0,-1 0 31 0 0,2-5-29 0 0,-5 15-18 0 0,1-18 72 0 0,1 7-67 0 0,-3-1 11 0 0,1 1 31 0 0,0 0-31 0 0,0 1-11 0 0,-2 0 0 0 0,1 0 0 0 0,0 0 0 0 0,1-6 0 0 0,-1 18-1 0 0,-6-30 13 0 0,4 15 43 0 0,-12-24-57 0 0,4 7 55 0 0,1 3-42 0 0,5 19-11 0 0,-2 3 0 0 0,1-2 0 0 0,2 3 11 0 0,1 3 31 0 0,-1-4-20 0 0,1 3 20 0 0,-19-30 97 0 0,16 26-139 0 0,-1 0 0 0 0,1 0 0 0 0,1-1 11 0 0,-1 1 31 0 0,0 0-31 0 0,1 2-48 0 0,3 5-146 0 0,-7-9-2050 0 0,1 3 422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6T04:54:56.6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1819 221 3223 0 0,'0'0'10056'0'0,"-14"-22"-6016"0"0,13 22-3610 0 0,-1-1-240 0 0,-1 0 1 0 0,1-1 0 0 0,-1 1 0 0 0,1-1 0 0 0,-1 1 0 0 0,1-1 0 0 0,0 0 0 0 0,0 0-1 0 0,-3-2 1 0 0,0-1-1 0 0,0 1 55 0 0,1 1-1 0 0,0 1 1 0 0,-1-1-1 0 0,0 1 1 0 0,0-1 0 0 0,-5 0-1 0 0,9 2-28 0 0,-2 0-4 0 0,-7-2-69 0 0,-12-5 672 0 0,-42-8-1 0 0,49 13-528 0 0,1 0 1 0 0,-17-7-1 0 0,-13-3-17 0 0,-25 6 238 0 0,11 1 30 0 0,56 5-444 0 0,-42-10 513 0 0,6-1-392 0 0,0 2 0 0 0,-1 1 0 0 0,0 2 0 0 0,-44-2 0 0 0,33 4-56 0 0,30 4-98 0 0,-6-2 10 0 0,20 2-32 0 0,0-1 0 0 0,-1 1-1 0 0,1 0 1 0 0,-8 1 0 0 0,0-1 13 0 0,-7-3 25 0 0,0 2 0 0 0,1 0 0 0 0,-27 2 0 0 0,-1 1 92 0 0,27-2-120 0 0,0-1-2 0 0,-20 4 18 0 0,32-2-34 0 0,-20 2 4 0 0,-24 4 30 0 0,6 0 33 0 0,30-3-45 0 0,-29 1-1 0 0,10-2-1 0 0,1 2 1 0 0,0 1-1 0 0,-37 12 0 0 0,53-13-17 0 0,-42 13 53 0 0,51-15-66 0 0,-24 9 13 0 0,4 4-93 0 0,10-4 48 0 0,-10 12 12 0 0,-19 13 64 0 0,45-33-64 0 0,-12 9 0 0 0,7-4 0 0 0,1 2 0 0 0,0 0 0 0 0,-1 0 0 0 0,2 0 0 0 0,1 2 0 0 0,3-8 7 0 0,1 0 0 0 0,0 0-1 0 0,0 0 1 0 0,0 1 0 0 0,1-1-1 0 0,-1 1 1 0 0,1-1 0 0 0,-1 6 0 0 0,2-7-4 0 0,-12 59-3 0 0,10-50 0 0 0,1-5 0 0 0,1 1 0 0 0,-1-1 0 0 0,2 12 0 0 0,-1-17 0 0 0,0 5 0 0 0,0 0 0 0 0,1-1 0 0 0,0 1 0 0 0,0-1 0 0 0,4 11 0 0 0,-5-17 0 0 0,6 17 0 0 0,2 15 0 0 0,-5-21 0 0 0,2 1 0 0 0,0 1 0 0 0,2-1 0 0 0,0 1 0 0 0,-6-11 0 0 0,9 13 0 0 0,14 13 0 0 0,-22-26 0 0 0,8 11 10 0 0,-6-10 10 0 0,4 0 3 0 0,2 3-1 0 0,23 10 95 0 0,-18-7-117 0 0,1-1 0 0 0,0 0 0 0 0,1 0 0 0 0,0-1 0 0 0,32 11 53 0 0,-18-7-42 0 0,37 11 53 0 0,-63-20-64 0 0,21 4 0 0 0,17 1 53 0 0,16 3-31 0 0,-31-6 31 0 0,-23-5-52 0 0,15 7 51 0 0,-16-4-40 0 0,17 3-13 0 0,-7-3 1 0 0,1 1 0 0 0,-1-1 0 0 0,-1 1 0 0 0,1 0 0 0 0,7 1 0 0 0,-8-3 0 0 0,4-1 0 0 0,26 0 0 0 0,-28 0 0 0 0,0 1 11 0 0,5 0 5 0 0,-18-1-1 0 0,35 0 7 0 0,-22 0-22 0 0,1 1 11 0 0,-1-1 31 0 0,0 0-31 0 0,16 4-11 0 0,-28-3 0 0 0,0 0 0 0 0,0-1 0 0 0,0 0 0 0 0,0 0 0 0 0,-1 0 0 0 0,1 0 0 0 0,5-1 0 0 0,6 1 0 0 0,17 5 0 0 0,7-1 0 0 0,47-1 0 0 0,-29-5 0 0 0,27 4 64 0 0,-75-1-53 0 0,17-1 31 0 0,-7-1-31 0 0,-16-1-8 0 0,30 1-6 0 0,8-1 3 0 0,-26 1 0 0 0,26-1 0 0 0,-16 3 0 0 0,-9 0 0 0 0,-11-1 0 0 0,29-4 0 0 0,-20 4 0 0 0,1-2 0 0 0,-1 1 0 0 0,1-1 0 0 0,5-1 13 0 0,-16 2 11 0 0,16-9 3 0 0,7 0 37 0 0,-12 5-64 0 0,0 0 0 0 0,-2-1 0 0 0,0-1 0 0 0,0 1 0 0 0,0 0 0 0 0,-3 0 11 0 0,-5 4 31 0 0,4-3-31 0 0,3-2-11 0 0,-1 0 0 0 0,-1-1 11 0 0,0-1 31 0 0,0 1-31 0 0,-1-1-11 0 0,0 1 0 0 0,1-1 11 0 0,1 2 31 0 0,0-1-31 0 0,0 0-11 0 0,-2-2 0 0 0,1-2 0 0 0,-1 2 0 0 0,0 0 0 0 0,0-2 0 0 0,0 1 0 0 0,-1 0 0 0 0,18-18 0 0 0,-18 19 0 0 0,0-3 0 0 0,-1 1 0 0 0,3-6-3 0 0,-7 12 25 0 0,0-7 23 0 0,-2 9-45 0 0,7-26 0 0 0,-4 18 0 0 0,-2 6 0 0 0,2-24 0 0 0,0 13 0 0 0,-3 17 0 0 0,-1-28 0 0 0,0 17 0 0 0,0 1 0 0 0,0 2 11 0 0,0 4 13 0 0,0 0 7 0 0,-6-13-33 0 0,5 13 2 0 0,1-1 0 0 0,-1 1 0 0 0,0 0 0 0 0,-1 0 0 0 0,1 0 0 0 0,-4-3 0 0 0,5 5 0 0 0,-24-30 0 0 0,23 29 0 0 0,-13-7 0 0 0,-2 0 0 0 0,-1-2 0 0 0,17 12-5 0 0,0-1 1 0 0,0 0-1 0 0,1 1 1 0 0,-1-1-1 0 0,0 1 0 0 0,0-1 1 0 0,0 1-1 0 0,0 0 0 0 0,0-1 1 0 0,0 1-1 0 0,0 0 1 0 0,0 0-1 0 0,-2 0 0 0 0,-1-1 5 0 0,0 0 0 0 0,0 1 1 0 0,1-1-1 0 0,-1 0 0 0 0,0-1 0 0 0,0 1 0 0 0,1-1 0 0 0,-6-3 0 0 0,-40-13 136 0 0,48 18-196 0 0,-1-1-23 0 0,-45-16-214 0 0,-3-8-3428 0 0,38 17 1874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6T04:55:06.5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704 210 2759 0 0,'0'0'5303'0'0,"-3"-2"-4487"0"0,-11-7 4881 0 0,7-2-4129 0 0,6 9-1238 0 0,-18-30 926 0 0,18 30-730 0 0,-1 0-252 0 0,-7-16 372 0 0,8 16-310 0 0,-1 1-5 0 0,-24-33 1335 0 0,16 20-1024 0 0,9 13 12 0 0,-26-26 173 0 0,22 24-724 0 0,-1-1-1 0 0,0 1 0 0 0,0-1 1 0 0,-8-2-1 0 0,-10-5 282 0 0,20 9-304 0 0,0 0 0 0 0,-1 0 0 0 0,1 0 0 0 0,-1 0-1 0 0,1 1 1 0 0,-1 0 0 0 0,0 0 0 0 0,1 0 0 0 0,-8 1 0 0 0,-24-6 201 0 0,28 7-186 0 0,-13-3 2 0 0,-4 1-1 0 0,-37 2 160 0 0,26 1-128 0 0,21-1-66 0 0,13 0-61 0 0,0 1 0 0 0,-30 7 123 0 0,28-9-114 0 0,-1 1-8 0 0,-11 7 58 0 0,5 0-48 0 0,-7 4 3 0 0,9-5 26 0 0,-2 4-33 0 0,4-5 18 0 0,-21 24 65 0 0,13-13-16 0 0,9-7-76 0 0,4-7 8 0 0,1 1 1 0 0,-1-1 0 0 0,0 1 0 0 0,-1-1 0 0 0,1 0 0 0 0,-5 5-1 0 0,-13 23 71 0 0,8-10-14 0 0,2 2-124 0 0,-4 13 109 0 0,11-30-59 0 0,-6 24-44 0 0,2 9 65 0 0,4-18 5 0 0,3-19-14 0 0,-1-1 1 0 0,1 0 0 0 0,0 1 0 0 0,0-1 0 0 0,0 0 0 0 0,-1 1 0 0 0,2-1-1 0 0,-1 1 1 0 0,0-1 0 0 0,0 2 0 0 0,4 17 3 0 0,-3-16 20 0 0,2 21 36 0 0,-2-2-64 0 0,-1-22 2 0 0,4 34 13 0 0,-3-29 29 0 0,1 8-31 0 0,1 0 0 0 0,2-3 41 0 0,1-2 2 0 0,25 48 74 0 0,-15-27-106 0 0,-2 1 62 0 0,-10-21-47 0 0,1 0 1 0 0,1 0 0 0 0,7 10-1 0 0,-6-9-15 0 0,-4-7 20 0 0,24 37 29 0 0,-20-33-48 0 0,-4-5 19 0 0,18 32-20 0 0,-21-35-19 0 0,1 1 1 0 0,-1 1 0 0 0,1-1 0 0 0,0 0 0 0 0,-1 0 0 0 0,1 0-1 0 0,0 0 1 0 0,0 0 0 0 0,0 0 0 0 0,0 0 0 0 0,0 0 0 0 0,0-1 0 0 0,1 2 0 0 0,9 7 70 0 0,-7-7-45 0 0,-3-1-21 0 0,0 0 0 0 0,1 0 1 0 0,-1 0-1 0 0,1 0 0 0 0,-1 0 0 0 0,0 0 1 0 0,1-1-1 0 0,0 1 0 0 0,2 0 0 0 0,16 6 123 0 0,5 1-56 0 0,-14-5-64 0 0,-6-2 31 0 0,7 0-31 0 0,2-1 0 0 0,-1 1 31 0 0,1 0-31 0 0,28 0 53 0 0,-26 0-60 0 0,-10-1-11 0 0,16-4 74 0 0,-8 2-67 0 0,-1-2 0 0 0,0 4 0 0 0,-9 1 0 0 0,-1-1 0 0 0,1 0 0 0 0,-1 0 0 0 0,1-1 0 0 0,0 1 0 0 0,-1-1 0 0 0,7-1 0 0 0,-2 0 11 0 0,-3 1 31 0 0,7-3-31 0 0,2-2-11 0 0,-4 2 11 0 0,-6 2 31 0 0,3-3-20 0 0,11-2 33 0 0,-4 1-17 0 0,19-24 174 0 0,-24 20-200 0 0,1 2-12 0 0,11-12 19 0 0,-18 18-14 0 0,0 0 1 0 0,0-1-1 0 0,0 0 1 0 0,-1 0-1 0 0,1 1 1 0 0,3-7-1 0 0,-3 3-29 0 0,-3 6 14 0 0,22-21-29 0 0,-1-7 39 0 0,1 2 0 0 0,-6 6 0 0 0,-9 11 0 0 0,-1-2 0 0 0,1 2 0 0 0,-2 0 0 0 0,14-28 53 0 0,-9 5-9 0 0,-6 12-28 0 0,9-30-1 0 0,-5 15 35 0 0,-9 19 52 0 0,-1 6-76 0 0,1-1 0 0 0,0 1 0 0 0,0-19 0 0 0,1 17-15 0 0,-1 7 31 0 0,-1-8-31 0 0,-3-6-11 0 0,4 15 0 0 0,-5-15 0 0 0,5 14 18 0 0,-9-20 28 0 0,4 11-46 0 0,0 1 0 0 0,0 1 0 0 0,-1 4 11 0 0,5 4 31 0 0,-4-4-31 0 0,-1-1-11 0 0,0 2 0 0 0,-2 2-11 0 0,-27-20-761 0 0,14 17-929 0 0,9 6 697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6T04:55:12.2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202 500 2759 0 0,'0'0'12368'0'0,"3"2"-12098"0"0,11 6-78 0 0,-11-6 594 0 0,-2-1-704 0 0,-1 0 0 0 0,1 0 0 0 0,-1 0 0 0 0,1 0 0 0 0,0 0 0 0 0,0 0 0 0 0,-1 0 0 0 0,1 0 0 0 0,0 0 0 0 0,0 0 0 0 0,0 0 0 0 0,0-1 0 0 0,0 1 0 0 0,0 0 0 0 0,0 0 0 0 0,0-1 0 0 0,1 1 0 0 0,-1-1 0 0 0,2 1 0 0 0,-1 0 748 0 0,9 3-620 0 0,-9-3-168 0 0,0 0-1 0 0,1-1 1 0 0,-1 1-1 0 0,0-1 0 0 0,0 0 1 0 0,0 1-1 0 0,1-1 1 0 0,-1 0-1 0 0,0 0 1 0 0,3-1-1 0 0,-3 1 42 0 0,1 0 10 0 0,7 1 3 0 0,-7-1 0 0 0,-1 1 0 0 0,0-1-62 0 0,0 1 0 0 0,1-1 0 0 0,-1 0-1 0 0,0 0 1 0 0,0 0 0 0 0,0-1 0 0 0,1 1-1 0 0,3-1 1 0 0,-4 0 66 0 0,1 1-17 0 0,7-1 41 0 0,1 0 0 0 0,-1-1 1 0 0,0 0-1 0 0,0 0 0 0 0,18-8 0 0 0,-24 9-68 0 0,0-1-1 0 0,0 1 1 0 0,0 0-1 0 0,0 0 1 0 0,6 0-1 0 0,-4 0 23 0 0,-1 0 0 0 0,1 0 0 0 0,0-1 0 0 0,-1 0-1 0 0,8-2 1 0 0,-11 3 98 0 0,-2 1-171 0 0,0 0-1 0 0,1 0 0 0 0,-1 0 1 0 0,0 0-1 0 0,0 0 0 0 0,0 0 1 0 0,1-1-1 0 0,-1 1 0 0 0,0 0 1 0 0,0 0-1 0 0,0 0 1 0 0,1 0-1 0 0,-1 0 0 0 0,0 0 1 0 0,0 0-1 0 0,0 0 0 0 0,0-1 1 0 0,0 1-1 0 0,1 0 1 0 0,-1 0-1 0 0,0 0 0 0 0,0 0 1 0 0,0-1-1 0 0,0 1 0 0 0,0 0 1 0 0,0 0-1 0 0,0 0 0 0 0,1-1 1 0 0,-1 1-1 0 0,0 0 13 0 0,0-1-1 0 0,0 1 1 0 0,1-1-1 0 0,-1 1 1 0 0,0-1-1 0 0,1 1 1 0 0,-1-1 0 0 0,0 1-1 0 0,1 0 1 0 0,-1-1-1 0 0,0 1 1 0 0,1 0-1 0 0,-1-1 1 0 0,1 1-1 0 0,-1 0 1 0 0,1-1-1 0 0,-1 1 1 0 0,1 0-1 0 0,4-2 6 0 0,-1 1 40 0 0,1-1-1 0 0,-1 0 1 0 0,0 0 0 0 0,0 0-1 0 0,0-1 1 0 0,0 1-1 0 0,7-7 1 0 0,-9 8 29 0 0,0-1-17 0 0,36-32 614 0 0,-21 21-615 0 0,-12 8 48 0 0,18-24-48 0 0,-15 19-73 0 0,-6 8 19 0 0,0 0-1 0 0,0 0 1 0 0,-1 0-1 0 0,1 0 1 0 0,0-1 0 0 0,-1 1-1 0 0,1-1 1 0 0,-1 1-1 0 0,2-6 1 0 0,-2 5 16 0 0,0 1 259 0 0,0-2-136 0 0,0 0 0 0 0,0 0-1 0 0,-1 1 1 0 0,2-8 0 0 0,-1-15 157 0 0,-1 24 55 0 0,0 0-284 0 0,-7-19 199 0 0,6 18-212 0 0,-4-10 83 0 0,1 2 2 0 0,-2 0-73 0 0,-9-9 267 0 0,12 15-290 0 0,-1 1 0 0 0,1 0-1 0 0,-1 0 1 0 0,0 0 0 0 0,-1 0-1 0 0,-5-4 1 0 0,5 3 0 0 0,5 4-53 0 0,-1 0 0 0 0,1 0 0 0 0,-1 0-1 0 0,1 0 1 0 0,-1 0 0 0 0,0 0 0 0 0,0 0 0 0 0,1 0 0 0 0,-1 0 0 0 0,0 1-1 0 0,0-1 1 0 0,0 0 0 0 0,0 1 0 0 0,-2-2 0 0 0,1 1 2 0 0,-11-12 68 0 0,9 8-38 0 0,-13-13 60 0 0,14 15-87 0 0,0 0 0 0 0,0 0 1 0 0,0 1-1 0 0,-1-1 1 0 0,1 1-1 0 0,-1 0 0 0 0,-4-2 1 0 0,-13-7 63 0 0,18 9-30 0 0,-27-9 28 0 0,22 6-55 0 0,1-1 36 0 0,-1 1 0 0 0,-14-8 0 0 0,3 4 7 0 0,6 5-44 0 0,12 6 27 0 0,-2-2 23 0 0,-24-11-26 0 0,17 7-22 0 0,-2 2 20 0 0,3 1-20 0 0,1-2 32 0 0,5 1-57 0 0,-24 0 16 0 0,14 2 29 0 0,-6-2-33 0 0,14 3 7 0 0,-10 2 34 0 0,3 0-50 0 0,1-2 0 0 0,-1 0 0 0 0,0 3 0 0 0,0 0 0 0 0,1 3 0 0 0,-4 1 0 0 0,13-7-3 0 0,-12 15 70 0 0,6-8-67 0 0,-2-2 0 0 0,0 1 0 0 0,0 1 0 0 0,1 0 0 0 0,1 2 0 0 0,-1-1 0 0 0,1 0 0 0 0,-2 2 0 0 0,2-2 0 0 0,-1 0 0 0 0,1 1 0 0 0,4 2 0 0 0,-1 0 0 0 0,2 0 0 0 0,1 1 0 0 0,2 0 0 0 0,0 1 0 0 0,0-2 0 0 0,2 1 0 0 0,3 2 0 0 0,-2 0 0 0 0,1-1 0 0 0,-1 1 0 0 0,-1 0 0 0 0,2 0 0 0 0,-1-4 11 0 0,-1-6 31 0 0,3 4-20 0 0,-1-2 32 0 0,2 13-44 0 0,-4-14 37 0 0,-1-3-49 0 0,12 13 138 0 0,-11-14-72 0 0,0 0-11 0 0,5 3-31 0 0,-3-1 20 0 0,10 10-31 0 0,-13-13-13 0 0,19 11 68 0 0,-10-5-55 0 0,-6-5 31 0 0,4 2-20 0 0,-4-1 20 0 0,5 2-31 0 0,4-1 0 0 0,49 15 53 0 0,-58-18-22 0 0,7 2-31 0 0,0-1 0 0 0,-6-2 31 0 0,4 3-51 0 0,-7-3-86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6T05:02:20.2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753 138 7887 0 0,'0'0'714'0'0,"0"-2"-586"0"0,1-7-76 0 0,0 7 140 0 0,-2-7 192 0 0,-2-10 1028 0 0,2 17-878 0 0,0 1-254 0 0,-10-16 680 0 0,10 16-633 0 0,-1 0-7 0 0,-3-4-15 0 0,-1 1 0 0 0,0 0 0 0 0,0 0 0 0 0,0 1 0 0 0,0 0 0 0 0,-1 0 0 0 0,1 0 0 0 0,-15-3 0 0 0,12 4-51 0 0,-1 0 0 0 0,-13-6-1 0 0,-15-2 26 0 0,-7 3 61 0 0,31 3-222 0 0,-1 2 0 0 0,0 0-1 0 0,0 1 1 0 0,0 0 0 0 0,-19 2 0 0 0,10 2-27 0 0,1 1 0 0 0,-1 2 0 0 0,-25 8 0 0 0,24-6-4 0 0,15-5 16 0 0,1 0 1 0 0,-1 0 0 0 0,1 1 0 0 0,0 0-1 0 0,-12 8 1 0 0,17-9-32 0 0,-3 1 4 0 0,-1-1 18 0 0,-9 12-5 0 0,0 0-5 0 0,10-9-58 0 0,0 0 1 0 0,1 0-1 0 0,0 1 1 0 0,-9 11-1 0 0,0 3 130 0 0,1 0 0 0 0,1 0 0 0 0,1 2 0 0 0,0-1 0 0 0,-9 29 0 0 0,18-38-46 0 0,-6 23 169 0 0,-2 9-135 0 0,7-30-64 0 0,2-3 0 0 0,1-6-13 0 0,-4 15-21 0 0,4-16-30 0 0,0 14 19 0 0,-1 12 112 0 0,3-25-64 0 0,2 9 5 0 0,-1-1 6 0 0,-1-9-13 0 0,0 0-32 0 0,6 13 56 0 0,-6-16 7 0 0,1 1-12 0 0,3 7-11 0 0,-4-8-5 0 0,1 1-27 0 0,2 6-30 0 0,-3-6 48 0 0,0 0-6 0 0,3 5-58 0 0,-2-3 29 0 0,0 0 1 0 0,0 0-1 0 0,1-1 0 0 0,-1 1 0 0 0,1-1 0 0 0,0 1 1 0 0,1-1-1 0 0,-1 0 0 0 0,1 0 0 0 0,6 5 0 0 0,25 19 302 0 0,48 28 191 0 0,-47-38-404 0 0,-22-9-134 0 0,0 0 28 0 0,1-1-1 0 0,31 14 1 0 0,-42-21-18 0 0,18 3 59 0 0,19 5 27 0 0,5-8-24 0 0,8-4 74 0 0,-44 4-119 0 0,0-1 1 0 0,1 1-1 0 0,-1-2 0 0 0,1 1 0 0 0,-1-1 0 0 0,19-5 0 0 0,-7 0 37 0 0,0-1-1 0 0,22-11 1 0 0,-31 14-46 0 0,14-4-13 0 0,3-3 0 0 0,-25 10 0 0 0,13-8 0 0 0,-6 3 31 0 0,-7 3 5 0 0,1 0-1 0 0,-1-1 0 0 0,0 1 0 0 0,0-1 1 0 0,6-7-1 0 0,-2 2 23 0 0,-3 0-47 0 0,8-7 57 0 0,-13 14-51 0 0,1 0 0 0 0,-1-1 0 0 0,1 1 0 0 0,-1 0 0 0 0,0-1 0 0 0,0 1 0 0 0,0-1 0 0 0,1-2 0 0 0,5-10-5 0 0,-6 12-13 0 0,3-13 1 0 0,6-20 0 0 0,-3 4 64 0 0,-3 1-53 0 0,-2 19 31 0 0,5-47 33 0 0,-7 49-75 0 0,1-4 0 0 0,-1-2 0 0 0,0 4 11 0 0,0-20 42 0 0,-1 17-49 0 0,0 9 15 0 0,-5-14 11 0 0,3 6-19 0 0,-2 1-11 0 0,0 0 0 0 0,-1-1 0 0 0,1 2 11 0 0,0 0 31 0 0,0 1-20 0 0,0 0 20 0 0,0 0-31 0 0,-1 0-11 0 0,-8-19 0 0 0,13 29 0 0 0,-7-12 0 0 0,5 10 0 0 0,-13-17 0 0 0,3-3 0 0 0,13 21-73 0 0,-1 1 0 0 0,0-1 0 0 0,0 1 0 0 0,1 0 0 0 0,-1-1 0 0 0,0 1 0 0 0,0 0 0 0 0,-1 0 1 0 0,1 0-1 0 0,0-1 0 0 0,0 1 0 0 0,-1 0 0 0 0,1 0 0 0 0,-3-1 0 0 0,2 1-176 0 0,-9-3-1168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6T05:02:45.2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773 118 6335 0 0,'7'3'7036'0'0,"0"9"-6961"0"0,-7-12-70 0 0,0 0 1 0 0,0 0-1 0 0,0 0 1 0 0,0 0-1 0 0,0 0 0 0 0,0 0 1 0 0,0 0-1 0 0,0 0 1 0 0,0 1-1 0 0,0-1 0 0 0,0 0 1 0 0,0 0-1 0 0,0 0 1 0 0,0 0-1 0 0,0 0 0 0 0,0 0 1 0 0,0 0-1 0 0,0 0 1 0 0,0 0-1 0 0,-1 0 0 0 0,1 0 1 0 0,0 0-1 0 0,0 0 1 0 0,0 0-1 0 0,0 0 0 0 0,0 0 1 0 0,0 0-1 0 0,0 0 1 0 0,0 0-1 0 0,0 0 0 0 0,0 0 1 0 0,0 0-1 0 0,-1 0 1 0 0,1 0-1 0 0,0 0 0 0 0,0 0 1 0 0,0 0-1 0 0,0 0 1 0 0,0 0-1 0 0,0 0 0 0 0,0 0 1 0 0,0 0-1 0 0,0 0 1 0 0,0 0-1 0 0,-1 0 0 0 0,1 0 1 0 0,0 0-1 0 0,0 0 1 0 0,0 0-1 0 0,0 0 0 0 0,0 0 1 0 0,0 0-1 0 0,0 0 1 0 0,-10-4 305 0 0,-9-4 335 0 0,9 2-107 0 0,-1 0 0 0 0,-14-11-1 0 0,8 5 607 0 0,-32-15 0 0 0,12 6-603 0 0,31 18-432 0 0,-1 0 0 0 0,1 1 0 0 0,0 0-1 0 0,-1 0 1 0 0,1 0 0 0 0,-1 1 0 0 0,-10-2 0 0 0,13 3-69 0 0,-7-1 170 0 0,-11-4 18 0 0,19 3-198 0 0,2 2-20 0 0,-17-2 193 0 0,5 0-126 0 0,7 1-32 0 0,1 0 0 0 0,0 1 0 0 0,0 0 0 0 0,-1 0 0 0 0,1 0 0 0 0,0 0 0 0 0,-1 1 0 0 0,1 0 0 0 0,-8 2 0 0 0,10-2-23 0 0,0-1 0 0 0,0 0 1 0 0,0 0-1 0 0,0 0 0 0 0,1 0 0 0 0,-1 0 0 0 0,0 0 0 0 0,-4-2 0 0 0,7 2-20 0 0,0 0-1 0 0,0 0 0 0 0,-1 0 1 0 0,1 0-1 0 0,0 0 1 0 0,0 0-1 0 0,-1 0 1 0 0,1-1-1 0 0,0 1 1 0 0,0 0-1 0 0,-1 0 0 0 0,1 0 1 0 0,0 0-1 0 0,0 0 1 0 0,-1 0-1 0 0,1 1 1 0 0,0-1-1 0 0,0 0 1 0 0,-1 0-1 0 0,1 0 0 0 0,0 0 1 0 0,0 0-1 0 0,0 0 1 0 0,-1 0-1 0 0,1 0 1 0 0,0 1-1 0 0,0-1 0 0 0,0 0 1 0 0,-1 0-1 0 0,1 0 1 0 0,0 0-1 0 0,0 1 1 0 0,-1-1-1 0 0,1 0 1 0 0,0 1-1 0 0,0-1 0 0 0,0 0 1 0 0,-1 0-1 0 0,1 0 1 0 0,0 1-1 0 0,0-1 1 0 0,-1 0-1 0 0,1 0 1 0 0,0 0-1 0 0,-1 0 1 0 0,1 0-1 0 0,0 0 0 0 0,-1 1 1 0 0,1-1-1 0 0,0 0 1 0 0,0 0-1 0 0,-1 0 1 0 0,1 0-1 0 0,0 0 1 0 0,-1 0-1 0 0,1 0 0 0 0,0 0 1 0 0,-1 0-1 0 0,1-1 1 0 0,-2 1 7 0 0,1 0 0 0 0,-1 0 1 0 0,0 0-1 0 0,1 0 0 0 0,-1 0 1 0 0,1 0-1 0 0,-1 1 0 0 0,1-1 1 0 0,-1 0-1 0 0,1 1 0 0 0,-3 0 1 0 0,-19 6 219 0 0,2 4-123 0 0,17-10-32 0 0,-4-1-1 0 0,6 0-56 0 0,0 0-1 0 0,0 0 0 0 0,0 0 0 0 0,0 0 0 0 0,0 1 1 0 0,1-1-1 0 0,-1 1 0 0 0,0-1 0 0 0,0 1 0 0 0,0 0 1 0 0,0-1-1 0 0,-1 2 0 0 0,-16 7 90 0 0,11-6-46 0 0,-1 1 1 0 0,1 0-1 0 0,0 1 0 0 0,0 0 1 0 0,-13 10-1 0 0,20-14 3 0 0,-4 0-31 0 0,0 1 0 0 0,0-1 0 0 0,0 0 0 0 0,0 1 0 0 0,0 0 1 0 0,0 0-1 0 0,1 1 0 0 0,-1-1 0 0 0,-6 6 0 0 0,2-1 73 0 0,0 1 0 0 0,1 0 0 0 0,-1 0-1 0 0,2 1 1 0 0,-1 0 0 0 0,-8 14 0 0 0,12-17-27 0 0,2-3-79 0 0,-4 13 65 0 0,2-6-1 0 0,-11 36 267 0 0,14-44-278 0 0,0 2 0 0 0,1 2-37 0 0,-10 31 115 0 0,6-24-97 0 0,1-5 37 0 0,1 0 0 0 0,-1 1 0 0 0,2-1 0 0 0,-3 15 0 0 0,4-20 12 0 0,0-1-3 0 0,0 10-13 0 0,2 3-54 0 0,-2-11 11 0 0,1-1 0 0 0,-1 0-1 0 0,1 1 1 0 0,-1-1 0 0 0,1 0-1 0 0,0 0 1 0 0,1 0 0 0 0,-1 0 0 0 0,0 0-1 0 0,1 0 1 0 0,0 0 0 0 0,-1 0-1 0 0,1 0 1 0 0,1-1 0 0 0,2 4 0 0 0,0-1-20 0 0,-4-3 60 0 0,1 0-11 0 0,0 1-45 0 0,18 15 48 0 0,25 15 31 0 0,-18-15-27 0 0,-3-1-7 0 0,-16-11-42 0 0,22 14 42 0 0,23 9 18 0 0,-47-26-59 0 0,-2-1 0 0 0,-1-1 0 0 0,0 1 0 0 0,0 0 0 0 0,0 0 0 0 0,-1 0 0 0 0,5 4 0 0 0,-2-1 11 0 0,2-1 0 0 0,-1-1 0 0 0,10 6 0 0 0,7 3 20 0 0,-19-10-1 0 0,8-1-31 0 0,2 3 0 0 0,-1 0 31 0 0,4 2-30 0 0,-15-6-17 0 0,18 2 89 0 0,-5-2-4 0 0,-2 0 0 0 0,2-1-64 0 0,7-3 4 0 0,-21 3-17 0 0,0 0-1 0 0,1 1 1 0 0,-1-1-1 0 0,0 0 1 0 0,0 1-1 0 0,1-1 1 0 0,-1 1 0 0 0,1-1-1 0 0,-1 1 1 0 0,0 0-1 0 0,1 0 1 0 0,2-1-1 0 0,21-5 158 0 0,-12 3-149 0 0,6-3 24 0 0,-4-2-6 0 0,19-2-102 0 0,-23 6 58 0 0,-4 3 15 0 0,-2 0 0 0 0,-1 0 0 0 0,1 0 0 0 0,-1-1 0 0 0,1 1 0 0 0,-1-1 0 0 0,6-3 0 0 0,10-6 0 0 0,5 1 0 0 0,11-7 0 0 0,20-8 64 0 0,-52 23-64 0 0,16-9 0 0 0,-14 6 12 0 0,1 1 0 0 0,-1-1-1 0 0,5-6 1 0 0,10-8 16 0 0,-13 10 14 0 0,1 0-31 0 0,-1 2 0 0 0,-5 4 3 0 0,-1 1 1 0 0,1-1 0 0 0,0 0-1 0 0,-1 0 1 0 0,1 0 0 0 0,-1 0-1 0 0,4-7 1 0 0,6-14 131 0 0,-3 1-24 0 0,2-15-35 0 0,-10 36-77 0 0,0 0-1 0 0,-1 1 1 0 0,0-2 0 0 0,1 1 0 0 0,-1 0 0 0 0,0 0-1 0 0,0 0 1 0 0,0 0 0 0 0,-1 0 0 0 0,1 0 0 0 0,-1-3-1 0 0,-3-16 116 0 0,3 12-114 0 0,0 0 0 0 0,0 6 31 0 0,-2-8-31 0 0,1-5 12 0 0,1 14 2 0 0,-8-16-9 0 0,8 14 0 0 0,0 2 12 0 0,-11-14-8 0 0,-9-17 44 0 0,13 23-64 0 0,0 2 0 0 0,-4 2 0 0 0,5 1-131 0 0,0 1 0 0 0,0 0 0 0 0,-1 1 0 0 0,1 0 0 0 0,-1 0 0 0 0,0 0 1 0 0,0 1-1 0 0,0 0 0 0 0,-15-1 0 0 0,16 2 21 0 0,-14-1-600 0 0,-5-1-9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6T05:03:32.2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838 172 4607 0 0,'0'0'7458'0'0,"0"-4"-7170"0"0,0-10 6 0 0,0 10 2594 0 0,-1 2-2508 0 0,-19-32 1584 0 0,18 32-1396 0 0,1 0-490 0 0,1 0 0 0 0,-1 0-1 0 0,-1 0 1 0 0,1 0 0 0 0,0 0-1 0 0,0 1 1 0 0,-1-1 0 0 0,1 0 0 0 0,-1 0-1 0 0,1 1 1 0 0,-1-1 0 0 0,0 1-1 0 0,1-1 1 0 0,-5-1 0 0 0,-1-3-4 0 0,-11-8 118 0 0,16 13-98 0 0,0 0-12 0 0,-10-3 7 0 0,5 0 11 0 0,1 2 0 0 0,-1-1 0 0 0,0 1-1 0 0,0 0 1 0 0,-11-1 0 0 0,15 2-21 0 0,0 0 0 0 0,0 0-1 0 0,-1-1 1 0 0,1 1 0 0 0,0-1 0 0 0,-5-3 0 0 0,0 0 65 0 0,2 2 15 0 0,0 1-1 0 0,0-1 1 0 0,0 1 0 0 0,0 1-1 0 0,-10-3 1 0 0,-7-1-47 0 0,10 3-105 0 0,8 1 21 0 0,-15 2 1 0 0,8 0-29 0 0,1 0 11 0 0,-24 3 95 0 0,26-4-58 0 0,-1 1 24 0 0,1 0 0 0 0,-1 1 0 0 0,1 0-1 0 0,-13 5 1 0 0,6-2-29 0 0,14-3 1 0 0,-1 1-1 0 0,-23 7-25 0 0,-24 9-18 0 0,1-2 0 0 0,-74 20 198 0 0,69-23-129 0 0,49-12-34 0 0,2-1-19 0 0,1-1 0 0 0,-1 1 0 0 0,1 0 0 0 0,-1 0 0 0 0,1 1 0 0 0,0-1 0 0 0,-4 3 0 0 0,-4 2 21 0 0,-1 1-24 0 0,1 1-13 0 0,1 0 0 0 0,1 4 0 0 0,1 1 12 0 0,2-3 47 0 0,-1 18 85 0 0,5-25 57 0 0,0-1-148 0 0,-1 12-42 0 0,-2 2-11 0 0,2-1 0 0 0,0 7-1 0 0,3-8 13 0 0,-1-7 34 0 0,1-3-39 0 0,5 17 4 0 0,-2-5 40 0 0,1-1 1 0 0,1 0-1 0 0,1 0 1 0 0,12 22-1 0 0,2 1 5 0 0,-8-14 18 0 0,15 37 0 0 0,-26-55-74 0 0,-1-4 0 0 0,0 0 0 0 0,0 1 0 0 0,0-1 0 0 0,0 0 0 0 0,0 0 0 0 0,1 0 0 0 0,-1 0 0 0 0,1 0 0 0 0,2 3 0 0 0,22 24 0 0 0,4-1 0 0 0,-22-20-2 0 0,-5-4 4 0 0,0-1 0 0 0,0 0 0 0 0,1 0-1 0 0,0 0 1 0 0,-1 0 0 0 0,6 1 0 0 0,24 20 66 0 0,-27-21 6 0 0,-2-3-73 0 0,15 6 77 0 0,6 5-36 0 0,3-1 108 0 0,13 2 170 0 0,-28-9-320 0 0,0-1 0 0 0,0-1 0 0 0,0 1 0 0 0,-6-1 1 0 0,0 0 0 0 0,0-1 0 0 0,-1 0-1 0 0,1 0 1 0 0,7-2 0 0 0,-13 2 5 0 0,4 0 36 0 0,13-1-33 0 0,-14 2-2 0 0,27-4 71 0 0,-16 1-36 0 0,-2-1-31 0 0,0 0 1 0 0,0 1 36 0 0,0-1-36 0 0,1-1-12 0 0,-1 1 0 0 0,6 2 52 0 0,-7-3 18 0 0,-2 0-60 0 0,22-11 2 0 0,-21 12 1 0 0,18-7 61 0 0,-17 7-89 0 0,2-5 15 0 0,-1 0 0 0 0,-3 3 11 0 0,-4 1 2 0 0,-3 2 12 0 0,13-13-10 0 0,10-14 57 0 0,-21 24-70 0 0,-3 3 3 0 0,-1 1 0 0 0,1-1 0 0 0,-1 0 0 0 0,1 0 1 0 0,-1 0-1 0 0,0 0 0 0 0,1 0 0 0 0,-1 0 0 0 0,1-4 0 0 0,11-16 6 0 0,11-40-11 0 0,-10 22 53 0 0,-11 28-45 0 0,2-12-4 0 0,-3 8-5 0 0,-3 13-1 0 0,6-20 15 0 0,-4 20 9 0 0,1-13 9 0 0,-2 7-23 0 0,0 2 6 0 0,0 0 0 0 0,0 0 0 0 0,-3-12 0 0 0,0 8-14 0 0,1 2 0 0 0,-2 1 0 0 0,1-1 8 0 0,4 7 10 0 0,-2-2 8 0 0,-11-14-14 0 0,-13-12-12 0 0,19 20 0 0 0,1-1 0 0 0,-1 3 0 0 0,1 2 11 0 0,3 3 31 0 0,-2-5-31 0 0,-4-3-1 0 0,4 7 27 0 0,-6-3-20 0 0,4 3-29 0 0,-6-6-831 0 0,-2 1-30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6T05:04:54.8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1259 119 7631 0 0,'0'0'6072'0'0,"-1"-3"-5792"0"0,-1 1-111 0 0,1 1 0 0 0,-1-1-1 0 0,0 0 1 0 0,0 0 0 0 0,0 1 0 0 0,0-1-1 0 0,0 1 1 0 0,0 0 0 0 0,-4-2-1 0 0,-27-11 967 0 0,6 2-437 0 0,26 12-527 0 0,-5-1 13 0 0,-1-1 0 0 0,2 1 0 0 0,-1-1 0 0 0,-11-5 0 0 0,6 2 147 0 0,-8 0 87 0 0,0 0 1 0 0,-31-3 0 0 0,9 1-169 0 0,-125-21 1247 0 0,163 27-1485 0 0,-17 1 68 0 0,-3 2 1 0 0,-39 0-31 0 0,39 1 3 0 0,14-3-38 0 0,6 0-7 0 0,0 0 1 0 0,0 0 0 0 0,0 0-1 0 0,-1 0 1 0 0,1 1 0 0 0,-6 1-1 0 0,-115 12 237 0 0,-111 34 227 0 0,169-27-269 0 0,12-2-46 0 0,31-7-93 0 0,19-11-56 0 0,-16 10 6 0 0,-1 5 50 0 0,12-9 5 0 0,0 1 0 0 0,0-1 0 0 0,1 2 0 0 0,1-1 0 0 0,-1 1 0 0 0,1 0 0 0 0,1 0 0 0 0,-6 12 0 0 0,6-11-48 0 0,1 0 0 0 0,1 1 0 0 0,0-1 0 0 0,0 1 0 0 0,1 0 1 0 0,0 0-1 0 0,1 0 0 0 0,0 0 0 0 0,0 19 0 0 0,0 2 164 0 0,3 49 1 0 0,2-62-108 0 0,0 1 0 0 0,1 0 1 0 0,1-1-1 0 0,9 26 0 0 0,-8-32 11 0 0,-1-1 0 0 0,2 1-1 0 0,0-1 1 0 0,15 21-1 0 0,-16-26-72 0 0,1 1 0 0 0,-1-1 1 0 0,1 0-1 0 0,13 10 0 0 0,-7-6 15 0 0,-9-7-20 0 0,-1-1 0 0 0,1 0 0 0 0,0 0 0 0 0,0-1 1 0 0,8 5-1 0 0,-1-1 2 0 0,6 4 0 0 0,0-1-1 0 0,0 0 1 0 0,21 6-1 0 0,58 15 59 0 0,-65-21-64 0 0,1 1 14 0 0,-3 0 54 0 0,1-2 0 0 0,0-1-1 0 0,54 6 1 0 0,57-2 21 0 0,65 2 72 0 0,-108-10-138 0 0,-36-1 19 0 0,103-9 0 0 0,-137 3-38 0 0,-24 3 11 0 0,19-5 9 0 0,4-4 22 0 0,-17 7-40 0 0,-2 0-3 0 0,-2 1 1 0 0,1-2-1 0 0,0 1 1 0 0,0-1-1 0 0,-1 0 0 0 0,12-9 1 0 0,9-5 45 0 0,-22 15-49 0 0,0 0 1 0 0,-1-1 0 0 0,0 1-1 0 0,0-1 1 0 0,0 0 0 0 0,0 0-1 0 0,6-8 1 0 0,3-5 56 0 0,-6 9-37 0 0,1-3 14 0 0,-1 0 1 0 0,0-1-1 0 0,10-23 0 0 0,-12 26-33 0 0,-3 5 1 0 0,1-1 0 0 0,-1 1 0 0 0,0-1 0 0 0,2-8 0 0 0,0 0 4 0 0,-1 5-2 0 0,0-1-1 0 0,-1 1 0 0 0,0-1 0 0 0,1-11 0 0 0,1 1 2 0 0,-1 8-12 0 0,-1-1 0 0 0,0 0-1 0 0,0-14 1 0 0,0-7 11 0 0,-2 17 16 0 0,0 0-1 0 0,-5-21 1 0 0,3 21 10 0 0,-1-1-26 0 0,0 0-1 0 0,-1 1 1 0 0,0-1 0 0 0,-2 1-1 0 0,-7-17 1 0 0,9 24-11 0 0,-3-7 0 0 0,5 12 0 0 0,0-1 0 0 0,0 1 0 0 0,-1-1 0 0 0,1 1 0 0 0,-1 0 0 0 0,-5-6 0 0 0,5 6 0 0 0,-1-2-2 0 0,1 0 3 0 0,-14-12 11 0 0,-8-3 41 0 0,0-2-53 0 0,3 4 0 0 0,14 12 0 0 0,-3 2 0 0 0,-4-4 0 0 0,1 2 0 0 0,3 4 0 0 0,-2 1 0 0 0,2 3 0 0 0,-1-2 0 0 0,1-1 0 0 0,-1 2 0 0 0,1-2 0 0 0,-4-2 79 0 0,-9-3-1778 0 0,4 6-4542 0 0,-5 2-2210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6T05:05:38.4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678 172 2759 0 0,'0'0'2212'0'0,"2"-1"-1142"0"0,-1-2-707 0 0,19-8 638 0 0,33-22 6995 0 0,-54 31-7844 0 0,0 0 0 0 0,0 0 0 0 0,-1 0 1 0 0,1 0-1 0 0,0 0 0 0 0,-1 0 1 0 0,1 1-1 0 0,-1-1 0 0 0,0 0 0 0 0,0 1 1 0 0,1-1-1 0 0,-1 1 0 0 0,-4-2 1 0 0,6 3-176 0 0,-2-2 408 0 0,0 2-198 0 0,-55-23 1140 0 0,56 22-1135 0 0,-1 0 6 0 0,-19-7 377 0 0,19 7-238 0 0,-1 0-171 0 0,-21-4 132 0 0,22 4-154 0 0,-1 0 2 0 0,-45-20 844 0 0,46 20-769 0 0,0 0-138 0 0,-22-8 149 0 0,22 8-88 0 0,-1 0-73 0 0,-9-3 18 0 0,6 2 14 0 0,0 0 0 0 0,-1 0-1 0 0,1 0 1 0 0,0 1 0 0 0,0 0-1 0 0,-10-1 1 0 0,6 1-38 0 0,8 1-1 0 0,-3-1 1 0 0,-13 1-1 0 0,14-1 11 0 0,-6 1 20 0 0,0 0 38 0 0,-10 4 10 0 0,-7 4-153 0 0,15-5-1 0 0,5-2 24 0 0,1 1 0 0 0,-1 0 0 0 0,1 1 0 0 0,-7 2 0 0 0,-28 12 0 0 0,18-8-13 0 0,3 0 0 0 0,-20 10 0 0 0,32-15 0 0 0,-16 9 0 0 0,18-9 0 0 0,-23 18 0 0 0,-19 20 11 0 0,45-40 0 0 0,-8 13 28 0 0,10-13-36 0 0,-4 5-2 0 0,-11 19 51 0 0,3 7-41 0 0,1-1 64 0 0,10-21-41 0 0,1 13-15 0 0,-1-14-20 0 0,1-3 3 0 0,1 0 0 0 0,-1 0 0 0 0,1 0 0 0 0,0-1 0 0 0,3 13 0 0 0,4 14 51 0 0,15 53 11 0 0,-22-82-64 0 0,8 13 0 0 0,-7-13 10 0 0,10 19 33 0 0,-5-14-32 0 0,0 1-11 0 0,0-2 11 0 0,23 28 106 0 0,-19-24-117 0 0,0 0 11 0 0,0-1 31 0 0,2 0-20 0 0,0-1 20 0 0,-8-7-40 0 0,-1-1 0 0 0,1 1 0 0 0,-1-1 0 0 0,1 0-1 0 0,8 4 1 0 0,-5-2 9 0 0,-2-2 31 0 0,12 2-9 0 0,-15-2-28 0 0,2 1 11 0 0,28 5 69 0 0,-9-1-11 0 0,-6-3-15 0 0,22 5 0 0 0,-16-5-42 0 0,-13-3 20 0 0,9-1-27 0 0,7 1 61 0 0,-12-1-17 0 0,-1-1-32 0 0,25-3 31 0 0,2-2 11 0 0,14-5 0 0 0,-6-3-53 0 0,-42 11 25 0 0,-5 3-19 0 0,32-6-6 0 0,-20 2 31 0 0,0 1-31 0 0,-2-2-11 0 0,1-1 0 0 0,1 1 11 0 0,2-1 18 0 0,-13 5 12 0 0,15-10 6 0 0,-2 2-31 0 0,-15 9 5 0 0,1-2 26 0 0,23-17-14 0 0,-16 14-11 0 0,-4 2 20 0 0,6-4-31 0 0,-1-3-11 0 0,1 1 0 0 0,0 2 0 0 0,1-1 0 0 0,3-3-4 0 0,-13 7 17 0 0,11-10 53 0 0,-3 5-24 0 0,6-2-4 0 0,-12 8-24 0 0,5-11 9 0 0,-1 1-23 0 0,0 0 0 0 0,-2 2 11 0 0,-3 7 31 0 0,2-7-31 0 0,-3 6-10 0 0,0 4 7 0 0,-1-1 0 0 0,1 1-1 0 0,-1 0 1 0 0,1-1 0 0 0,-1 1 0 0 0,0-1-1 0 0,0 1 1 0 0,1-1 0 0 0,-1 1 0 0 0,0 0-1 0 0,0-1 1 0 0,0 1 0 0 0,-1-1 0 0 0,1-1-1 0 0,-4-19 57 0 0,1-3-53 0 0,-2-14-11 0 0,1-10 0 0 0,3 35 0 0 0,1 9 0 0 0,-5-11 0 0 0,-8-10 0 0 0,3 7 42 0 0,4 4-20 0 0,-1-1-22 0 0,2 7 0 0 0,4 8 0 0 0,-13-16 0 0 0,9 11 0 0 0,-8-8 0 0 0,-9-4 0 0 0,20 15 18 0 0,0 1 12 0 0,-18-11-14 0 0,12 9-16 0 0,0-1 0 0 0,0-1 0 0 0,-1 0 0 0 0,1 0 0 0 0,0 1 0 0 0,7 3-85 0 0,-1 1-1 0 0,1 0 1 0 0,-1 0 0 0 0,0 0 0 0 0,1 0-1 0 0,-1 0 1 0 0,0 1 0 0 0,0-1-1 0 0,0 0 1 0 0,-3 0 0 0 0,-3 0-548 0 0,-5-2-908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6T05:08:31.4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538 163 2303 0 0,'0'0'346'0'0,"1"-2"610"0"0,0-3-340 0 0,0 0 1 0 0,0 1-1 0 0,-1-1 1 0 0,1 0-1 0 0,-1-7 1582 0 0,-3-18 1835 0 0,-7 6-1993 0 0,7 21-1769 0 0,0 0 1 0 0,-1 0-1 0 0,1 0 1 0 0,0 0-1 0 0,-1 1 0 0 0,0-1 1 0 0,1 1-1 0 0,-1 0 0 0 0,0 0 1 0 0,-4-1-1 0 0,6 2 72 0 0,-19-9 546 0 0,-7-3-337 0 0,27 12-418 0 0,-20-6 212 0 0,-6-1 462 0 0,25 8-720 0 0,0 0-2 0 0,-5-1-12 0 0,5 0-2 0 0,0 1 0 0 0,-45 10 736 0 0,45-10-712 0 0,-9 4 67 0 0,10-4-134 0 0,-2 1 63 0 0,-10 4 199 0 0,9-5-207 0 0,3 0-79 0 0,-22 11 216 0 0,18-9-199 0 0,0 0 0 0 0,1 1 0 0 0,-1 0 0 0 0,1 0 0 0 0,0 0 0 0 0,0 1 0 0 0,0-1 0 0 0,1 1 0 0 0,-1 0 0 0 0,-4 8 0 0 0,-2 2 76 0 0,-14 29 0 0 0,8-3 8 0 0,8-19-31 0 0,8-19-67 0 0,-1-1 0 0 0,1 1 0 0 0,0 0-1 0 0,-1-1 1 0 0,0 1 0 0 0,1-1 0 0 0,-1 1 0 0 0,0-1-1 0 0,0 0 1 0 0,0 1 0 0 0,0-1 0 0 0,0 0 0 0 0,0 0-1 0 0,-2 2 1 0 0,2-1 2 0 0,-1-1 0 0 0,0 1 0 0 0,0 0 0 0 0,1-1 0 0 0,-1 1-1 0 0,1 0 1 0 0,-2 3 0 0 0,-11 10 148 0 0,12-13-129 0 0,0 0 0 0 0,0 0 0 0 0,0 0 0 0 0,0 1 0 0 0,0-1 0 0 0,-2 5 0 0 0,-8 14 74 0 0,10-18-87 0 0,-12 19 84 0 0,-16 34-1 0 0,25-44-57 0 0,2 1-31 0 0,-4 10-11 0 0,-2-3 0 0 0,-1 5 53 0 0,6-11-31 0 0,-1 8 31 0 0,5-17-26 0 0,1-1-1 0 0,2 8-15 0 0,1 0 0 0 0,-2-7 31 0 0,7 15 0 0 0,6 1-9 0 0,-4-9-33 0 0,9 12 29 0 0,1-5 6 0 0,10 7 18 0 0,-19-17-42 0 0,2-1-11 0 0,-8-4 6 0 0,1-1 0 0 0,-1 1 0 0 0,-1 0 0 0 0,1 1 0 0 0,0 0 0 0 0,6 8 0 0 0,19 16 16 0 0,-29-26-13 0 0,17 9 35 0 0,-15-9-31 0 0,19 5-15 0 0,4 2 24 0 0,-3-2 19 0 0,-15-6-40 0 0,-4 0-1 0 0,19 4 11 0 0,-8-4 31 0 0,1-2-31 0 0,34-2 0 0 0,-45 2 1 0 0,20-5 29 0 0,17-5-30 0 0,-38 10 2 0 0,-3 0-9 0 0,0 0-1 0 0,0-1 1 0 0,0 1-1 0 0,0-1 1 0 0,0 1 0 0 0,0-1-1 0 0,0 0 1 0 0,0 1 0 0 0,0-1-1 0 0,2-2 1 0 0,22-8 17 0 0,0-2 22 0 0,-22 11-43 0 0,12-6 16 0 0,-4 2 8 0 0,22-13 0 0 0,-30 16-22 0 0,14-12 40 0 0,-10 7-33 0 0,-1 1 10 0 0,-1 1 15 0 0,0-1-1 0 0,0 1 0 0 0,-1-1 0 0 0,0 0 0 0 0,0 0 0 0 0,6-12 0 0 0,-2 3-33 0 0,5-10 0 0 0,-10 15 0 0 0,0 0 0 0 0,-1 0 0 0 0,1-2 0 0 0,1 1 0 0 0,-3-2 0 0 0,0-11 0 0 0,-2-2 53 0 0,1 22-45 0 0,-2-29-5 0 0,-1 21 8 0 0,1 9 0 0 0,0-1 0 0 0,0 1 0 0 0,0 0 0 0 0,0 0 0 0 0,-1 0 1 0 0,0 0-1 0 0,-2-5 0 0 0,-9-14 17 0 0,6 10-28 0 0,0 2 0 0 0,-25-43 0 0 0,20 35 53 0 0,3 3-29 0 0,2 4 2 0 0,-17-23-1 0 0,19 27-14 0 0,-18-27 95 0 0,18 28-95 0 0,0 2-11 0 0,0 0 0 0 0,-32-30 139 0 0,35 34-97 0 0,-36 3-31 0 0,7 3-501 0 0,26-5 188 0 0,0 1 1 0 0,1-1-1 0 0,-1 1 0 0 0,0 1 0 0 0,1-1 1 0 0,-1 1-1 0 0,-5 2 0 0 0,0 1-1434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6T05:08:33.6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730 233 5063 0 0,'0'0'390'0'0,"-2"-1"-252"0"0,-10-6 757 0 0,-18-14 7178 0 0,21 13-8779 0 0,-16-14 1844 0 0,21 19-972 0 0,0-1-1 0 0,1 1 0 0 0,-1 0 0 0 0,-1 1 0 0 0,1-1 1 0 0,0 1-1 0 0,-5-3 0 0 0,-10-5 473 0 0,-47-37 1409 0 0,63 45-1906 0 0,-1-1 1 0 0,0 1-1 0 0,0 0 0 0 0,-6-2 1 0 0,-9-5 320 0 0,-29-13 665 0 0,47 21-902 0 0,-3 0-166 0 0,1 0 0 0 0,0-1 0 0 0,0 1 0 0 0,-1-1 0 0 0,1 0 0 0 0,0 0 0 0 0,-4-4 0 0 0,5 5 58 0 0,1 0-89 0 0,-1 0-1 0 0,0 0 0 0 0,1 0 0 0 0,-1 0 1 0 0,0 0-1 0 0,1 0 0 0 0,0-1 0 0 0,-1 1 1 0 0,-1-3-1 0 0,2 3 15 0 0,0 0 58 0 0,-1 0-17 0 0,-4-2-26 0 0,4 2-33 0 0,-1-1-1 0 0,0 1 1 0 0,0 0-1 0 0,1 0 1 0 0,-1 0-1 0 0,0 1 0 0 0,0-1 1 0 0,0 1-1 0 0,0-1 1 0 0,0 1-1 0 0,0 0 1 0 0,0 0-1 0 0,0 0 1 0 0,-6 2-1 0 0,-12 1-13 0 0,16 0 12 0 0,1 0-1 0 0,-3 1-14 0 0,1-1-1 0 0,0 1 1 0 0,-1 0-1 0 0,2 1 1 0 0,-1 0-1 0 0,0 0 1 0 0,1 0-1 0 0,0 0 0 0 0,-5 8 1 0 0,-6 9 27 0 0,-14 28 0 0 0,17-29-28 0 0,-43 92-6 0 0,37-71 0 0 0,16-36 1 0 0,-7 14 37 0 0,-13 22-1 0 0,15-29 2 0 0,0 0 1 0 0,1 0-1 0 0,1 1 0 0 0,-10 27 0 0 0,8-18 36 0 0,6-16-56 0 0,0-1 1 0 0,0 1-1 0 0,1-1 0 0 0,-2 11 1 0 0,2-5 0 0 0,-1 2-20 0 0,2 1 0 0 0,1 28 84 0 0,1-31-25 0 0,-1-2 8 0 0,3 1-16 0 0,2 1-28 0 0,3 2 25 0 0,-5-8-35 0 0,0 0 1 0 0,0 1-1 0 0,1-1 0 0 0,9 9 0 0 0,-4-5-3 0 0,8 9 43 0 0,10 7-42 0 0,-13-10 10 0 0,1-1 1 0 0,1 0-1 0 0,0-1 0 0 0,1-1 1 0 0,36 20-1 0 0,-43-28-21 0 0,23 11 76 0 0,-30-14-58 0 0,1-1 30 0 0,18 3-22 0 0,-7-1-26 0 0,-1-2 0 0 0,1-2 0 0 0,0-4 11 0 0,9-1 43 0 0,-22 4-52 0 0,4-2 48 0 0,17-10-28 0 0,-11 7 20 0 0,-7 3-38 0 0,0 0 0 0 0,0-1-1 0 0,0 1 1 0 0,0-2-1 0 0,4-5 1 0 0,-7 8 38 0 0,9-6-31 0 0,-11 7-10 0 0,23-23 9 0 0,-3 6 43 0 0,-11 10-53 0 0,-1-2 0 0 0,1 1 0 0 0,-1 1 0 0 0,2 1 0 0 0,-1 1 0 0 0,0-2 0 0 0,1 1 0 0 0,6-6 16 0 0,-5 1 29 0 0,-5 4-42 0 0,11-13 50 0 0,-10 11-40 0 0,-7 8-17 0 0,3-14 81 0 0,-3 13-56 0 0,1-17 11 0 0,-3 10-21 0 0,0-19 121 0 0,-5-27 109 0 0,5 44-241 0 0,-2 1 0 0 0,0 0 11 0 0,2 0 31 0 0,1 0-31 0 0,0 10-3 0 0,0-1-1 0 0,0 0 1 0 0,0 1 0 0 0,0-1-1 0 0,-1 1 1 0 0,1-1 0 0 0,-1 1-1 0 0,0 0 1 0 0,1-1-1 0 0,-3-3 1 0 0,0 1 25 0 0,0-2-11 0 0,2 4 20 0 0,-32-91 188 0 0,22 63-177 0 0,4 10-42 0 0,7 18 3 0 0,-9-22 25 0 0,5 16-39 0 0,-6-17 0 0 0,5 17 0 0 0,5 8-136 0 0,-1-1 1 0 0,0 1-1 0 0,0 0 1 0 0,0-1-1 0 0,0 1 0 0 0,0 0 1 0 0,0 0-1 0 0,0-1 0 0 0,0 1 1 0 0,-1 0-1 0 0,1 0 1 0 0,0 0-1 0 0,-1 0 0 0 0,1 1 1 0 0,0-1-1 0 0,-1 0 0 0 0,-2-1 1 0 0,1 2-1027 0 0,-7-4-6987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6T05:08:35.7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693 76 8207 0 0,'0'0'742'0'0,"-2"-1"-610"0"0,-11-7-55 0 0,12 7 246 0 0,-1 0 102 0 0,-11-7 306 0 0,0 0 1 0 0,0 2-1 0 0,0-1 0 0 0,-1 2 0 0 0,0 0 1 0 0,0 0-1 0 0,0 2 0 0 0,-28-5 0 0 0,35 8-507 0 0,-66-8 2216 0 0,63 7-2197 0 0,0 1-1 0 0,0-1 1 0 0,1 2 0 0 0,-18 1-1 0 0,15 0-6 0 0,0-2 0 0 0,-18 0 1 0 0,17 0 42 0 0,-1 0 1 0 0,-17 3-1 0 0,11-1-8 0 0,-22 8 250 0 0,37-9-510 0 0,0 0-1 0 0,-1 1 0 0 0,1-1 1 0 0,1 1-1 0 0,-1 0 0 0 0,0 0 1 0 0,0 1-1 0 0,1-1 1 0 0,-1 1-1 0 0,1 0 0 0 0,0 0 1 0 0,0 1-1 0 0,0-1 1 0 0,0 1-1 0 0,1 0 0 0 0,-1 0 1 0 0,1 0-1 0 0,-4 6 0 0 0,-12 16 20 0 0,9-12-7 0 0,-15 24-1 0 0,12-15 43 0 0,2 1 1 0 0,-10 27-1 0 0,15-34-49 0 0,3-10-9 0 0,1-1-1 0 0,0 1 1 0 0,0 0 0 0 0,1-1-1 0 0,-1 1 1 0 0,2 0 0 0 0,-1 0-1 0 0,1 10 1 0 0,1 12-19 0 0,-1-14-1 0 0,1 0 0 0 0,1-1 0 0 0,3 16 0 0 0,-1-5 13 0 0,-3-17 0 0 0,1 8 0 0 0,0-1 0 0 0,2 1 0 0 0,10 28 0 0 0,6 10 75 0 0,-18-50-59 0 0,0 0 1 0 0,1 0-1 0 0,0 0 1 0 0,-1 0-1 0 0,1-1 0 0 0,0 1 1 0 0,6 4-1 0 0,-6-4-2 0 0,1-1 45 0 0,5 3 6 0 0,-4-2-12 0 0,18 14-11 0 0,-9-9-12 0 0,-4-3-16 0 0,-7-4-9 0 0,0 0 1 0 0,1 0 0 0 0,-1 0-1 0 0,1 0 1 0 0,-1-1 0 0 0,1 1-1 0 0,-1-1 1 0 0,9 2 0 0 0,6 2 49 0 0,-15-2-43 0 0,1-1-11 0 0,22 5-3 0 0,-20-5 10 0 0,0 0 14 0 0,20-2 1 0 0,-5-2 0 0 0,0 0 0 0 0,0-2-1 0 0,-1-1 1 0 0,1 0-1 0 0,27-13 1 0 0,-16 7-12 0 0,85-34-11 0 0,-107 41 11 0 0,-1-1-1 0 0,0 0 1 0 0,11-9-1 0 0,11-6 12 0 0,-26 17-12 0 0,0-1 0 0 0,0 0 0 0 0,0-1 0 0 0,0 1 0 0 0,8-10-1 0 0,7-7-4 0 0,-16 16 10 0 0,1 0 0 0 0,-1 0 0 0 0,0-1 0 0 0,0 0 0 0 0,-1 0 0 0 0,4-7 0 0 0,3-6 8 0 0,-9 17-23 0 0,1 0 0 0 0,-1 0 0 0 0,0 0 0 0 0,0-1 0 0 0,0 1 0 0 0,0 0 0 0 0,0 0 0 0 0,0-1 0 0 0,-1 1 0 0 0,1-1 0 0 0,-1-2 0 0 0,2-4 0 0 0,0 5 9 0 0,0-16 35 0 0,2-58 84 0 0,-1-9-53 0 0,-3 72-75 0 0,0 11 0 0 0,-3-13 0 0 0,-3-18 0 0 0,-1 2 75 0 0,6 30-33 0 0,1 2-41 0 0,-1-1 6 0 0,1-1 1 0 0,-1 1-1 0 0,0 0 0 0 0,0 0 0 0 0,0 0 0 0 0,0 0 0 0 0,0 0 0 0 0,0 0 0 0 0,0 0 1 0 0,-2-2-1 0 0,-8-9 83 0 0,6 7-10 0 0,3 4-8 0 0,-5-1-7 0 0,-3-1 10 0 0,7 3-59 0 0,0 0 0 0 0,0 0-1 0 0,1-1 1 0 0,-1 1-1 0 0,0-1 1 0 0,1 0 0 0 0,-3-2-1 0 0,-24-18-375 0 0,27 19 183 0 0,0 1-1 0 0,-1 0 1 0 0,1 1 0 0 0,-1-1-1 0 0,0 0 1 0 0,0 1 0 0 0,-5-3-1 0 0,-3 0-1387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04T09:39:13.4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23 6447 0 0,'0'0'688'0'0,"0"-11"5944"0"0,0-1-5440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04T09:39:17.0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1191 63 5527 0 0,'0'0'1276'0'0,"-17"-7"1359"0"0,-17-11 0 0 0,32 17-1661 0 0,0 1-821 0 0,0-1-1 0 0,-1 1 1 0 0,1-1-1 0 0,0 1 0 0 0,0-1 1 0 0,0 0-1 0 0,-4-2 1 0 0,4 3-37 0 0,0-1 347 0 0,1 0-271 0 0,-6-2-7 0 0,6 2 134 0 0,-1 0-190 0 0,-33-12 1119 0 0,34 12-1009 0 0,0 1-230 0 0,1 0-1 0 0,0 0 1 0 0,-1 0 0 0 0,1 0 0 0 0,-1 0 0 0 0,1 0-1 0 0,-1 0 1 0 0,1 0 0 0 0,-1 0 0 0 0,1 0-1 0 0,-1 0 1 0 0,1 0 0 0 0,0 0 0 0 0,-1 0 0 0 0,1-1-1 0 0,-1 1 1 0 0,1 0 0 0 0,0 0 0 0 0,-1-1-1 0 0,1 1 1 0 0,0 0 0 0 0,-1-1 0 0 0,-11-4 220 0 0,4 4-193 0 0,-29 2 272 0 0,-19-1 164 0 0,32 0-135 0 0,-29 3 0 0 0,-11 0 19 0 0,13-1-168 0 0,-74 6 292 0 0,91-7-325 0 0,18-1 4 0 0,1 1 0 0 0,-27 4 0 0 0,12-4 98 0 0,3 0-58 0 0,-31 7-7 0 0,23 2-192 0 0,1-2 76 0 0,0 5 51 0 0,-14 0 89 0 0,4 3 41 0 0,31-13-212 0 0,9-2-22 0 0,-1 0 0 0 0,1 1 0 0 0,0-1 0 0 0,0 1 1 0 0,0-1-1 0 0,-6 5 0 0 0,-12 5 62 0 0,14-7-85 0 0,5-3 11 0 0,-1 1 0 0 0,1-1-1 0 0,0 1 1 0 0,0 0 0 0 0,0 0-1 0 0,-3 3 1 0 0,-16 11 42 0 0,-7 10-53 0 0,20-17 0 0 0,0 3 0 0 0,2-2 11 0 0,5-6 31 0 0,-8 13-32 0 0,7-8 12 0 0,-1 3 21 0 0,-2 7-17 0 0,3-4 7 0 0,2 6-28 0 0,1 4 6 0 0,0-22 6 0 0,0 7 15 0 0,0-1 0 0 0,1 0 0 0 0,1 0 0 0 0,2 11 0 0 0,-3-13-17 0 0,-1-2 7 0 0,1 0-1 0 0,0 0 1 0 0,0 0-1 0 0,1-1 1 0 0,2 7-1 0 0,19 45 74 0 0,-21-54-53 0 0,6 10-31 0 0,-2-6 10 0 0,2 1 11 0 0,9 5 12 0 0,1-2-2 0 0,58 41 158 0 0,-72-49-158 0 0,35 15 33 0 0,-14-7 2 0 0,0 0 1 0 0,-22-9-64 0 0,14 4 40 0 0,0-1-5 0 0,-2-1 4 0 0,0 0-31 0 0,6 3 11 0 0,0-3-13 0 0,7 1-8 0 0,51 11 128 0 0,-36-8-140 0 0,-2-3 0 0 0,42-4 75 0 0,-75 1-62 0 0,25 0 43 0 0,38-3 0 0 0,-26-1-56 0 0,-40 2 0 0 0,20-2 0 0 0,-11 2 11 0 0,-4 1-5 0 0,0 0 19 0 0,-5-2-9 0 0,27-3-10 0 0,-13 2 18 0 0,-15 1 3 0 0,40-7-14 0 0,-16 2 62 0 0,-15 4-33 0 0,1 0-31 0 0,0-1-11 0 0,-3 1 11 0 0,-4-1 35 0 0,-5 4-4 0 0,18-4-13 0 0,-8 2-29 0 0,0-4 0 0 0,1 2 0 0 0,0 2 0 0 0,-1 0 0 0 0,1-2 0 0 0,0 2 11 0 0,-1 0 31 0 0,-1-1-31 0 0,2 0-11 0 0,-2-1 0 0 0,14-6-2 0 0,-20 9 31 0 0,0-1 0 0 0,-1 0 1 0 0,1-1-1 0 0,0 1 0 0 0,-1-1 1 0 0,8-6-1 0 0,-9 7 13 0 0,-1 1-35 0 0,0-1 0 0 0,1 1-1 0 0,-1 0 1 0 0,0-1-1 0 0,-1 1 1 0 0,1-1 0 0 0,3-3-1 0 0,10-12 163 0 0,-7 7-156 0 0,-2 2-13 0 0,0-2 4 0 0,-5 7-12 0 0,3-10 87 0 0,-4 9-37 0 0,2-5-31 0 0,-1-3-11 0 0,-1-12 21 0 0,2-14 46 0 0,0 28-67 0 0,-1 2 0 0 0,1 1 0 0 0,-1-1 0 0 0,0-7 0 0 0,-2 5 0 0 0,2-4 0 0 0,0 11 0 0 0,-4-31 0 0 0,1 16 76 0 0,2 11-62 0 0,-7-26 8 0 0,6 26-22 0 0,-2-5 0 0 0,0-5 0 0 0,-1 8 0 0 0,-1 1 0 0 0,3 5 0 0 0,-11-11 0 0 0,5 6 0 0 0,-21-18 0 0 0,21 19 0 0 0,-1 1 0 0 0,0-2 0 0 0,-1-1-8 0 0,9 6-11 0 0,-22-11-18 0 0,14 8 37 0 0,-1 2 0 0 0,-1-2 0 0 0,2 0 0 0 0,1 1 0 0 0,-3-3 0 0 0,-5-3-1 0 0,13 11-7 0 0,1 0-8 0 0,0-1-108 0 0,0 1-15 0 0,-3-2-98 0 0,1 0-1 0 0,0 1 1 0 0,-1 0 0 0 0,1 0-1 0 0,-7 0 1 0 0,-2 0-1043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04T09:39:21.3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1341 171 2759 0 0,'0'0'12642'0'0,"-9"-11"-10522"0"0,0-1-1674 0 0,6 7-220 0 0,0 0 0 0 0,-1 0-1 0 0,0 1 1 0 0,-7-7-1 0 0,10 10 95 0 0,-10-6 72 0 0,6 6-231 0 0,2-3-141 0 0,-13-3 161 0 0,-21-9 51 0 0,35 15-110 0 0,0 0 9 0 0,-36-12 738 0 0,22 6-711 0 0,0 0 0 0 0,-1 2 0 0 0,0 0 0 0 0,0 1 0 0 0,-27-4 0 0 0,-18 0-1 0 0,42 4-75 0 0,-39-1-1 0 0,27 3-17 0 0,-10 0 61 0 0,-16 1 26 0 0,12-3 83 0 0,30 2-148 0 0,0 1 0 0 0,0 0 0 0 0,-16 2-1 0 0,-29 4 72 0 0,-57 2 25 0 0,88-3-128 0 0,24-3-51 0 0,0 0-1 0 0,0 0 1 0 0,-10-1-1 0 0,-1 0 20 0 0,-1 1 1 0 0,-17 3-1 0 0,11-1-25 0 0,-72 13 14 0 0,51-3 38 0 0,26-7-45 0 0,-3 0-4 0 0,19-5 0 0 0,-12 4 0 0 0,-1 5 0 0 0,0-2 20 0 0,15-8-1 0 0,-15 12 29 0 0,6-5 24 0 0,2 1-4 0 0,0 1-55 0 0,1 1-13 0 0,0 1 0 0 0,1 0 0 0 0,0 1 0 0 0,-3 5 11 0 0,8-14 13 0 0,-3 19 16 0 0,3-17-18 0 0,-2 19 9 0 0,3-9 61 0 0,0 0-1 0 0,5 25 1 0 0,1-3-68 0 0,-3-24 18 0 0,0-2-20 0 0,-1 0-1 0 0,3 3 7 0 0,7 13-24 0 0,-10-20 6 0 0,13 20 55 0 0,8 6 41 0 0,-20-30-94 0 0,18 20 40 0 0,-9-10 15 0 0,-6-7-43 0 0,0 0 0 0 0,1 0 0 0 0,-1 0 0 0 0,1-1 0 0 0,0 0 0 0 0,14 7 0 0 0,-12-7-14 0 0,0-1 0 0 0,-1 1 1 0 0,2-2-1 0 0,-1 1 0 0 0,15 3 0 0 0,4 1 4 0 0,-17-4 17 0 0,1-1 1 0 0,1 0-1 0 0,-1-1 0 0 0,16 2 1 0 0,48 8 64 0 0,-68-10-83 0 0,-4-1-6 0 0,0 0 0 0 0,0-1 1 0 0,0 1-1 0 0,0-1 0 0 0,0 0 1 0 0,7 0-1 0 0,25 2 106 0 0,-16 0-19 0 0,25 0 0 0 0,-33-2-83 0 0,31 2 53 0 0,-17-2 0 0 0,2-1-11 0 0,-2 2-46 0 0,2-2 65 0 0,-11 0-16 0 0,10-1-44 0 0,29-2 52 0 0,28-1 0 0 0,-75 6-64 0 0,-5-1 0 0 0,-1 0 0 0 0,1 1 0 0 0,-1-1 0 0 0,1-1 0 0 0,0 1 0 0 0,5-1 0 0 0,51-4 0 0 0,-53 4 0 0 0,1 1 0 0 0,-1-1 0 0 0,0 0 0 0 0,8-2 0 0 0,-1 0 0 0 0,27-4 0 0 0,-25 5 0 0 0,-14 0 0 0 0,2-2 0 0 0,25-3 0 0 0,-17 4 0 0 0,0-1 0 0 0,1-1 0 0 0,0 2 0 0 0,-1-2 0 0 0,30-21 53 0 0,-32 19-42 0 0,0-1-11 0 0,4-4 0 0 0,-13 11 0 0 0,11-11 0 0 0,-9 10 0 0 0,11-14 64 0 0,-7 6-64 0 0,3-4-3 0 0,-8 12 8 0 0,5-13 46 0 0,-4 10-39 0 0,-1 0 0 0 0,0 0 0 0 0,0 0 0 0 0,2-12-1 0 0,0 3 5 0 0,-3 8-6 0 0,1 0 0 0 0,-1 0 0 0 0,0-1 1 0 0,-1 1-1 0 0,0-9 0 0 0,0 9-7 0 0,1 2 9 0 0,-1 0-2 0 0,0 0-1 0 0,1 0 1 0 0,-1 1 0 0 0,-1-1-1 0 0,1 0 1 0 0,0 0 0 0 0,-1 0-1 0 0,0 1 1 0 0,0-1 0 0 0,0 0-1 0 0,-2-4 1 0 0,-1-4 14 0 0,0 0 15 0 0,0 0 1 0 0,-1 1-1 0 0,-9-19 0 0 0,9 24-28 0 0,-2-2-11 0 0,2 0 0 0 0,0 0 0 0 0,0 0 0 0 0,0 0 0 0 0,2-1 0 0 0,0 1-12 0 0,3 6-61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04T09:39:40.4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846 789 3679 0 0,'0'0'1563'0'0,"2"0"-246"0"0,7-4 1850 0 0,-7 2-2924 0 0,0 0-164 0 0,0 1 0 0 0,0-1 0 0 0,0 1 0 0 0,0 0 0 0 0,0-1 0 0 0,1 1 0 0 0,-1 0 1 0 0,0 1-1 0 0,1-1 0 0 0,-1 0 0 0 0,1 1 0 0 0,3-1 0 0 0,-1 0-61 0 0,33-5 488 0 0,-35 6-340 0 0,-1 0 6 0 0,76 9 1728 0 0,-78-9-1879 0 0,1 0 1 0 0,0 0-1 0 0,0 0 0 0 0,-1 0 0 0 0,1 0 0 0 0,0 0 0 0 0,0 0 0 0 0,-1 0 0 0 0,1 0 1 0 0,0-1-1 0 0,-1 1 0 0 0,1 0 0 0 0,0-1 0 0 0,-1 1 0 0 0,1 0 0 0 0,0-1 0 0 0,4-1 52 0 0,39-2 615 0 0,-2 0-246 0 0,-33 4-299 0 0,0-1 0 0 0,16-2 0 0 0,44-12 530 0 0,-20 13-103 0 0,-24 2-226 0 0,-22 0-291 0 0,0 0 1 0 0,0 0-1 0 0,0 0 1 0 0,0 0-1 0 0,0-1 1 0 0,5-1-1 0 0,26-5 542 0 0,-24 6-504 0 0,19-7 274 0 0,8-4-124 0 0,0-1 27 0 0,-1-2-137 0 0,31-21 410 0 0,-60 32-483 0 0,-1 0 0 0 0,0-1 0 0 0,0 1-1 0 0,0-1 1 0 0,0 0 0 0 0,6-9 0 0 0,-9 12-47 0 0,4-5-9 0 0,17-19 287 0 0,15-27 154 0 0,-37 50-390 0 0,2-6-28 0 0,6-8 33 0 0,-1 1-2 0 0,-8 12-52 0 0,16-22 154 0 0,-14 24-156 0 0,0-1-8 0 0,2-13 70 0 0,0-2 24 0 0,-4 17-77 0 0,-1 1-1 0 0,0-1 1 0 0,0 0 0 0 0,0 1-1 0 0,0-1 1 0 0,0 0 0 0 0,0 1-1 0 0,0-1 1 0 0,0 0 0 0 0,0 1-1 0 0,0-1 1 0 0,0 0 0 0 0,0 0-1 0 0,0 1 1 0 0,0-1 0 0 0,-1 0-1 0 0,0-1 25 0 0,1-1 72 0 0,0-10 214 0 0,-1 11-193 0 0,0-3-70 0 0,-1 0 0 0 0,0 0-1 0 0,0 0 1 0 0,-1 0 0 0 0,0 1 0 0 0,1-1 0 0 0,-2 1-1 0 0,-6-8 1 0 0,-32-30 177 0 0,35 36-182 0 0,-27-21 11 0 0,30 23-64 0 0,-15-11 0 0 0,15 12 35 0 0,3 1-25 0 0,-1 1 0 0 0,1-1 0 0 0,-1 1 0 0 0,0 0 1 0 0,1-1-1 0 0,-1 1 0 0 0,0 0 0 0 0,0 0 0 0 0,0 0 1 0 0,-2-1-1 0 0,-21-11 3 0 0,21 12-13 0 0,0 0 0 0 0,-12-9 0 0 0,-38-32 145 0 0,13 15 262 0 0,30 19-334 0 0,-1 1 0 0 0,-15-7 0 0 0,21 11-65 0 0,2 1 1 0 0,0 0 1 0 0,1 0-1 0 0,-1 1 1 0 0,-1-1-1 0 0,-6 0 1 0 0,-5-4-14 0 0,6 2 4 0 0,1 0 0 0 0,0 1 0 0 0,-1 0 0 0 0,0 1 0 0 0,1 0 0 0 0,-1 1 0 0 0,0 0 0 0 0,-19 0 0 0 0,3 0 0 0 0,8 0 0 0 0,10 1 13 0 0,0 0 1 0 0,1-1-1 0 0,-9-2 0 0 0,5 1-6 0 0,0 1-1 0 0,0 0 0 0 0,-18 2 0 0 0,-6-1 57 0 0,19-1-13 0 0,11 1-34 0 0,0 0 0 0 0,0 0-1 0 0,0-1 1 0 0,1 1 0 0 0,-1-1 0 0 0,-7-3-1 0 0,4 2 13 0 0,0 0 0 0 0,0 1-1 0 0,0-1 1 0 0,-11 1-1 0 0,-12-3 42 0 0,22 3-45 0 0,-1 0 0 0 0,-18 0 0 0 0,-19 0-20 0 0,22 0-4 0 0,22 1-1 0 0,-14 0 60 0 0,-33-5 0 0 0,32 4-50 0 0,-1 2 53 0 0,-18-2 14 0 0,12 0 1 0 0,22 1-62 0 0,-3 0 5 0 0,0 0 0 0 0,1 0-1 0 0,-1 1 1 0 0,-7 1 0 0 0,3-1 8 0 0,-2 0-14 0 0,7 0-8 0 0,-1 0 1 0 0,0-1-1 0 0,1 2 1 0 0,-1-1 0 0 0,-8 4-1 0 0,3-2-6 0 0,-14 0 0 0 0,7 1 0 0 0,-28 11 0 0 0,30-10 0 0 0,0 0 0 0 0,-19 4 0 0 0,15-2-2 0 0,18-6 3 0 0,0 0 0 0 0,1 0 0 0 0,-1 0 0 0 0,0-1 0 0 0,1 1 0 0 0,-1 0 0 0 0,0-1 0 0 0,0 0 0 0 0,0 1 1 0 0,1-1-1 0 0,-4 0 0 0 0,4 0 3 0 0,0 0 1 0 0,0-1 0 0 0,0 1-1 0 0,0 0 1 0 0,0 0 0 0 0,0 0-1 0 0,0 0 1 0 0,0 0 0 0 0,0 0-1 0 0,0 0 1 0 0,0 0 0 0 0,0 0-1 0 0,0 1 1 0 0,0-1 0 0 0,0 0-1 0 0,0 1 1 0 0,1-1 0 0 0,-1 0-1 0 0,-1 2 1 0 0,-2 0 8 0 0,-7 2 18 0 0,0 0-1 0 0,-1 1 1 0 0,-9 7-1 0 0,4-3 99 0 0,7-2-91 0 0,7-5-33 0 0,0 1 0 0 0,0-1 1 0 0,0 0-1 0 0,0-1 0 0 0,0 1 1 0 0,-1-1-1 0 0,-4 2 0 0 0,4-2-5 0 0,-14 10 0 0 0,8-5 0 0 0,0 1 11 0 0,0 1 42 0 0,-1 3-8 0 0,3-6-28 0 0,-7 5-15 0 0,-1-1 25 0 0,15-8-3 0 0,-9 11-11 0 0,-1-1-16 0 0,-4 14 70 0 0,9-15-67 0 0,1 0 0 0 0,-3 7 0 0 0,7-13 0 0 0,-4 13 0 0 0,2-4 0 0 0,0 1 0 0 0,1 1 11 0 0,-2-3 43 0 0,3-7-42 0 0,-1-1 43 0 0,3 0 3 0 0,-8 30-32 0 0,4-19-26 0 0,1-1 0 0 0,2 0 0 0 0,-1 9 0 0 0,2-18 0 0 0,4 13 0 0 0,-4-13 29 0 0,7 20 59 0 0,-5-17-66 0 0,4 8 42 0 0,-6-13-10 0 0,0 0 5 0 0,5 9-43 0 0,-4-6 5 0 0,1 0 0 0 0,0 0 0 0 0,0 0 0 0 0,1-1 0 0 0,7 10-1 0 0,-6-8 51 0 0,0-3-68 0 0,8 7 58 0 0,12 8 56 0 0,-15-11-94 0 0,13 5 76 0 0,-18-11-85 0 0,7 4-3 0 0,1-2 0 0 0,8 4 41 0 0,3 0 13 0 0,-1-4 0 0 0,0 0-13 0 0,23 2 12 0 0,-30-4-54 0 0,-12-2-8 0 0,17-1-3 0 0,-15 1 1 0 0,21 2 11 0 0,-4-1 39 0 0,-13-1-49 0 0,0 1-1 0 0,-1 0 1 0 0,1 1 0 0 0,12 3-1 0 0,-20-5 2 0 0,15 4-7 0 0,-17-5 2 0 0,4 0 9 0 0,40 4 58 0 0,-30-1-64 0 0,5-1 0 0 0,-17-1 0 0 0,17 5 0 0 0,-7-4 0 0 0,0 0 0 0 0,6 0 26 0 0,-15 1 0 0 0,29 3-14 0 0,17-3 52 0 0,-36-2-64 0 0,0-1 0 0 0,-2-1 12 0 0,-11 1-10 0 0,0 1 0 0 0,1 0 0 0 0,-1 0-1 0 0,0 0 1 0 0,0 0 0 0 0,0 0 0 0 0,1-1 0 0 0,-1 1 0 0 0,0 0-1 0 0,0 0 1 0 0,1 0 0 0 0,-1 0 0 0 0,0 0 0 0 0,0 0-1 0 0,1 0 1 0 0,-1 0 0 0 0,0 0 0 0 0,0 0 0 0 0,1 0 0 0 0,-1 0-1 0 0,0 0 1 0 0,0 0 0 0 0,1 0 0 0 0,-1 0 0 0 0,0 0 0 0 0,0 0-1 0 0,0 1 1 0 0,1-1 0 0 0,-1 0 0 0 0,0 0 0 0 0,0 0 0 0 0,1 1-1 0 0,2 0 1 0 0,14-5 68 0 0,-6 1-59 0 0,0 2 42 0 0,-3-2-138 0 0,-6 2-617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04T09:39:44.4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1123 871 5471 0 0,'0'0'963'0'0,"2"0"-547"0"0,21 5 1439 0 0,-18-4-1391 0 0,0 1 0 0 0,0-1-1 0 0,1 0 1 0 0,-1-1 0 0 0,0 1 0 0 0,1-1 0 0 0,-1 0 0 0 0,0 0 0 0 0,1-1-1 0 0,6-1 1 0 0,-9 2-322 0 0,0 0 0 0 0,0-1 1 0 0,0 1-1 0 0,0 1 0 0 0,0-1 0 0 0,0 0 0 0 0,0 1 0 0 0,0-1 0 0 0,3 2 0 0 0,5 0 207 0 0,16 0 336 0 0,-20-2-497 0 0,0 0 0 0 0,0 1 1 0 0,11 2-1 0 0,-17-3-162 0 0,0 1-1 0 0,1-1 0 0 0,-1 0 1 0 0,1 0-1 0 0,-1 0 0 0 0,0 0 1 0 0,1 0-1 0 0,-1 0 0 0 0,1 0 0 0 0,-1-1 1 0 0,0 1-1 0 0,1-1 0 0 0,-1 1 1 0 0,0-1-1 0 0,2 0 0 0 0,-1 0 8 0 0,0 1 0 0 0,-1-1 0 0 0,1 0-1 0 0,0 1 1 0 0,-1-1 0 0 0,1 1 0 0 0,0 0-1 0 0,0 0 1 0 0,-1 0 0 0 0,4 0 0 0 0,77 11 1081 0 0,-52-10-712 0 0,-25-1-298 0 0,0 0-1 0 0,0 0 1 0 0,0 1 0 0 0,0-1-1 0 0,9 4 1 0 0,14 1 234 0 0,-22-4-215 0 0,0 1 0 0 0,1-1 0 0 0,9 1 0 0 0,5 2 71 0 0,-19-4-172 0 0,0 0 0 0 0,0 1 0 0 0,-1-1-1 0 0,1 0 1 0 0,0 0 0 0 0,0 0 0 0 0,0-1-1 0 0,0 1 1 0 0,0 0 0 0 0,1-1 0 0 0,-1 0 6 0 0,0 1 1 0 0,0-1-1 0 0,0 1 1 0 0,0 0-1 0 0,0 0 0 0 0,1 0 1 0 0,-1 0-1 0 0,0 0 1 0 0,3 0-1 0 0,55 8 302 0 0,-10-2-211 0 0,-34-4-81 0 0,28 0 0 0 0,-31-3 0 0 0,0 2 0 0 0,0-1 0 0 0,18 5 0 0 0,-24-4-15 0 0,0 0 0 0 0,0-1-1 0 0,-1 0 1 0 0,9 0-1 0 0,12-1 43 0 0,-22 2-48 0 0,0-1-1 0 0,0-1 1 0 0,0 1 0 0 0,8-2 0 0 0,33-3 140 0 0,-27 4-117 0 0,31-3 88 0 0,-30 1-65 0 0,1 4-66 0 0,7-3 56 0 0,-2 2-31 0 0,13-5 43 0 0,28-2 6 0 0,-17 0-4 0 0,-36 5-32 0 0,1-1-1 0 0,17 1 0 0 0,-23 1-19 0 0,1 0 0 0 0,0 0 0 0 0,12-4 0 0 0,-11 2 10 0 0,0 1 0 0 0,12-1 0 0 0,15-3 17 0 0,-24 3-11 0 0,1 1 1 0 0,17-1-1 0 0,-27 2-21 0 0,-1 1-7 0 0,15-5 56 0 0,16-8-47 0 0,-9 5 52 0 0,-4 2-47 0 0,-18 4 9 0 0,25-17-5 0 0,-25 18-11 0 0,11-8 33 0 0,-5 2 20 0 0,-1-1-1 0 0,1 0 1 0 0,-1 0-1 0 0,-1-1 1 0 0,1 0-1 0 0,12-19 1 0 0,-17 23-12 0 0,-1 4-48 0 0,7-13 120 0 0,3-7-51 0 0,-8 15-38 0 0,2-8-1 0 0,3-23 184 0 0,-8 32-170 0 0,-2 2-31 0 0,-1-20 38 0 0,0 13 42 0 0,-1-1-1 0 0,0 0 0 0 0,-5-18 0 0 0,5 23-65 0 0,1 4 45 0 0,0-1-17 0 0,0 0-46 0 0,-10-17-13 0 0,5 11 6 0 0,0 1 1 0 0,-1-1-1 0 0,1 1 0 0 0,-2 0 1 0 0,1 0-1 0 0,-1 1 0 0 0,0 0 1 0 0,-1 0-1 0 0,0 1 0 0 0,0 0 1 0 0,-14-7-1 0 0,-80-30-5 0 0,82 34 0 0 0,-1 0 0 0 0,-1 2 0 0 0,0 0 0 0 0,-36-5 0 0 0,-28-7 0 0 0,64 12 0 0 0,-7-2 0 0 0,-39-16 0 0 0,-33-15 125 0 0,-18-20 14 0 0,86 46-104 0 0,4 3-6 0 0,10 3-19 0 0,-1 0-1 0 0,0 2 1 0 0,0 0-1 0 0,-42-6 1 0 0,-6 0 17 0 0,-33-6 28 0 0,21 4-46 0 0,-40-4 192 0 0,51 8-145 0 0,-35-1 63 0 0,-172 4 0 0 0,208 7-105 0 0,-15 4-14 0 0,43-1 0 0 0,-135 13 0 0 0,47 2 0 0 0,71-8 0 0 0,-15 8 0 0 0,13-3 0 0 0,43-10 0 0 0,-1 0 0 0 0,1 2 0 0 0,1 0 0 0 0,-30 17 0 0 0,9-5 0 0 0,26-12 28 0 0,-1 1 0 0 0,1-1 1 0 0,0 2-1 0 0,1-1 0 0 0,-1 2 0 0 0,-15 18 0 0 0,12-10-6 0 0,5-8-1 0 0,1 1 0 0 0,-10 19 1 0 0,2-7 31 0 0,-6 21-53 0 0,20-41 0 0 0,-11 27 60 0 0,12-28-56 0 0,-8 20 7 0 0,8-21-8 0 0,0 0 0 0 0,0 0 0 0 0,1 1 1 0 0,-1-1-1 0 0,1 0 0 0 0,-1 1 0 0 0,1-1 1 0 0,0 1-1 0 0,-1-1 0 0 0,1 1 0 0 0,0-1 1 0 0,0 1-1 0 0,0 1 0 0 0,0 1 5 0 0,-1 10 3 0 0,1 0 31 0 0,-2 8-33 0 0,3-20-12 0 0,6 23 125 0 0,-7-20-113 0 0,10 18 68 0 0,-4-13-23 0 0,-4-5 5 0 0,6 8-35 0 0,1 1 35 0 0,1-1-5 0 0,-1 0-43 0 0,1 0-11 0 0,0-2 0 0 0,5 6 0 0 0,-12-15 0 0 0,16 11 0 0 0,33 19 128 0 0,-35-20-128 0 0,-9-8 0 0 0,5 2 0 0 0,-9-3 0 0 0,20 6 0 0 0,20 6 53 0 0,-39-12-45 0 0,21 3-5 0 0,25 5 13 0 0,57 9 32 0 0,-74-13-29 0 0,-26-5-10 0 0,2 0 0 0 0,-1 0 0 0 0,0-1 0 0 0,15 0 0 0 0,-10-1 28 0 0,25 3-1 0 0,6 0 19 0 0,-37-3-55 0 0,8 2 0 0 0,5 5 0 0 0,7-4 0 0 0,-23-1 0 0 0,19-1 0 0 0,4 1 11 0 0,0-2 42 0 0,-24-1-53 0 0,18 5 0 0 0,19 4 0 0 0,-13-3 0 0 0,26-2 64 0 0,-24-2-11 0 0,-27-2-45 0 0,21 5 6 0 0,-10-2 28 0 0,-1-4-31 0 0,-2 0 0 0 0,-7 3 31 0 0,9 1-31 0 0,1-2-11 0 0,4 1 8 0 0,-16 1 12 0 0,2 0 4 0 0,27 1-12 0 0,-7 2 63 0 0,-20-5-33 0 0,5-1-20 0 0,-5 1 20 0 0,5-1-20 0 0,-5 0 20 0 0,2-1-47 0 0,-4 1-71 0 0,-41 8-4597 0 0,9-3-4018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04T09:39:49.7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602 605 3223 0 0,'0'0'11384'0'0,"18"0"-10248"0"0,38 17 1188 0 0,-19-7-1568 0 0,-26-7-444 0 0,0-1 0 0 0,15 2 1 0 0,5 0 138 0 0,-29-3-328 0 0,13-1 164 0 0,0 1-1 0 0,17 4 1 0 0,-18-2-169 0 0,0-1 0 0 0,17 0 0 0 0,156-15 975 0 0,-24 0-575 0 0,-146 12-445 0 0,-8 1-31 0 0,-1 0-1 0 0,0-1 0 0 0,1 0 1 0 0,-1-1-1 0 0,0 0 0 0 0,8-3 1 0 0,11-3 27 0 0,-1 1-27 0 0,52-15 315 0 0,-75 21-288 0 0,-2 1-53 0 0,1 0-1 0 0,0-1 1 0 0,-1 0 0 0 0,1 1-1 0 0,0-1 1 0 0,-1 0 0 0 0,1 0-1 0 0,-1 0 1 0 0,1 0 0 0 0,-1 0-1 0 0,2-2 1 0 0,16-14 208 0 0,-17 16-149 0 0,-1-1-6 0 0,9-7 34 0 0,-7 6-82 0 0,3-12 159 0 0,5-7 1 0 0,-10 20-95 0 0,1 0-28 0 0,10-19 33 0 0,-10 17-24 0 0,2-6-54 0 0,1-4-13 0 0,-1 2 11 0 0,-3 7 31 0 0,2-7-20 0 0,-1 0 31 0 0,-2 7-16 0 0,0-2-11 0 0,-3-10 39 0 0,-5-9 75 0 0,-4-3 3 0 0,7 17-101 0 0,-1 0-31 0 0,-1 1 0 0 0,0-1 31 0 0,0 3-20 0 0,3 3 11 0 0,0-1-25 0 0,-1 1-1 0 0,-1 0 1 0 0,-8-8 0 0 0,12 10 16 0 0,-24-14 5 0 0,25 17-29 0 0,-2-2 33 0 0,-17-11 67 0 0,-11-8-62 0 0,22 15-13 0 0,0 1 0 0 0,0-1 0 0 0,-1 2 0 0 0,0-1 0 0 0,0 2 1 0 0,-16-7-1 0 0,-13-2 27 0 0,28 9-30 0 0,0 0 0 0 0,-22-5-1 0 0,-11 2-21 0 0,-57-18 0 0 0,39 10 11 0 0,16 1 95 0 0,40 11-88 0 0,2 1-10 0 0,0 1 0 0 0,1-1 0 0 0,-1 1 0 0 0,0 0 1 0 0,0 1-1 0 0,-7-2 0 0 0,11 2-8 0 0,-10-1 25 0 0,-1 0 0 0 0,-14 1 0 0 0,19 0-17 0 0,0-1 1 0 0,0 0-1 0 0,-9-2 1 0 0,9 1-4 0 0,0 0 0 0 0,0 1-1 0 0,-11 0 1 0 0,-89-4-5 0 0,20 6 0 0 0,65 0 0 0 0,-22 4 0 0 0,23-2 0 0 0,-22 0 0 0 0,29-2 11 0 0,1 0 0 0 0,-1 1 0 0 0,-15 4 0 0 0,-9 2 9 0 0,-9 2-20 0 0,32-6 0 0 0,0-1 0 0 0,-16 2 0 0 0,26-6 0 0 0,-16 6 0 0 0,-16 6 0 0 0,32-11 0 0 0,-16 9 0 0 0,15-7 0 0 0,-24 11 0 0 0,28-13 0 0 0,-4 3 0 0 0,0-1 0 0 0,1 1 0 0 0,-1 1 0 0 0,0-1 0 0 0,1 1 0 0 0,0-1 0 0 0,0 1 0 0 0,-5 7 0 0 0,-20 21 0 0 0,15-15 0 0 0,-13 14 0 0 0,20-23 0 0 0,0 0 0 0 0,-1-1 0 0 0,-4 3 0 0 0,10-7 0 0 0,-6 14 0 0 0,-4 3 64 0 0,7-11-64 0 0,1 2 0 0 0,1 0 0 0 0,1 1 0 0 0,-1 7 0 0 0,3-18 0 0 0,-2 30 0 0 0,2-21 17 0 0,-1-1 1 0 0,2 1-1 0 0,0 11 0 0 0,0-20-11 0 0,-1 4 36 0 0,1 5-20 0 0,0-5 20 0 0,3 9-31 0 0,2 1 1 0 0,-4-9 36 0 0,5 7-25 0 0,3-1 30 0 0,0-4 11 0 0,-6-5-11 0 0,6 4-31 0 0,-6-4 20 0 0,13 8-33 0 0,-13-9 4 0 0,12 5 52 0 0,-11-5-17 0 0,5 2-25 0 0,-5-3 19 0 0,15 4-34 0 0,3-1 70 0 0,-8-3-36 0 0,-2 0-20 0 0,0 2 20 0 0,0-1-31 0 0,45 7 53 0 0,-29-5-64 0 0,-14-4 0 0 0,0 1 0 0 0,55 1 95 0 0,-19-3-9 0 0,-21 1-75 0 0,12 0 42 0 0,-15 0-42 0 0,2 0 53 0 0,-15-1-64 0 0,0 0 0 0 0,-1 1 0 0 0,2 1 0 0 0,-2 0 0 0 0,0 2 0 0 0,0 0 0 0 0,0 0 0 0 0,-2 0 11 0 0,-6-2 31 0 0,5 0-31 0 0,3 1-11 0 0,-1-1 0 0 0,-2 0-59 0 0,3 0-669 0 0,-11-1-864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04T09:39:52.7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541 650 3223 0 0,'0'0'5722'0'0,"2"0"-4916"0"0,92 2 6362 0 0,-65 1-6449 0 0,31 2 409 0 0,58 3 337 0 0,-81-8-906 0 0,47-5-1 0 0,-26 0-216 0 0,-42 3-308 0 0,-8 1 23 0 0,0 0 0 0 0,16 1 0 0 0,89-5 599 0 0,-88 5-506 0 0,6-2-35 0 0,-19 0-39 0 0,30-2 175 0 0,-37 3-219 0 0,18-3 101 0 0,68-26 289 0 0,-80 26-368 0 0,-7 2-38 0 0,33-20 177 0 0,-24 13-127 0 0,-10 7-18 0 0,2-2-20 0 0,0 0 68 0 0,0 0 0 0 0,0-1 0 0 0,-1 0 0 0 0,1 0 0 0 0,-1 0 0 0 0,-1 0 0 0 0,1 0 0 0 0,3-7 0 0 0,-6 10-32 0 0,0 0 0 0 0,1 0-48 0 0,-1-1 0 0 0,1 1 0 0 0,-1-1-1 0 0,0 1 1 0 0,0-1 0 0 0,0 0 0 0 0,1-4 0 0 0,7-20 57 0 0,-7 25-69 0 0,-1-1 1 0 0,0 0-1 0 0,1 1 0 0 0,-1-1 0 0 0,-1 0 0 0 0,1 0 1 0 0,0 1-1 0 0,-1-1 0 0 0,1-6 0 0 0,0-11 30 0 0,-1 16 14 0 0,-1-4-23 0 0,1 5 39 0 0,-1 1-8 0 0,-5-25 8 0 0,5 22-55 0 0,-4-6 26 0 0,0 2 8 0 0,3 5-27 0 0,-9-15 81 0 0,-12-7-86 0 0,17 18-11 0 0,-13-12 0 0 0,11 12 0 0 0,2 3 0 0 0,0-1 0 0 0,-1 1 0 0 0,-7-4 0 0 0,1-1-2 0 0,8 6 5 0 0,1 0-1 0 0,-1 0 1 0 0,0 1-1 0 0,-10-5 1 0 0,10 5 4 0 0,1 0 1 0 0,0 0-1 0 0,-1 0 1 0 0,-4-6 0 0 0,-12-7 7 0 0,-4 1 38 0 0,-16-5-42 0 0,26 14 10 0 0,0 1 1 0 0,-25-7-1 0 0,-15-3-21 0 0,42 10 9 0 0,-1 1 0 0 0,0 0 0 0 0,0 1 0 0 0,0 1-1 0 0,-16-1 1 0 0,6 2 2 0 0,0-2 0 0 0,0 0-1 0 0,-29-9 1 0 0,-31-5 21 0 0,64 15-25 0 0,4 0 12 0 0,0 0 0 0 0,-27-8 0 0 0,21 6-19 0 0,-14 1 64 0 0,-2 1-64 0 0,-9 4 0 0 0,35-3 0 0 0,7 1 0 0 0,1 0 0 0 0,-1 0 0 0 0,0 0 0 0 0,1 1 0 0 0,-1 0 0 0 0,-6 1 0 0 0,-50 8 0 0 0,44-6 0 0 0,-1-1-1 0 0,0 0 1 0 0,-20-1-1 0 0,-16 3 14 0 0,35-4 14 0 0,-10 3-1 0 0,6 1-26 0 0,15-2 16 0 0,5-2-8 0 0,-1 0 0 0 0,1 0 0 0 0,-1 0 0 0 0,0 0 0 0 0,-6 0 0 0 0,2 0-8 0 0,-3 2 0 0 0,-3 7 0 0 0,-25 11 0 0 0,8-1 0 0 0,21-14 0 0 0,0 0 0 0 0,5-2 12 0 0,0-1-1 0 0,1 1 1 0 0,-1 0-1 0 0,1 0 1 0 0,-6 7-1 0 0,10-11-5 0 0,-7 8 36 0 0,-15 17-31 0 0,8-7-11 0 0,8-8 0 0 0,-2 2-1 0 0,-9 24 13 0 0,12-26 30 0 0,2-1-20 0 0,-1 0 73 0 0,2-3-82 0 0,-2 25 124 0 0,2-27-134 0 0,1 0-11 0 0,3 15 157 0 0,-2-5-86 0 0,5 8 153 0 0,-2-11-162 0 0,0 1-43 0 0,1-2 0 0 0,-2-5 31 0 0,2 5-20 0 0,-2-5 20 0 0,16 26 44 0 0,-15-27-44 0 0,3 4-20 0 0,-3-4 20 0 0,5 7-31 0 0,1-1-11 0 0,0 0 12 0 0,-7-9 48 0 0,1 1 0 0 0,8 4-48 0 0,1 0-1 0 0,-7-4 31 0 0,5 1-20 0 0,-6 0 20 0 0,6 2-20 0 0,-5-3 20 0 0,8 3-20 0 0,1-1 20 0 0,44 14 33 0 0,-53-18-56 0 0,19 5 26 0 0,-2 2-20 0 0,-22-7-12 0 0,24 2 13 0 0,19 3 38 0 0,-27-4-64 0 0,0-1 11 0 0,-1 1 31 0 0,-1 0-20 0 0,0-1 20 0 0,-1 0-20 0 0,-8 0 20 0 0,7 3-31 0 0,3-1-11 0 0,-1 1 0 0 0,0 0 0 0 0,-1-1 0 0 0,0 1 0 0 0,0 0 0 0 0,2 0 0 0 0,-4-1 11 0 0,-7-2 31 0 0,7 2-20 0 0,2-2 31 0 0,0 0 0 0 0,0 0-42 0 0,1 0-11 0 0,-1 1 0 0 0,-2 1 11 0 0,-9-2 9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04T09:40:00.6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366 683 2303 0 0,'0'0'8258'0'0,"3"0"-7954"0"0,33 8 1830 0 0,-34-8-1646 0 0,1 0-256 0 0,2-1-125 0 0,1-1 312 0 0,0 1 1 0 0,1 1-1 0 0,8-1 0 0 0,29 6 757 0 0,-43-5-968 0 0,2 0-2 0 0,19 1 226 0 0,-17-2-310 0 0,0 1 0 0 0,0 1-1 0 0,0-1 1 0 0,1 1 0 0 0,6 1-1 0 0,-11-1 13 0 0,2-2-13 0 0,44-3 430 0 0,-34 3-292 0 0,0 1 1 0 0,19-5-1 0 0,-31 5-240 0 0,0-1 1 0 0,0 1-1 0 0,0 0 0 0 0,0 0 0 0 0,0 0 0 0 0,1 0 1 0 0,-1 0-1 0 0,0 0 0 0 0,0 0 0 0 0,0 1 0 0 0,0-1 1 0 0,2 1-1 0 0,-2-1-1 0 0,0 1 0 0 0,0-1 1 0 0,0 0-1 0 0,1 0 0 0 0,-1 1 1 0 0,0-1-1 0 0,0 0 0 0 0,0 0 1 0 0,1 0-1 0 0,-1 0 0 0 0,0-1 1 0 0,2 1-1 0 0,58-6 566 0 0,-59 5-569 0 0,1 1 0 0 0,-1-1 0 0 0,1 1 1 0 0,0 0-1 0 0,-1 0 0 0 0,1 0 0 0 0,-1 0 0 0 0,1 0 0 0 0,0 1 0 0 0,2 0 0 0 0,-1 0 1 0 0,-1 0 1 0 0,1 0-1 0 0,-1 0 0 0 0,1-1 1 0 0,0 0-1 0 0,5 1 0 0 0,107 4 262 0 0,-95-4-158 0 0,0-1 0 0 0,20-2 1 0 0,-26 1-32 0 0,-3 0 10 0 0,-1-1 0 0 0,15-3 0 0 0,-5 0 74 0 0,25-2 1 0 0,-30 5-101 0 0,-1-1 0 0 0,1 0 0 0 0,-1-1-1 0 0,22-9 1 0 0,-11 6 143 0 0,-23 6-205 0 0,0 1 0 0 0,1-1 0 0 0,-1 0 0 0 0,0 0 0 0 0,0 0 0 0 0,5-3 0 0 0,2-4 40 0 0,-8 6-36 0 0,0 0 0 0 0,1 1 0 0 0,-1-1 0 0 0,1 0 0 0 0,0 1 0 0 0,0-1 0 0 0,-1 1 0 0 0,1 0 0 0 0,0 0 0 0 0,5-2 0 0 0,130-46 532 0 0,-126 45-547 0 0,96-27 0 0 0,-91 27 47 0 0,0 0-1 0 0,0-2 0 0 0,0 0 1 0 0,24-13-1 0 0,-31 13-46 0 0,0-1 0 0 0,0 1 0 0 0,0-1 0 0 0,0-1 0 0 0,12-12 139 0 0,-21 17-103 0 0,0 1 29 0 0,0 0-12 0 0,2-2-28 0 0,0 0 0 0 0,0 0 0 0 0,-1-1 0 0 0,0 0 0 0 0,0 1-1 0 0,0-1 1 0 0,-1 0 0 0 0,1 0 0 0 0,-1 0 0 0 0,0 0-1 0 0,-1 0 1 0 0,1 0 0 0 0,-1 0 0 0 0,-1-7 0 0 0,1 2 26 0 0,-2-20 197 0 0,2 27-238 0 0,-5-24 108 0 0,0 6-104 0 0,3 19-6 0 0,2-1 45 0 0,-6-10 78 0 0,2 4-54 0 0,3 6-51 0 0,0 1-1 0 0,0-1 1 0 0,0 1 0 0 0,-1-1-1 0 0,0 1 1 0 0,-1-3-1 0 0,-2 0 36 0 0,4 3 19 0 0,-6-7 72 0 0,4 2-51 0 0,-3 2-59 0 0,-7-4 95 0 0,-12-8-13 0 0,7 6-95 0 0,0 2 0 0 0,0 0-1 0 0,0 1 1 0 0,-1 1 0 0 0,0 0 0 0 0,-22-3-1 0 0,-2-2 36 0 0,-111-32 75 0 0,72 21-11 0 0,76 21-121 0 0,0 1 1 0 0,-1-1-1 0 0,1 1 0 0 0,-1 1 1 0 0,1-1-1 0 0,-1 1 0 0 0,-8 0 1 0 0,-7 1-3 0 0,-3-3-5 0 0,19 2 0 0 0,0 0 0 0 0,-1 1 0 0 0,-8 2 0 0 0,9-2 0 0 0,1 0 0 0 0,-1-1 0 0 0,1 1 0 0 0,0-1 0 0 0,-9-1 0 0 0,6 1 0 0 0,0 0 0 0 0,0 0 0 0 0,-1 0 0 0 0,-13 4 0 0 0,-7-1 0 0 0,-91 0 0 0 0,96-3 0 0 0,-14 2 0 0 0,32-2 0 0 0,0 1 0 0 0,-1-1 0 0 0,-9-1 0 0 0,10 0 0 0 0,0 1 0 0 0,0 0 0 0 0,0 0 0 0 0,-7 1 0 0 0,2 1 18 0 0,-1-2 1 0 0,1 1-1 0 0,0-1 0 0 0,-14-2 1 0 0,-13 0 17 0 0,-10 6 39 0 0,46-4-71 0 0,-1 0 0 0 0,1 0 0 0 0,-1 0 1 0 0,1 0-1 0 0,0 0 0 0 0,-1 0 0 0 0,1 1 0 0 0,-1-1 1 0 0,-2 2-1 0 0,-18 5 7 0 0,-1-2 42 0 0,20-6-46 0 0,-1 1-3 0 0,-11 7-4 0 0,13-5 0 0 0,-17 7 0 0 0,-15 5 0 0 0,-13 3 64 0 0,10-6-64 0 0,-10 8 64 0 0,12-8-64 0 0,1-1 0 0 0,32-10 0 0 0,0 1 0 0 0,1 0 0 0 0,-1-1 0 0 0,1 1 0 0 0,0 0 0 0 0,-1 0 0 0 0,1 0 0 0 0,0 1 0 0 0,-4 1 0 0 0,-1 2 0 0 0,-9 1 0 0 0,15-5 0 0 0,-23 13 0 0 0,14-7 0 0 0,-20 9 0 0 0,12-4 0 0 0,15-10 0 0 0,-18 22 0 0 0,6-5 0 0 0,9-13 0 0 0,-18 26 64 0 0,18-22-64 0 0,0 1 0 0 0,-3 4 27 0 0,8-14-9 0 0,-6 18 1 0 0,2-8-19 0 0,2-1 11 0 0,2-6 31 0 0,-2 7-31 0 0,-1 3-11 0 0,4 1 0 0 0,1-1 13 0 0,-1-11 51 0 0,1 0-8 0 0,2 20-81 0 0,3-1-27 0 0,-1-10 63 0 0,-2-7 31 0 0,1 4-20 0 0,-2-5 20 0 0,5 8-31 0 0,0-2 0 0 0,-4-6 31 0 0,7 4-31 0 0,3 0-11 0 0,0 2 0 0 0,0-1 11 0 0,0-2 31 0 0,7 1-33 0 0,3-2 57 0 0,5 5-2 0 0,-13-6-64 0 0,-2-2 0 0 0,-9-2 0 0 0,0 0-1 0 0,0 0 0 0 0,-1 1 1 0 0,1-1-1 0 0,0 1 1 0 0,3 2-1 0 0,5 1 58 0 0,21 10-46 0 0,-9-3-11 0 0,-21-10 0 0 0,2-1 0 0 0,23 5 0 0 0,-5 2 0 0 0,-11-5 0 0 0,0-1 0 0 0,-1 1 0 0 0,-1 0 0 0 0,0 0 0 0 0,0-1 11 0 0,3 0 31 0 0,4 3 2 0 0,2-3-13 0 0,7-5 33 0 0,-11 1-56 0 0,-13 3 11 0 0,-3 0-19 0 0,1-1 0 0 0,0 0 1 0 0,0 0-1 0 0,0 0 1 0 0,0 0-1 0 0,0 0 1 0 0,0 0-1 0 0,0 0 1 0 0,0 0-1 0 0,0 0 1 0 0,0 0-1 0 0,0 1 0 0 0,1-1 1 0 0,-1 0-1 0 0,0 0 1 0 0,0 0-1 0 0,0 0 1 0 0,0 0-1 0 0,0 0 1 0 0,0 0-1 0 0,0 0 1 0 0,0 0-1 0 0,0 0 0 0 0,0 0 1 0 0,0 1-1 0 0,0-1 1 0 0,0 0-1 0 0,0 0 1 0 0,0 0-1 0 0,0 0 1 0 0,0 0-1 0 0,1 0 1 0 0,-1 0-1 0 0,0 0 0 0 0,0 0 1 0 0,0 0-1 0 0,0 0 1 0 0,0 0-1 0 0,0 0 1 0 0,0 0-1 0 0,0 0 1 0 0,0 0-1 0 0,0 0 0 0 0,1 0 1 0 0,-1 0-1 0 0,0 0 1 0 0,0 0-1 0 0,0 0 1 0 0,0 0-1 0 0,0 0 1 0 0,0 0-1 0 0,0 0 1 0 0,0 0-1 0 0,0 0 0 0 0,1 0 1 0 0,27-1 11 0 0,-18 1-23 0 0,-8 0-119 0 0,0 0-941 0 0,21 8-3130 0 0,-12-1 2638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04T09:40:05.1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1104 635 4143 0 0,'0'0'9623'0'0,"2"1"-9342"0"0,15 6 743 0 0,14 4 60 0 0,-29-10-848 0 0,0-1-4 0 0,63 11 1864 0 0,-63-11-1901 0 0,48-5 1290 0 0,-47 5-1365 0 0,10 0 264 0 0,2 2 7 0 0,-2-4-59 0 0,-1 1-175 0 0,-10 1-85 0 0,9-2 16 0 0,-10 2-82 0 0,0 0-1 0 0,0 0 1 0 0,-1 0-1 0 0,1 0 1 0 0,0 0-1 0 0,0-1 1 0 0,-1 1-1 0 0,1 0 1 0 0,0 0-1 0 0,-1-1 1 0 0,1 1-1 0 0,0-1 1 0 0,-1 1-1 0 0,2-1 1 0 0,0 0 7 0 0,0-1 63 0 0,11-1 144 0 0,-11 3-149 0 0,20-4 79 0 0,-19 4-117 0 0,1 0 0 0 0,-1 0 0 0 0,1-1 0 0 0,-1 0 0 0 0,0 0-1 0 0,0 0 1 0 0,4-1 0 0 0,6-3 43 0 0,-2 1 0 0 0,-7 3 15 0 0,7-3-3 0 0,9-5 85 0 0,-18 8-33 0 0,0 0-87 0 0,0 0-90 0 0,2-2 105 0 0,0 1 0 0 0,1-1 0 0 0,-1 0-1 0 0,0 0 1 0 0,0 0 0 0 0,3-5 0 0 0,-4 6-15 0 0,5-4 16 0 0,1 0 22 0 0,-3 0 2 0 0,-4 5-82 0 0,-1 0-1 0 0,0-1 0 0 0,0 1 1 0 0,0 0-1 0 0,0-1 0 0 0,0 1 0 0 0,-1-1 1 0 0,1 0-1 0 0,0 1 0 0 0,0-3 1 0 0,0 0 35 0 0,0 2 21 0 0,1 1-37 0 0,0 0 0 0 0,-1 0 0 0 0,1-1 1 0 0,-1 1-1 0 0,1-1 0 0 0,-1 1 0 0 0,2-4 0 0 0,-1 3 137 0 0,5-6-111 0 0,-3 4-52 0 0,-1 0 0 0 0,1 0-1 0 0,-1-1 1 0 0,0 1 0 0 0,-1-1 0 0 0,5-9 0 0 0,-7 13 54 0 0,2-2-31 0 0,0 1 0 0 0,-1-1-1 0 0,0 1 1 0 0,0-1 0 0 0,1 1-1 0 0,-1-4 1 0 0,2 0-16 0 0,-2 3-1 0 0,4-9 371 0 0,1-25-111 0 0,-3 25-259 0 0,-3 1 42 0 0,0 7 0 0 0,1-12-44 0 0,-1 14-8 0 0,-3-11 53 0 0,4 11-46 0 0,-9-17 123 0 0,-10-20 168 0 0,17 37-246 0 0,-8-9 22 0 0,3 4-21 0 0,-24-26 70 0 0,25 26-114 0 0,0 0-11 0 0,-17-15 67 0 0,7 7-35 0 0,0 2 2 0 0,-7-2-33 0 0,2 1 53 0 0,-8-6 11 0 0,26 18-60 0 0,1 1 0 0 0,-1 0 0 0 0,1 0 0 0 0,-1 0 0 0 0,0 0 0 0 0,0 0 0 0 0,1 0 0 0 0,-1 0 0 0 0,0 1-1 0 0,0-1 1 0 0,-2 0 0 0 0,1 1-1 0 0,1-1 0 0 0,-1 0 1 0 0,1 1-1 0 0,-1-1 0 0 0,1 0 0 0 0,0 0 0 0 0,-1 0 0 0 0,-3-3 0 0 0,-35-19-3 0 0,18 9 0 0 0,22 13 2 0 0,0 0 0 0 0,-1 0 0 0 0,1 0-1 0 0,0 1 1 0 0,-1-1 0 0 0,1 0 0 0 0,-1 0 0 0 0,0 1 0 0 0,1-1-1 0 0,-1 1 1 0 0,1 0 0 0 0,-1-1 0 0 0,0 1 0 0 0,-1 0-1 0 0,-8-2 25 0 0,-25-6-14 0 0,-10-3-13 0 0,31 7 1 0 0,0 1 0 0 0,0 0 0 0 0,-1 1 0 0 0,1 1 0 0 0,-1 0 0 0 0,-27 3 0 0 0,-38-3 0 0 0,-51-2 0 0 0,98 3 0 0 0,29 0 0 0 0,-4 0 0 0 0,1 0 0 0 0,0-1 0 0 0,-10-1 0 0 0,15 1 0 0 0,-17 0 0 0 0,-17-2 0 0 0,35 2 0 0 0,0 1 0 0 0,1 0 0 0 0,-1 0 0 0 0,0 0 0 0 0,0 0 0 0 0,0 0 0 0 0,1 0 0 0 0,-1 0 0 0 0,0 0 0 0 0,0 1 0 0 0,0-1 0 0 0,-1 1 0 0 0,-20 6 0 0 0,-13 1 0 0 0,15-3 0 0 0,-15 3 0 0 0,27-7 0 0 0,0 1 0 0 0,-15 4 0 0 0,-12 3 0 0 0,-13 0 64 0 0,-30 1-64 0 0,62-8 12 0 0,0 0-1 0 0,-20 6 1 0 0,-41 7 17 0 0,60-14-31 0 0,5 3 46 0 0,9-3-33 0 0,-18 8 0 0 0,15-7-11 0 0,-16 7 0 0 0,16-6 16 0 0,-17 11 32 0 0,-2 6-48 0 0,17-14 0 0 0,-13 19 75 0 0,19-22-33 0 0,-6 11-1 0 0,8-12-32 0 0,-9 21 27 0 0,9-19 6 0 0,-3 8-31 0 0,-1 4-11 0 0,1-1 0 0 0,2-3 11 0 0,0-6 20 0 0,1-1-8 0 0,0 0 0 0 0,1 0 0 0 0,-1 0 0 0 0,1 0 0 0 0,1 6 0 0 0,-1-6 0 0 0,0 0 19 0 0,4 16-32 0 0,-1-12 6 0 0,3 7 33 0 0,1-2-49 0 0,-2-2 11 0 0,-2-3 42 0 0,1-2-52 0 0,8 8 51 0 0,-9-10-44 0 0,0-1 0 0 0,1 1-1 0 0,-1-1 1 0 0,1 0-1 0 0,0 0 1 0 0,6 4 0 0 0,10 9 88 0 0,-14-12-48 0 0,-3-3-44 0 0,18 7 50 0 0,-7-2-32 0 0,1-1 20 0 0,0-1-20 0 0,15 3 31 0 0,-26-7-44 0 0,0 0 1 0 0,0 0-1 0 0,0 0 0 0 0,0 1 0 0 0,-1-1 0 0 0,5 3 0 0 0,6 4-9 0 0,0-3 0 0 0,30 2 64 0 0,-13 1-11 0 0,-25-8-45 0 0,-4 0-7 0 0,0 0-1 0 0,0 0 0 0 0,0 0 0 0 0,-1 0 1 0 0,1 0-1 0 0,0 0 0 0 0,0 1 0 0 0,0-1 1 0 0,0 1-1 0 0,3 0 0 0 0,-1 0 1 0 0,-1 1-3 0 0,17 9 14 0 0,-8-7 30 0 0,3-2-31 0 0,-1 0 0 0 0,0 0 31 0 0,-3-1-20 0 0,-7 0 20 0 0,7 2-31 0 0,2 2-11 0 0,0-5 11 0 0,0 1 31 0 0,0-3-31 0 0,1 5 0 0 0,0 0 31 0 0,25 1 33 0 0,-27-2-64 0 0,1 1 31 0 0,0-1-31 0 0,0 1-11 0 0,-1 0 11 0 0,1-1 31 0 0,1 0-31 0 0,0 0-11 0 0,-1 0 0 0 0,0 0 0 0 0,-2 0 11 0 0,-6-1 31 0 0,6 2-31 0 0,2-4-11 0 0,0 2 0 0 0,0 2 0 0 0,-2 0 11 0 0,16 0 42 0 0,-25-3-53 0 0,11 3 0 0 0,8 3 0 0 0,-8-5 0 0 0,-11 0 1 0 0,17-1-4 0 0,-15-1 4 0 0,45 0 53 0 0,-36 2-43 0 0,0-1-11 0 0,0 2 0 0 0,2-1 0 0 0,-1-1 0 0 0,29 2 0 0 0,-16-1 0 0 0,-14-1 0 0 0,1-1 0 0 0,39-1 64 0 0,-42 1-53 0 0,-7 1 31 0 0,6 0-31 0 0,1 0 0 0 0,2 0 31 0 0,-3-2-44 0 0,-8 2-69 0 0,-1-2-250 0 0,2-8-934 0 0,-4-6-397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04T09:44:53.6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687 147 3223 0 0,'0'0'7247'0'0,"-3"-2"-6808"0"0,-11-9 1303 0 0,14-4-355 0 0,-4-5-226 0 0,4 19-102 0 0,-12-19 1714 0 0,10 18-2521 0 0,-13-16 208 0 0,14 16-16 0 0,-9-3-48 0 0,-10-6 284 0 0,19 9-504 0 0,-12-2 90 0 0,11 3-170 0 0,-35-9 526 0 0,35 9-519 0 0,-11 0 90 0 0,-61-8 711 0 0,35 1-472 0 0,29 7-355 0 0,8 0 54 0 0,-1 1-67 0 0,-2 0-29 0 0,2-1-25 0 0,0 1 0 0 0,0 0 0 0 0,1 0 0 0 0,-1 0 0 0 0,0 0 0 0 0,0 1 0 0 0,1-1-1 0 0,-1 1 1 0 0,0 0 0 0 0,-2 1 0 0 0,1-1 15 0 0,-17 1 42 0 0,9-1-19 0 0,9-1-46 0 0,0 1 0 0 0,-1-1 0 0 0,1 1 0 0 0,0 0 0 0 0,-1 0 0 0 0,-4 3 1 0 0,-1 0-6 0 0,-3 0 3 0 0,-40 17 0 0 0,30-8 0 0 0,1 0 64 0 0,18-12-43 0 0,-12 12 22 0 0,-21 21 85 0 0,18-16-64 0 0,6-2-32 0 0,-13 19 0 0 0,24-34-32 0 0,-9 16 0 0 0,1 2 0 0 0,-10 18 0 0 0,3 3 64 0 0,5-15 11 0 0,8-21-62 0 0,-2 20 39 0 0,1-3 8 0 0,3-21-63 0 0,1 24 90 0 0,0-9-39 0 0,-1-1-36 0 0,0 5-12 0 0,1-14 0 0 0,6 20 0 0 0,-4-15 0 0 0,7 24 0 0 0,-5-19 11 0 0,1 0 31 0 0,3 13-30 0 0,-7-25-12 0 0,-1-1 0 0 0,1 0 0 0 0,0 0 1 0 0,0 1-1 0 0,0-1 0 0 0,0 0 0 0 0,3 3 1 0 0,8 16 7 0 0,-7-11 13 0 0,-2-6-5 0 0,0 0 0 0 0,0 1 0 0 0,0-1 0 0 0,0 0 0 0 0,1 0 0 0 0,-1-1 0 0 0,1 1 0 0 0,0-1 0 0 0,5 3 0 0 0,13 17 37 0 0,-9-11-40 0 0,1-1-1 0 0,0-1 1 0 0,1 0-1 0 0,0 0 1 0 0,31 13-1 0 0,-7-8 9 0 0,0-1 1 0 0,69 14-1 0 0,-100-26-14 0 0,33 3 61 0 0,-31-3-36 0 0,15 2 0 0 0,-11-4 10 0 0,0 0-31 0 0,-1 0 0 0 0,0-1 31 0 0,14-1 8 0 0,-24 2-47 0 0,0 0 0 0 0,0 0 0 0 0,0 0 0 0 0,0-1 1 0 0,0 1-1 0 0,0-1 0 0 0,3-1 0 0 0,9-2-3 0 0,0 0 0 0 0,-1 0 11 0 0,-2-2 31 0 0,1 0-31 0 0,-2 1 0 0 0,10-9 81 0 0,-18 10-78 0 0,6-4-3 0 0,-2 0 1 0 0,1-1 35 0 0,-4 5-33 0 0,-1 0-1 0 0,0 0 0 0 0,0 0 0 0 0,0 0 1 0 0,-1-1-1 0 0,3-4 0 0 0,0-3 8 0 0,1 0 1 0 0,4-17-1 0 0,-3-17 32 0 0,3-42 22 0 0,-5 65-16 0 0,-1-7-54 0 0,-4 15-5 0 0,2-25 0 0 0,-2 17 64 0 0,1 7-64 0 0,-1 13 0 0 0,-6-21 0 0 0,0 2 64 0 0,-6-14 0 0 0,-6-33 0 0 0,5 33 0 0 0,11 29-64 0 0,-9-19 0 0 0,9 24 0 0 0,-6-15 0 0 0,6 13 0 0 0,0-7 0 0 0,-2-7 0 0 0,-6-14 64 0 0,10 29-56 0 0,0 2-5 0 0,0 0 0 0 0,0 0-1 0 0,0 0 1 0 0,-1 0 0 0 0,1 0-1 0 0,0 0 1 0 0,0 0 0 0 0,-1 0-1 0 0,1 0 1 0 0,-1 0 0 0 0,1 0-1 0 0,-1 0 1 0 0,1 1-1 0 0,-1-1 1 0 0,1 0 0 0 0,-2-1-1 0 0,-3-5 9 0 0,0-1 0 0 0,-7-7 29 0 0,11 13-170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04T09:44:56.2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932 165 2303 0 0,'-2'0'400'0'0,"-19"-5"5364"0"0,-2 0-3481 0 0,-22-4 350 0 0,32 6-1387 0 0,10 3-1018 0 0,0-1-1 0 0,0 0 0 0 0,0 0 1 0 0,1 0-1 0 0,-1 0 0 0 0,-4-2 1 0 0,6 2 166 0 0,-12-4 384 0 0,-2-4 368 0 0,-18-15-1 0 0,-6-2 369 0 0,37 25-1313 0 0,-17-13 374 0 0,5 6-267 0 0,-1 0 1 0 0,1 2 0 0 0,-1-1-1 0 0,-1 2 1 0 0,1 0 0 0 0,-1 1-1 0 0,1 0 1 0 0,-1 2 0 0 0,-29-2-1 0 0,3 3-104 0 0,9 1-69 0 0,0 2 52 0 0,0 2-1 0 0,-41 9 1 0 0,40-5 5 0 0,24-4-135 0 0,0-1-1 0 0,0 2 1 0 0,0 0-1 0 0,-13 7 1 0 0,15-7-59 0 0,1 1 1 0 0,-1-1 0 0 0,1 2-1 0 0,0-1 1 0 0,0 0 0 0 0,-7 12 0 0 0,0-2-9 0 0,3-2 10 0 0,1 0 0 0 0,1 1 1 0 0,0 0-1 0 0,1 1 0 0 0,-7 19 0 0 0,1-6 10 0 0,9-15 11 0 0,0-1 1 0 0,1 1-1 0 0,0 0 0 0 0,1 0 1 0 0,0 1-1 0 0,0 17 1 0 0,0-6 9 0 0,0-4-31 0 0,-1 10 0 0 0,0 51 0 0 0,6-43 0 0 0,1-9 0 0 0,3-2 0 0 0,-5-24 0 0 0,2 18 0 0 0,2-7 0 0 0,1 1 0 0 0,5 14 28 0 0,2-3 8 0 0,5 3-36 0 0,-6-11 0 0 0,-7-12 0 0 0,26 24 0 0 0,-28-27 9 0 0,0-1 12 0 0,17 13 2 0 0,4 2-1 0 0,-11-10 20 0 0,2-3-31 0 0,0-1-11 0 0,-1 0 11 0 0,1-1 0 0 0,0 0 0 0 0,1-1 0 0 0,23 1 0 0 0,-12-1-2 0 0,-1-1 4 0 0,0 0 0 0 0,-1-2-1 0 0,1 0 1 0 0,30-6 0 0 0,-52 6-13 0 0,18-5 0 0 0,7-3 12 0 0,-27 7-8 0 0,0 1 1 0 0,0-1 0 0 0,0 1-1 0 0,0-1 1 0 0,0 0-1 0 0,0 0 1 0 0,0 0 0 0 0,2-2-1 0 0,26-18 7 0 0,-10 5-11 0 0,18-17 64 0 0,-9 10 0 0 0,1-3-64 0 0,-23 22 0 0 0,-5 3 0 0 0,1-1 0 0 0,-1 0 0 0 0,0 1 0 0 0,0-1 0 0 0,0 0 0 0 0,0 0 0 0 0,0 0 0 0 0,2-3 0 0 0,42-49 11 0 0,-31 37 42 0 0,7-12-42 0 0,-18 25 14 0 0,15-25 3 0 0,-8 13-8 0 0,-10 15-4 0 0,9-26 23 0 0,-2 7 23 0 0,9-38 0 0 0,-8 22-69 0 0,-6 24 7 0 0,-2-8 0 0 0,0 2 0 0 0,-1 7 11 0 0,-3-39 42 0 0,1 38-42 0 0,2 10-10 0 0,0-14 26 0 0,1 13-9 0 0,0-40-11 0 0,-1 7-7 0 0,0 32 0 0 0,-1-15 0 0 0,-4-1 0 0 0,-2 0 0 0 0,-1 2 20 0 0,2 4 13 0 0,-5-11-22 0 0,11 22-1 0 0,0 0 10 0 0,-10-14 3 0 0,-13-11 0 0 0,20 26 25 0 0,-1-3-25 0 0,2 3 19 0 0,-6-3-31 0 0,-1 0-11 0 0,-11-10-2221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04T09:44:58.5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721 112 7631 0 0,'0'0'896'0'0,"-10"3"1371"0"0,6-2-1857 0 0,1 0 0 0 0,0-1 0 0 0,-1 1 0 0 0,1-1 0 0 0,-1 0 0 0 0,1 0 0 0 0,-1 0 1 0 0,-6-2-1 0 0,4 0 233 0 0,-1 0 1 0 0,0-1-1 0 0,1 0 1 0 0,-1 0 0 0 0,1 0-1 0 0,-9-7 1 0 0,13 9-267 0 0,-16-13 566 0 0,17 13-670 0 0,-13-7 527 0 0,-6 0-352 0 0,18 7-312 0 0,-1 1-1 0 0,-7-4-7 0 0,8 4 113 0 0,-1-2-120 0 0,-49-17 670 0 0,49 18-647 0 0,-3 0 68 0 0,-1-1 1 0 0,1 0-1 0 0,-12-5 0 0 0,18 7-213 0 0,-2-1 129 0 0,-1 1 0 0 0,-12-5 140 0 0,9 4-195 0 0,0-1 0 0 0,0 1 0 0 0,0 0 0 0 0,0 1 0 0 0,0-1 0 0 0,0 1 0 0 0,-11 1 0 0 0,-18 2 119 0 0,1 1 1 0 0,-39 10-1 0 0,63-12-149 0 0,9-2-34 0 0,-1 0 0 0 0,1 0 1 0 0,-1 0-1 0 0,1 1 1 0 0,-1-1-1 0 0,1 0 1 0 0,0 0-1 0 0,-1 1 1 0 0,1-1-1 0 0,-1 1 1 0 0,1 0-1 0 0,0-1 1 0 0,0 1-1 0 0,-1 0 1 0 0,1 0-1 0 0,0 0 1 0 0,-2 1-1 0 0,-10 10 88 0 0,0-3-29 0 0,8-5-48 0 0,0-1-1 0 0,1 0 0 0 0,-8 8 0 0 0,10-9-13 0 0,-1 1 0 0 0,0 0 0 0 0,1 0 0 0 0,0-1 0 0 0,0 2 1 0 0,0-1-1 0 0,0 0 0 0 0,0 0 0 0 0,-2 6 0 0 0,-8 20-7 0 0,3-6 22 0 0,0 0-1 0 0,2 0 1 0 0,-6 28-1 0 0,6-22 79 0 0,-12 55 29 0 0,-14 62 78 0 0,28-120-140 0 0,2 2 5 0 0,1-1-48 0 0,3 0 41 0 0,-1-24-57 0 0,2 12 36 0 0,3 5-40 0 0,2 8-3 0 0,-6-23 0 0 0,8 19 0 0 0,-4-12 21 0 0,-2-4-11 0 0,0-1 1 0 0,1 1 0 0 0,6 10 0 0 0,2-1-11 0 0,26 31 0 0 0,-23-30 0 0 0,-13-16 3 0 0,0 1-1 0 0,0-1 1 0 0,0 1-1 0 0,0-1 0 0 0,0 0 1 0 0,1 0-1 0 0,-1 0 1 0 0,1 0-1 0 0,4 2 1 0 0,2 1 25 0 0,11 9-25 0 0,0-2 0 0 0,1 0-1 0 0,0-1 1 0 0,1-1 0 0 0,0-2-1 0 0,0 0 1 0 0,36 8 0 0 0,-44-12 41 0 0,-9-2-42 0 0,-1 0-1 0 0,1-1 1 0 0,0 0-1 0 0,0 0 1 0 0,6 0-1 0 0,26 3-1 0 0,-29-4 10 0 0,1 1 13 0 0,1 0 1 0 0,0-1 0 0 0,0 0-1 0 0,19-4 1 0 0,-16 1-24 0 0,0-2 0 0 0,14-7 53 0 0,-24 11-23 0 0,16-11 15 0 0,-7 4-45 0 0,-1 0 11 0 0,-1-3 31 0 0,19-18-31 0 0,-12 8 42 0 0,-2-1-42 0 0,-9 15-7 0 0,-4 4 1 0 0,0 0 0 0 0,0 0 0 0 0,0 0 0 0 0,0 0 0 0 0,-1 0 0 0 0,1-1-1 0 0,-1 1 1 0 0,0 0 0 0 0,1-5 0 0 0,0 0 5 0 0,8-13-5 0 0,-3 7 2 0 0,12-36 46 0 0,-4 9-13 0 0,-4 6-16 0 0,-4 17 7 0 0,3-2 2 0 0,-6 9-33 0 0,0-1 0 0 0,-1 0 0 0 0,-1-1 0 0 0,0 0 0 0 0,0 0 0 0 0,0-15 36 0 0,-2 5-8 0 0,2 15-28 0 0,-1-22 0 0 0,-1 22 8 0 0,4-33 37 0 0,-1 15-34 0 0,-3-11-11 0 0,-1 17 0 0 0,-3 3 0 0 0,3 10 7 0 0,-5-22 39 0 0,4 22-34 0 0,-7-22-13 0 0,-1 2 16 0 0,-25-59 34 0 0,32 78-58 0 0,-7-10 39 0 0,-27-29 13 0 0,19 25-43 0 0,5 7 64 0 0,6 9-64 0 0,0 3-17 0 0,6 2-63 0 0,-11 1-2608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04T09:47:39.8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 3679 0 0,'0'0'392'0'0,"14"-1"344"0"0,-2-1 136 0 0,-1 2 24 0 0,1 3-3440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04T09:47:43.5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1931 209 3679 0 0,'0'0'167'0'0,"-1"-1"-7"0"0,-2-2 543 0 0,0 1 1 0 0,0 0-1 0 0,0 1 1 0 0,0-1-1 0 0,0 0 0 0 0,0 1 1 0 0,0 0-1 0 0,-5-2 1 0 0,-1 0-550 0 0,-71-38 4789 0 0,66 35-4420 0 0,0 0 1 0 0,0 1-1 0 0,-22-5 0 0 0,18 5-132 0 0,-5 1 261 0 0,-42-4-1 0 0,17 2-1 0 0,-56-4 865 0 0,67 8-953 0 0,-64-12 0 0 0,-71-17 754 0 0,71 13-1128 0 0,36 5 74 0 0,-2 6 99 0 0,47 6-284 0 0,-26 0 76 0 0,31 2-120 0 0,-24 3 1 0 0,11 0-25 0 0,-41 8 55 0 0,-31 6 92 0 0,85-15-97 0 0,-23 0-1 0 0,-4 2 13 0 0,-4 3-7 0 0,-69 22 0 0 0,96-24-46 0 0,0 2 1 0 0,0 0-1 0 0,0 1 0 0 0,1 1 1 0 0,1 0-1 0 0,-18 14 0 0 0,19-10 4 0 0,-4 0 19 0 0,8-6-40 0 0,-36 28 63 0 0,40-30-56 0 0,0 1 0 0 0,0 0 0 0 0,1 0 0 0 0,0 0 0 0 0,1 1 0 0 0,0 0 0 0 0,0 1 0 0 0,0-1 0 0 0,1 1 0 0 0,1 0 0 0 0,-5 11 0 0 0,3 0 16 0 0,0 0 0 0 0,1 1 0 0 0,-4 36 0 0 0,7-32-24 0 0,0-6 11 0 0,0-10 0 0 0,1 0-1 0 0,0 1 1 0 0,1 12-1 0 0,0 48 1 0 0,2-44-11 0 0,-1 6 0 0 0,0-31 0 0 0,-2 7 1 0 0,2 0 0 0 0,-1 0-1 0 0,1 0 1 0 0,0-1 0 0 0,3 10-1 0 0,6 21 60 0 0,-7-24-49 0 0,4 8 42 0 0,-6-19-57 0 0,12 18 61 0 0,-12-18-49 0 0,0 1-5 0 0,13 14-3 0 0,5 5 11 0 0,-16-19 10 0 0,15 12 11 0 0,-6-8-21 0 0,-2 0 42 0 0,15 12 19 0 0,-13-11-53 0 0,0 0-1 0 0,1-1 0 0 0,0 0 0 0 0,0-1 0 0 0,17 6 0 0 0,-25-10-9 0 0,0-1-1 0 0,0 0 1 0 0,0 0 0 0 0,1 0-1 0 0,7 1 1 0 0,-11-3-7 0 0,0 0 1 0 0,0 1-1 0 0,0-1 1 0 0,-1 1 0 0 0,1 0-1 0 0,0-1 1 0 0,0 1-1 0 0,1 1 1 0 0,2 1-3 0 0,-1 0 0 0 0,1-1 0 0 0,0 1 0 0 0,0-1 0 0 0,0 0 0 0 0,10 1 0 0 0,2 2 0 0 0,7 3 23 0 0,0-2 0 0 0,0-1-1 0 0,1-1 1 0 0,33 2 0 0 0,-18-2-9 0 0,-35-4-6 0 0,37 5 57 0 0,46-2 1 0 0,31-5 40 0 0,-95-2-95 0 0,1 3 5 0 0,-19 1-7 0 0,1 0 1 0 0,-1 0 0 0 0,0-1 0 0 0,1 0 0 0 0,7-2 0 0 0,-12 2-5 0 0,0 0 0 0 0,0 0 0 0 0,0 1 1 0 0,0-1-1 0 0,0 1 0 0 0,1-1 0 0 0,2 1 0 0 0,21-2 7 0 0,31 1 52 0 0,-31 2-64 0 0,-15 0 0 0 0,-1 0 0 0 0,14-2 0 0 0,-9-2 0 0 0,-10 2 0 0 0,1 0 0 0 0,0 0 0 0 0,-1 0 0 0 0,1 1 0 0 0,8 0 0 0 0,8 0 0 0 0,39-6 0 0 0,-23 4-2 0 0,-29 2 5 0 0,-1-1 0 0 0,1 1 0 0 0,12-4 1 0 0,-16 3 19 0 0,17-3 7 0 0,-1 1-30 0 0,-9 0 0 0 0,1 2 0 0 0,13-1 0 0 0,-9 2 0 0 0,-9 0 0 0 0,0 0 0 0 0,1-1 0 0 0,-1 0 0 0 0,8-2 0 0 0,3-1 8 0 0,-18 3 9 0 0,3-1 9 0 0,42-7-13 0 0,-18 5-13 0 0,-24 4 0 0 0,17-4 0 0 0,16-7 0 0 0,5 1 0 0 0,52-14 64 0 0,-38 7-64 0 0,-30 10 53 0 0,1-2-42 0 0,-2-1-11 0 0,-20 9 0 0 0,17-8 0 0 0,-18 7 1 0 0,14-9 51 0 0,-9 4-45 0 0,-4 2 0 0 0,18-18-10 0 0,-19 22 19 0 0,-2-1 15 0 0,7-12-14 0 0,-6 11-17 0 0,13-23 0 0 0,-16 25 1 0 0,2-1-2 0 0,-1 0 1 0 0,0 0 0 0 0,1-1-1 0 0,-1 1 1 0 0,0 0 0 0 0,0-1-1 0 0,0 1 1 0 0,-1-1 0 0 0,2-3-1 0 0,1-16 57 0 0,8-24 8 0 0,1-12 4 0 0,-10 45-61 0 0,0-1-7 0 0,0-1 0 0 0,2-9 0 0 0,-3 18 0 0 0,0-13 0 0 0,0 12 0 0 0,-2-25 0 0 0,-2-10 117 0 0,0 16-106 0 0,-2 1-11 0 0,1 1 11 0 0,-1 2 42 0 0,-4-1-53 0 0,0-8 0 0 0,6 21 0 0 0,-2 0 0 0 0,0-1 0 0 0,-1 0 0 0 0,3 6 0 0 0,-1 0 0 0 0,0 0 0 0 0,0 0 0 0 0,-5-4 0 0 0,8 8 0 0 0,-29-28 11 0 0,28 26 3 0 0,-19-13 25 0 0,2 1-39 0 0,15 11 0 0 0,3 3 0 0 0,-1 0 0 0 0,1-1 0 0 0,0 1 0 0 0,0 0 0 0 0,0 0 0 0 0,-1 0 0 0 0,1 1 0 0 0,0-1 0 0 0,-1 0 0 0 0,1 0 0 0 0,-4 0 0 0 0,-5-2-12 0 0,9 2-19 0 0,0 0 0 0 0,-1 1 0 0 0,1-1 0 0 0,0 1 0 0 0,-1 0 0 0 0,1-1-1 0 0,0 1 1 0 0,-1 0 0 0 0,1 0 0 0 0,-1 0 0 0 0,1 0 0 0 0,-1 0 0 0 0,1 0 0 0 0,0 0 0 0 0,-1 1 0 0 0,1-1-1 0 0,-1 0 1 0 0,1 1 0 0 0,-2 0 0 0 0,-3 1-191 0 0,-7 3-1538 0 0,0 0-4297 0 0,-3 3-2246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04T09:47:46.6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817 71 4143 0 0,'0'0'11336'0'0,"1"-2"-10952"0"0,2-5 271 0 0,-3 6-628 0 0,0 1-1 0 0,0 0 0 0 0,0 0 1 0 0,1 0-1 0 0,-1-1 0 0 0,0 1 0 0 0,0 0 1 0 0,0 0-1 0 0,0 0 0 0 0,0-1 1 0 0,0 1-1 0 0,0 0 0 0 0,0 0 1 0 0,0 0-1 0 0,0-1 0 0 0,0 1 1 0 0,0 0-1 0 0,0 0 0 0 0,-1 0 0 0 0,1-1 1 0 0,0 1-1 0 0,0 0 0 0 0,0 0 1 0 0,0 0-1 0 0,0 0 0 0 0,0-1 1 0 0,0 1-1 0 0,0 0 0 0 0,-1 0 0 0 0,1 0 1 0 0,0 0-1 0 0,0 0 0 0 0,0-1 1 0 0,0 1-1 0 0,-1 0 0 0 0,1 0 1 0 0,0 0-1 0 0,0 0 0 0 0,0 0 1 0 0,0 0-1 0 0,-1 0 0 0 0,1 0 0 0 0,0 0 1 0 0,0 0-1 0 0,-1 0 943 0 0,-1-2-685 0 0,-3-3-17 0 0,3 3 726 0 0,1 1-770 0 0,-25-16 1807 0 0,24 16-1819 0 0,-12-5 165 0 0,7 4-291 0 0,5 2-10 0 0,0-2-3 0 0,-26-6 236 0 0,18 5-212 0 0,2 2 3 0 0,0-1 0 0 0,0 1 0 0 0,0 0 0 0 0,1 1 0 0 0,-12 0-1 0 0,8 1-75 0 0,-59 10 173 0 0,57-9-164 0 0,2 0 52 0 0,0-1 0 0 0,0 0 0 0 0,-14 0 0 0 0,18-1-41 0 0,-1 0-1 0 0,1 1 1 0 0,-1 0-1 0 0,-7 3 1 0 0,-8 0 96 0 0,-9 3 42 0 0,-48 11-42 0 0,-5 4 306 0 0,74-18-410 0 0,1 1-1 0 0,-1 0 0 0 0,1 0 0 0 0,0 1 1 0 0,-11 8-1 0 0,18-12 8 0 0,-11 8-29 0 0,9-4-14 0 0,-2 4 0 0 0,-7 11 54 0 0,12-20-41 0 0,-7 16-13 0 0,6-9 19 0 0,2-4 0 0 0,-1 0 1 0 0,0 0-1 0 0,0-1 0 0 0,0 1 1 0 0,-4 5-1 0 0,-4 6 14 0 0,5-7-5 0 0,-3 7-22 0 0,-10 18-5 0 0,0 2 0 0 0,14-28 8 0 0,-7 18 37 0 0,2 5 19 0 0,7-23-47 0 0,0 0 6 0 0,-1 0 0 0 0,2 0 0 0 0,-1 0 0 0 0,1 0 0 0 0,0 0-1 0 0,1 0 1 0 0,0 10 0 0 0,0-15-17 0 0,0 0 0 0 0,-1 0-1 0 0,1 0 1 0 0,1 0 0 0 0,-1 0 0 0 0,0 0-1 0 0,0 0 1 0 0,1 0 0 0 0,-1 0-1 0 0,1 0 1 0 0,1 2 0 0 0,5 16 11 0 0,-5-14-6 0 0,7 14 29 0 0,-5-11-38 0 0,-2-5 23 0 0,11 15 67 0 0,-8-13-53 0 0,1 3-2 0 0,1-1 1 0 0,0 1-1 0 0,0-1 1 0 0,1-1 0 0 0,0 0-1 0 0,16 11 1 0 0,-21-16-26 0 0,0 0 0 0 0,0-1 0 0 0,1 1 1 0 0,-1-1-1 0 0,0 0 0 0 0,6 1 0 0 0,9 4 73 0 0,9 3-21 0 0,-14-5-33 0 0,0 0-1 0 0,0-1 1 0 0,1 0-1 0 0,-1-1 1 0 0,1-1-1 0 0,15 0 1 0 0,-25-1-25 0 0,-1 0 1 0 0,1 0 0 0 0,0 1-1 0 0,0-1 1 0 0,-1 1-1 0 0,1 0 1 0 0,5 1 0 0 0,7 2 4 0 0,71 5 90 0 0,-38-5-32 0 0,-8-4-58 0 0,2 1 0 0 0,-31 0 15 0 0,23 0 0 0 0,-1-1-25 0 0,20 4 10 0 0,-46-3 6 0 0,-2-1-10 0 0,0 0 1 0 0,-1 0-1 0 0,1 0 0 0 0,7-2 0 0 0,0-1-7 0 0,-8 2 0 0 0,1 0 0 0 0,-1 1 0 0 0,0-1 0 0 0,1 1 0 0 0,-1 0 0 0 0,6 1 0 0 0,33-4 0 0 0,-39 3 0 0 0,18-3 0 0 0,2-1 0 0 0,8-6 64 0 0,-19 9-64 0 0,8-2 11 0 0,-10 1 27 0 0,10-3-23 0 0,6-2-15 0 0,-9 3 0 0 0,-19 4 0 0 0,31-13 0 0 0,-21 8 11 0 0,-5 3 31 0 0,5-5-31 0 0,2-1-11 0 0,2-1 19 0 0,-12 7 9 0 0,7-11-11 0 0,-1 2-6 0 0,1-3 37 0 0,-2 1-46 0 0,3-11 65 0 0,-7 18-66 0 0,-1 2 0 0 0,-1 1 1 0 0,0-1 0 0 0,0 0-1 0 0,0 0 1 0 0,1-6 0 0 0,0-2 40 0 0,-1 6-33 0 0,0 1-1 0 0,0-1 0 0 0,-1 0 0 0 0,0 1 0 0 0,0-1 0 0 0,0 0 0 0 0,-2-9 0 0 0,-2-10 2 0 0,2 9-10 0 0,2 15 0 0 0,-8-30 0 0 0,7 23 0 0 0,-9-25 11 0 0,9 29 2 0 0,-6-11 27 0 0,-4-2-40 0 0,7 11 0 0 0,-1 0 0 0 0,1 1 0 0 0,-1-1 0 0 0,-7-4 0 0 0,5 3 0 0 0,-2-3 11 0 0,3 4 28 0 0,-7-6-25 0 0,8 7-14 0 0,-14-11 0 0 0,-18-6 0 0 0,32 18 0 0 0,3 2 0 0 0,-1 0 0 0 0,1 1 0 0 0,0-1 0 0 0,-1 1 0 0 0,1-1 0 0 0,-1 1 0 0 0,-3-1 0 0 0,-1-2 0 0 0,-30-12 0 0 0,26 11 0 0 0,1 0 0 0 0,1 0 0 0 0,1 0 0 0 0,-3 0 0 0 0,2-1 0 0 0,1-1 0 0 0,-4-4 0 0 0,12 10 0 0 0,-22-13 0 0 0,13 9 0 0 0,-3 1 0 0 0,-2-2 4 0 0,12 4-7 0 0,-29-10-13 0 0,27 10 0 0 0,1 1 0 0 0,-1 0-1 0 0,0 1 1 0 0,0-1 0 0 0,0 0-1 0 0,0 1 1 0 0,0 0 0 0 0,-1 0-1 0 0,-4 1 1 0 0,-4 1-662 0 0,-21 7 1 0 0,-5 2-854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04T09:49:05.4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803 1057 4607 0 0,'0'0'7088'0'0,"1"3"-6746"0"0,2 8-113 0 0,-2-8 120 0 0,12 1 37 0 0,4 1 372 0 0,33 5 0 0 0,-32-7-537 0 0,22 6 0 0 0,41 11 440 0 0,-36-10-330 0 0,-26-7-41 0 0,38 2-1 0 0,-12-1 100 0 0,-15-2 205 0 0,40-1 0 0 0,-31-2-250 0 0,37 1 6 0 0,299-4 496 0 0,-239 4-224 0 0,-55 1-276 0 0,111 2 240 0 0,136-3-294 0 0,-54-8 398 0 0,-47-5-543 0 0,2-20 165 0 0,-208 29-232 0 0,25-8 0 0 0,-37 11-54 0 0,-7 1-24 0 0,0 0 1 0 0,0 0-1 0 0,0 0 0 0 0,0-1 0 0 0,0 1 1 0 0,0-1-1 0 0,0 1 0 0 0,0-1 0 0 0,-1 0 1 0 0,1 1-1 0 0,2-2 0 0 0,14-6 43 0 0,-7 4 41 0 0,0-1 1 0 0,14-8-1 0 0,-9 6-17 0 0,-12 5-94 0 0,0 1 1 0 0,0 0-1 0 0,0-1 1 0 0,0 0-1 0 0,6-4 0 0 0,1-1 36 0 0,-1 0-1 0 0,0 0 1 0 0,-1-1-1 0 0,0 0 1 0 0,9-9-1 0 0,-5 2 3 0 0,1 1 0 0 0,-2-1 0 0 0,0-1-1 0 0,14-26 1 0 0,6-7-13 0 0,-26 38 4 0 0,-4 11 7 0 0,1-2 8 0 0,12-20 0 0 0,-4 3 3 0 0,-1 1 43 0 0,-8 15-49 0 0,6-13 28 0 0,-7 14-40 0 0,0 1 0 0 0,0-1 0 0 0,-1 0 0 0 0,1 0 0 0 0,0 0 0 0 0,-1 0 0 0 0,1 0 0 0 0,-1 0 1 0 0,0 0-1 0 0,1 0 0 0 0,-1 0 0 0 0,0-2 0 0 0,-1-16 71 0 0,2 13-49 0 0,-1 0 0 0 0,0 0-1 0 0,0 0 1 0 0,-3-14-1 0 0,3 14-3 0 0,0 4 2 0 0,-1 0 0 0 0,0-1 0 0 0,1 1 0 0 0,-1 0 0 0 0,0 0-1 0 0,0 0 1 0 0,-1 0 0 0 0,1 0 0 0 0,-1 0 0 0 0,1 0-1 0 0,-1 0 1 0 0,-4-4 0 0 0,-1-5 48 0 0,-2 0 0 0 0,-14-16-1 0 0,0 2-18 0 0,-8-7 123 0 0,3 4-100 0 0,-30-32 117 0 0,-22-22 13 0 0,57 62-179 0 0,-6-6 50 0 0,-36-26 0 0 0,48 42-53 0 0,-1 1 0 0 0,-1 1 0 0 0,0 1 0 0 0,0 1 0 0 0,-36-9 0 0 0,-1 0 20 0 0,20 6-20 0 0,-1 2 1 0 0,-54-6-1 0 0,8 2-21 0 0,-115-12 58 0 0,119 16-58 0 0,-290-22 57 0 0,338 28-56 0 0,-130 0 33 0 0,6 1-10 0 0,-120-4 198 0 0,226 6-87 0 0,-163 0-373 0 0,-108 0 387 0 0,218 3-74 0 0,45 0-23 0 0,-195 27 85 0 0,240-28-141 0 0,-42 8 124 0 0,-54 20-1 0 0,45-12-63 0 0,38-12-46 0 0,-6 1 61 0 0,0 2 0 0 0,1 1 0 0 0,-50 25 0 0 0,67-28-6 0 0,0 1-1 0 0,-16 14 1 0 0,19-14-52 0 0,-5 7 87 0 0,0 4-62 0 0,10-14-30 0 0,3-4-6 0 0,0 1 0 0 0,1-1 1 0 0,-1 1-1 0 0,0 0 0 0 0,1-1 1 0 0,0 1-1 0 0,0 0 0 0 0,0 0 1 0 0,-1 3-1 0 0,-19 52-5 0 0,14-35 0 0 0,-1 10 0 0 0,6-29 18 0 0,-3 28 28 0 0,4-2 19 0 0,1-5 150 0 0,0-13-187 0 0,0-3-24 0 0,5 12-31 0 0,-2-4 81 0 0,2 0-41 0 0,0-1-13 0 0,-2-1 0 0 0,1 0 0 0 0,-1 0 0 0 0,0 1 0 0 0,2 0 0 0 0,1 7 20 0 0,-5-22-3 0 0,10 22 10 0 0,4 7-27 0 0,2 2 0 0 0,-1-3 75 0 0,-8-15-22 0 0,6 10 14 0 0,-7-13-68 0 0,5 5 52 0 0,6 10 13 0 0,-2-3-52 0 0,-15-21-13 0 0,0 0 1 0 0,1-1 0 0 0,-1 1 0 0 0,1 0 0 0 0,-1-1 0 0 0,1 1-1 0 0,3 2 1 0 0,7 6 1 0 0,-11-9-2 0 0,10 9 14 0 0,0-1 0 0 0,1 0 0 0 0,1-1 0 0 0,20 12 0 0 0,-11-10 40 0 0,19 5-31 0 0,57 21 95 0 0,-40-18-53 0 0,-17-5-11 0 0,-39-12-51 0 0,0 0-1 0 0,1 0 0 0 0,-1 0 0 0 0,0 0 1 0 0,1-1-1 0 0,-1 1 0 0 0,1-1 1 0 0,0 1-1 0 0,4-1 0 0 0,3 1-3 0 0,6 3 2 0 0,-13-4 0 0 0,-2-1 0 0 0,0 1 0 0 0,0-1 0 0 0,0 1 0 0 0,0-1 0 0 0,0 1 0 0 0,1 0 0 0 0,-1 0 0 0 0,0-1 0 0 0,0 1 0 0 0,0 0 0 0 0,0 0 0 0 0,1 0 0 0 0,-1 1 0 0 0,0-1 0 0 0,0 0 0 0 0,2 1 0 0 0,56 6 64 0 0,-17-3-64 0 0,-20 0 30 0 0,-9-3 2 0 0,-2-1-30 0 0,5 0-2 0 0,47-1 11 0 0,-18 2 42 0 0,-12-1 11 0 0,-17-1-64 0 0,3 0 5 0 0,-15 1-13 0 0,35 1 86 0 0,-31 0-52 0 0,-4-1-15 0 0,0 0 1 0 0,-1 1-1 0 0,1-1 1 0 0,-1-1-1 0 0,1 1 1 0 0,6-2-1 0 0,1 1 11 0 0,2-1 31 0 0,0 1 0 0 0,-2-1-31 0 0,-9 2 4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04T09:51:17.2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1244 823 4143 0 0,'0'0'1626'0'0,"5"2"-269"0"0,18 9 9196 0 0,-9 3-9594 0 0,36 17 589 0 0,-48-30-1336 0 0,-1-1-181 0 0,0 0 0 0 0,0 0 0 0 0,0 1 0 0 0,0-1 0 0 0,0 0 0 0 0,0 0 0 0 0,0 1 0 0 0,0-1-1 0 0,0 0 1 0 0,2 2 0 0 0,0-1 30 0 0,12 2 159 0 0,0 0 0 0 0,1-1 0 0 0,-1 0 0 0 0,1-2 0 0 0,0 0 0 0 0,22-2 0 0 0,93-21 743 0 0,-111 18-850 0 0,68-17 207 0 0,-81 20-241 0 0,-5-1-80 0 0,28-7 179 0 0,9-3-26 0 0,-26 7-152 0 0,-2 0 0 0 0,0 1 0 0 0,-2-2 11 0 0,1-1 31 0 0,0 0-31 0 0,-2 1 0 0 0,-5 4 31 0 0,4-5-31 0 0,-1 0 1 0 0,8-15 144 0 0,-9 13-156 0 0,0-3 0 0 0,0 2 0 0 0,0 0 0 0 0,-1 0 0 0 0,1 1 0 0 0,0 1 0 0 0,-1-1 0 0 0,1-7 0 0 0,-4 12 24 0 0,1-1 1 0 0,-1 1-1 0 0,0-1 0 0 0,0 0 1 0 0,0 0-1 0 0,-1 1 0 0 0,0-1 1 0 0,0 0-1 0 0,0 0 0 0 0,-2-6 1 0 0,-1 1 34 0 0,0 0-1 0 0,-1 1 1 0 0,0-1 0 0 0,-7-11-1 0 0,-12-20 229 0 0,19 35-275 0 0,-5-13 51 0 0,-2 0 0 0 0,0 0 1 0 0,-1 1-1 0 0,-16-19 0 0 0,11 21-63 0 0,-16-11 76 0 0,24 20 23 0 0,-1-1 0 0 0,0 1 0 0 0,-20-12 0 0 0,-5-2 175 0 0,-1 2 0 0 0,-37-16-1 0 0,-26-9 55 0 0,22 9-82 0 0,-41-5 90 0 0,115 39-329 0 0,-1 1 0 0 0,1-1 1 0 0,0 1-1 0 0,0 0 1 0 0,-1 0-1 0 0,-6 0 0 0 0,2 0-5 0 0,-54-8-2 0 0,37 6 0 0 0,-87-2 37 0 0,21 2-10 0 0,-28 0 48 0 0,76 1-9 0 0,0 2 1 0 0,-45 5 0 0 0,50 4-14 0 0,22-5-53 0 0,6-2 0 0 0,1 0 0 0 0,-1 1 0 0 0,-15 8 0 0 0,12-7 25 0 0,0 0 0 0 0,-15 3 1 0 0,17-5 2 0 0,-1 1 0 0 0,1 1 0 0 0,-16 6 0 0 0,-2 3 50 0 0,-42 13 1 0 0,-19 8 29 0 0,7 4-37 0 0,75-34-50 0 0,0 1 0 0 0,0 0 0 0 0,0 0 1 0 0,1 1-1 0 0,0 0 0 0 0,-10 11 0 0 0,9-10-4 0 0,5-5-9 0 0,0 1 0 0 0,1-1-1 0 0,-1 1 1 0 0,0 0 0 0 0,-3 6 0 0 0,-17 25 3 0 0,8-12 42 0 0,13-18-53 0 0,-7 17 0 0 0,-1 5 53 0 0,2-9-40 0 0,7-12-16 0 0,0 17 57 0 0,-3 8-43 0 0,3 0-11 0 0,1-18 0 0 0,1 0 1 0 0,4 22-1 0 0,-1-9 10 0 0,-4-20 3 0 0,5 19 27 0 0,8 14-40 0 0,4 0 64 0 0,-14-31-61 0 0,-2-3 3 0 0,0-1 0 0 0,1 0 1 0 0,0 0-1 0 0,-1 0 0 0 0,1 0 1 0 0,1-1-1 0 0,3 6 0 0 0,9 11 58 0 0,-12-15-52 0 0,7 4-12 0 0,0 0-1 0 0,24 18 54 0 0,-20-16-27 0 0,0-1 0 0 0,1-1-1 0 0,0 0 1 0 0,22 7-1 0 0,-28-11-22 0 0,1 0-1 0 0,13 2 1 0 0,22 6 64 0 0,32 11-3 0 0,-41-14 0 0 0,15 1-53 0 0,-23-8 42 0 0,0 0 0 0 0,-3 1-42 0 0,11 0 53 0 0,-23-3-53 0 0,10 1 44 0 0,-2 1-57 0 0,22-3 77 0 0,-28 1-33 0 0,10 2-32 0 0,-19-2 1 0 0,12-1 32 0 0,-9 1-31 0 0,26-4-13 0 0,-18 2 10 0 0,-1 1 0 0 0,0 0 0 0 0,1 2 0 0 0,30 4 0 0 0,31 2 10 0 0,-21-7-19 0 0,-44 0 0 0 0,0 1 0 0 0,0 0 0 0 0,1 1 0 0 0,53 6 0 0 0,-54-7 0 0 0,0 0 0 0 0,-1-1 0 0 0,1 1 0 0 0,5 1 23 0 0,-17-2-5 0 0,16-3 5 0 0,-6 1-23 0 0,1-1 0 0 0,-11 2 0 0 0,18-3 0 0 0,-1 5 0 0 0,-6-3 0 0 0,0-1 0 0 0,-1 1-16 0 0,-9 1-61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04T09:51:31.7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1681 72 3679 0 0,'0'0'8704'0'0,"-2"-1"-8208"0"0,-3-1-91 0 0,-1 0-1 0 0,0 0 0 0 0,0 0 1 0 0,0 1-1 0 0,0-1 0 0 0,0 2 0 0 0,0-1 1 0 0,0 1-1 0 0,0-1 0 0 0,-1 2 1 0 0,1-1-1 0 0,-10 3 0 0 0,-1 1 63 0 0,0-1 0 0 0,-31 2-1 0 0,44-4-377 0 0,-1 0-1 0 0,0 0 1 0 0,1 0-1 0 0,-8 3 0 0 0,-14 4 396 0 0,-13-1 93 0 0,22-3-230 0 0,0-1 0 0 0,-31 1 0 0 0,26-5-155 0 0,11 1-64 0 0,0 0 0 0 0,-12 1 0 0 0,-13-3 248 0 0,31 2-303 0 0,0 0 0 0 0,0 0 0 0 0,1-1-1 0 0,-9-2 1 0 0,-15-1 170 0 0,2 5-9 0 0,0-2 0 0 0,-1-1 1 0 0,-46-9-1 0 0,5 0 147 0 0,-45-11-103 0 0,98 20-257 0 0,1 0 0 0 0,-1 1 0 0 0,-28 1 0 0 0,19 0 44 0 0,7 1-65 0 0,-22 3 0 0 0,26-4-3 0 0,9-1 13 0 0,0 1-1 0 0,1 0 1 0 0,-1 0-1 0 0,1 0 1 0 0,-1 0 0 0 0,-4 1-1 0 0,3 0 13 0 0,-20 0 21 0 0,17-1-44 0 0,1-1 2 0 0,-22 3 62 0 0,4 3 1 0 0,-21 2 0 0 0,-1 5-64 0 0,34-8 31 0 0,-20 5 55 0 0,25-8-73 0 0,5 0-2 0 0,0-1-1 0 0,-1 0 0 0 0,1 1 1 0 0,0 0-1 0 0,0 0 0 0 0,-5 2 1 0 0,-26 12 106 0 0,17-8-47 0 0,10-5-37 0 0,0 1 0 0 0,0 0 0 0 0,0 1-1 0 0,1-1 1 0 0,-7 6 0 0 0,10-7-23 0 0,-14 7 73 0 0,-28 13 165 0 0,43-22-246 0 0,0 1 0 0 0,0 0 0 0 0,0 0-1 0 0,1 0 1 0 0,-1 0 0 0 0,0 0 0 0 0,1 1 0 0 0,-1-1-1 0 0,0 0 1 0 0,-1 2 0 0 0,-14 13-6 0 0,-7 0 57 0 0,13-9-7 0 0,1 0-1 0 0,0 1 0 0 0,0 1 1 0 0,1-1-1 0 0,-14 18 0 0 0,17-20-22 0 0,2-2-3 0 0,0 1 1 0 0,0 0 0 0 0,0 0 0 0 0,1 1-1 0 0,-5 7 1 0 0,4-5-10 0 0,2-5 31 0 0,-7 9-31 0 0,8-9-5 0 0,-2 12 63 0 0,1-5-27 0 0,2 3-31 0 0,0-4 0 0 0,0-6-3 0 0,0 0 0 0 0,0 0-1 0 0,0 0 1 0 0,1-1 0 0 0,-1 1 0 0 0,1 0 0 0 0,0 0 0 0 0,0-1 0 0 0,0 1 0 0 0,0-1 0 0 0,0 1 0 0 0,0-1-1 0 0,2 3 1 0 0,3 6-1 0 0,0 1 4 0 0,4-1 31 0 0,-1-2-20 0 0,-4-5 4 0 0,-1-1 0 0 0,1 0 1 0 0,0 1-1 0 0,0-2 0 0 0,0 1 0 0 0,8 3 1 0 0,5 2-19 0 0,4 4 48 0 0,-14-9-40 0 0,34 11 40 0 0,-30-10-47 0 0,72 21 35 0 0,-55-17 9 0 0,16 3-42 0 0,-35-7-13 0 0,27 8 15 0 0,-15-7 8 0 0,1-1 0 0 0,26 2 1 0 0,15 1 31 0 0,9 2 1 0 0,-32-3 27 0 0,0-1-1 0 0,46-2 1 0 0,136-3-63 0 0,-97 1 65 0 0,-73-1-84 0 0,103 3 77 0 0,-114-1-76 0 0,13 1 0 0 0,-4 2 107 0 0,86-4-1 0 0,-69-2-183 0 0,-43 1 77 0 0,64 3 0 0 0,-10 3 123 0 0,132-7-1 0 0,-1-2 66 0 0,-155 3-173 0 0,-15 2-4 0 0,16-1 42 0 0,-20 0-56 0 0,-28-2 7 0 0,-1 1-1 0 0,1 0 0 0 0,11 2 1 0 0,-6-1 31 0 0,-1 0 0 0 0,23-1 0 0 0,-13 0-11 0 0,45-4 100 0 0,11 7-113 0 0,63 3 95 0 0,-117-7-94 0 0,48 3-13 0 0,-58-1 7 0 0,5 0 23 0 0,33-2 0 0 0,1-1-18 0 0,-40 3 46 0 0,18-1-61 0 0,-23-1 4 0 0,23 0 0 0 0,26 1 53 0 0,-53 1-51 0 0,1-1 0 0 0,-1 1 0 0 0,0-1 0 0 0,1 0-1 0 0,6-1 1 0 0,0 0-2 0 0,16 1 0 0 0,-1-1 0 0 0,43-8 0 0 0,-15 2 0 0 0,-35 4 0 0 0,-9 1 16 0 0,-1 1 0 0 0,1 0 0 0 0,13 1 0 0 0,18-5-16 0 0,-13 3 53 0 0,-2 1-42 0 0,-11 1-11 0 0,-1 0 0 0 0,44-6 0 0 0,-45 5 0 0 0,0-1 0 0 0,5 0-3 0 0,15-7 70 0 0,-29 9-67 0 0,16-8 45 0 0,-10 4-15 0 0,-6 2 12 0 0,7-1-31 0 0,1-1-11 0 0,-1-3 0 0 0,2 1 0 0 0,-1-1 0 0 0,-3 2 11 0 0,-5 2 31 0 0,1-2-20 0 0,-2 1 32 0 0,1-3 17 0 0,-2 2 0 0 0,0-6-17 0 0,0 1-32 0 0,-2 5 20 0 0,-2-7-31 0 0,0-1-11 0 0,2 9 0 0 0,-1 0 0 0 0,1 0 0 0 0,-1 1 0 0 0,0-1 0 0 0,-1 0 0 0 0,-2-5 0 0 0,0 0 0 0 0,-1-1 0 0 0,4 7-4 0 0,0 1-1 0 0,0-1 1 0 0,0 1-1 0 0,0 0 1 0 0,-1 0-1 0 0,1 0 1 0 0,-1-1-1 0 0,-2-1 1 0 0,-13-13-20 0 0,-1-6 24 0 0,-2 2 0 0 0,2 4 0 0 0,-14-13 0 0 0,-5 0-12 0 0,36 29 7 0 0,-1-1 0 0 0,1 1 0 0 0,-1 0 0 0 0,1 0 0 0 0,-1 0 1 0 0,0 1-1 0 0,0-1 0 0 0,1 0 0 0 0,-3 0 0 0 0,-5-2-6 0 0,-21-11-5 0 0,0 1 0 0 0,0 2 0 0 0,-64-15 0 0 0,21 5 16 0 0,39 11 0 0 0,-46-9 0 0 0,54 14-15 0 0,-26-9 1 0 0,30 8-4 0 0,-44-8 1 0 0,25 7 17 0 0,24 4 0 0 0,-22-2 0 0 0,-17-2 0 0 0,32 3 0 0 0,4 0 0 0 0,-20-7 0 0 0,-9-2 0 0 0,-61-1 0 0 0,50 7 0 0 0,-145-10 0 0 0,71 1 0 0 0,51 5 0 0 0,4 6 0 0 0,12 0 0 0 0,38 2 0 0 0,-32 0 0 0 0,-11 1 0 0 0,48 2 0 0 0,-12-2 0 0 0,-21 3-64 0 0,19 3 64 0 0,35-3 0 0 0,-17-1 0 0 0,13-1 0 0 0,4 1 0 0 0,0-1 0 0 0,-1 1 0 0 0,1 0 0 0 0,0 0 0 0 0,0 1 0 0 0,0-1 0 0 0,-4 1 0 0 0,-1-1 0 0 0,5 0 0 0 0,1 0 0 0 0,-1 0 0 0 0,0 0 0 0 0,1 0 0 0 0,-1 1 0 0 0,1-1 0 0 0,-1 1 0 0 0,-4 1 0 0 0,3 0 0 0 0,0 1 0 0 0,-13-1 0 0 0,-7 1 0 0 0,4 0 0 0 0,2-4 0 0 0,14 1 0 0 0,3-1 0 0 0,0 1 0 0 0,0 0 0 0 0,-1 0 0 0 0,1-1 0 0 0,0 1 0 0 0,0 0 0 0 0,0 0 0 0 0,-1 0 0 0 0,1 0 0 0 0,0 1 0 0 0,0-1 0 0 0,0 0 0 0 0,-1 0 0 0 0,0 1 0 0 0,-21 6 0 0 0,17-6 0 0 0,-24 3 0 0 0,-26 1 0 0 0,14-3 0 0 0,17 0 0 0 0,13 0 0 0 0,1 1 0 0 0,3-1 11 0 0,5-1 31 0 0,-4 2-31 0 0,-3 0-11 0 0,-15 1-314 0 0,13-2-691 0 0,1 0 1 0 0,-24 0-1 0 0,11-2-555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04T09:44:53.6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687 147 3223 0 0,'0'0'7247'0'0,"-3"-2"-6808"0"0,-11-9 1303 0 0,14-4-355 0 0,-4-5-226 0 0,4 19-102 0 0,-12-19 1714 0 0,10 18-2521 0 0,-13-16 208 0 0,14 16-16 0 0,-9-3-48 0 0,-10-6 284 0 0,19 9-504 0 0,-12-2 90 0 0,11 3-170 0 0,-35-9 526 0 0,35 9-519 0 0,-11 0 90 0 0,-61-8 711 0 0,35 1-472 0 0,29 7-355 0 0,8 0 54 0 0,-1 1-67 0 0,-2 0-29 0 0,2-1-25 0 0,0 1 0 0 0,0 0 0 0 0,1 0 0 0 0,-1 0 0 0 0,0 0 0 0 0,0 1 0 0 0,1-1-1 0 0,-1 1 1 0 0,0 0 0 0 0,-2 1 0 0 0,1-1 15 0 0,-17 1 42 0 0,9-1-19 0 0,9-1-46 0 0,0 1 0 0 0,-1-1 0 0 0,1 1 0 0 0,0 0 0 0 0,-1 0 0 0 0,-4 3 1 0 0,-1 0-6 0 0,-3 0 3 0 0,-40 17 0 0 0,30-8 0 0 0,1 0 64 0 0,18-12-43 0 0,-12 12 22 0 0,-21 21 85 0 0,18-16-64 0 0,6-2-32 0 0,-13 19 0 0 0,24-34-32 0 0,-9 16 0 0 0,1 2 0 0 0,-10 18 0 0 0,3 3 64 0 0,5-15 11 0 0,8-21-62 0 0,-2 20 39 0 0,1-3 8 0 0,3-21-63 0 0,1 24 90 0 0,0-9-39 0 0,-1-1-36 0 0,0 5-12 0 0,1-14 0 0 0,6 20 0 0 0,-4-15 0 0 0,7 24 0 0 0,-5-19 11 0 0,1 0 31 0 0,3 13-30 0 0,-7-25-12 0 0,-1-1 0 0 0,1 0 0 0 0,0 0 1 0 0,0 1-1 0 0,0-1 0 0 0,0 0 0 0 0,3 3 1 0 0,8 16 7 0 0,-7-11 13 0 0,-2-6-5 0 0,0 0 0 0 0,0 1 0 0 0,0-1 0 0 0,0 0 0 0 0,1 0 0 0 0,-1-1 0 0 0,1 1 0 0 0,0-1 0 0 0,5 3 0 0 0,13 17 37 0 0,-9-11-40 0 0,1-1-1 0 0,0-1 1 0 0,1 0-1 0 0,0 0 1 0 0,31 13-1 0 0,-7-8 9 0 0,0-1 1 0 0,69 14-1 0 0,-100-26-14 0 0,33 3 61 0 0,-31-3-36 0 0,15 2 0 0 0,-11-4 10 0 0,0 0-31 0 0,-1 0 0 0 0,0-1 31 0 0,14-1 8 0 0,-24 2-47 0 0,0 0 0 0 0,0 0 0 0 0,0 0 0 0 0,0-1 1 0 0,0 1-1 0 0,0-1 0 0 0,3-1 0 0 0,9-2-3 0 0,0 0 0 0 0,-1 0 11 0 0,-2-2 31 0 0,1 0-31 0 0,-2 1 0 0 0,10-9 81 0 0,-18 10-78 0 0,6-4-3 0 0,-2 0 1 0 0,1-1 35 0 0,-4 5-33 0 0,-1 0-1 0 0,0 0 0 0 0,0 0 0 0 0,0 0 1 0 0,-1-1-1 0 0,3-4 0 0 0,0-3 8 0 0,1 0 1 0 0,4-17-1 0 0,-3-17 32 0 0,3-42 22 0 0,-5 65-16 0 0,-1-7-54 0 0,-4 15-5 0 0,2-25 0 0 0,-2 17 64 0 0,1 7-64 0 0,-1 13 0 0 0,-6-21 0 0 0,0 2 64 0 0,-6-14 0 0 0,-6-33 0 0 0,5 33 0 0 0,11 29-64 0 0,-9-19 0 0 0,9 24 0 0 0,-6-15 0 0 0,6 13 0 0 0,0-7 0 0 0,-2-7 0 0 0,-6-14 64 0 0,10 29-56 0 0,0 2-5 0 0,0 0 0 0 0,0 0-1 0 0,0 0 1 0 0,-1 0 0 0 0,1 0-1 0 0,0 0 1 0 0,0 0 0 0 0,-1 0-1 0 0,1 0 1 0 0,-1 0 0 0 0,1 0-1 0 0,-1 0 1 0 0,1 1-1 0 0,-1-1 1 0 0,1 0 0 0 0,-2-1-1 0 0,-3-5 9 0 0,0-1 0 0 0,-7-7 29 0 0,11 13-170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04T09:44:56.2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932 165 2303 0 0,'-2'0'400'0'0,"-19"-5"5364"0"0,-2 0-3481 0 0,-22-4 350 0 0,32 6-1387 0 0,10 3-1018 0 0,0-1-1 0 0,0 0 0 0 0,0 0 1 0 0,1 0-1 0 0,-1 0 0 0 0,-4-2 1 0 0,6 2 166 0 0,-12-4 384 0 0,-2-4 368 0 0,-18-15-1 0 0,-6-2 369 0 0,37 25-1313 0 0,-17-13 374 0 0,5 6-267 0 0,-1 0 1 0 0,1 2 0 0 0,-1-1-1 0 0,-1 2 1 0 0,1 0 0 0 0,-1 1-1 0 0,1 0 1 0 0,-1 2 0 0 0,-29-2-1 0 0,3 3-104 0 0,9 1-69 0 0,0 2 52 0 0,0 2-1 0 0,-41 9 1 0 0,40-5 5 0 0,24-4-135 0 0,0-1-1 0 0,0 2 1 0 0,0 0-1 0 0,-13 7 1 0 0,15-7-59 0 0,1 1 1 0 0,-1-1 0 0 0,1 2-1 0 0,0-1 1 0 0,0 0 0 0 0,-7 12 0 0 0,0-2-9 0 0,3-2 10 0 0,1 0 0 0 0,1 1 1 0 0,0 0-1 0 0,1 1 0 0 0,-7 19 0 0 0,1-6 10 0 0,9-15 11 0 0,0-1 1 0 0,1 1-1 0 0,0 0 0 0 0,1 0 1 0 0,0 1-1 0 0,0 17 1 0 0,0-6 9 0 0,0-4-31 0 0,-1 10 0 0 0,0 51 0 0 0,6-43 0 0 0,1-9 0 0 0,3-2 0 0 0,-5-24 0 0 0,2 18 0 0 0,2-7 0 0 0,1 1 0 0 0,5 14 28 0 0,2-3 8 0 0,5 3-36 0 0,-6-11 0 0 0,-7-12 0 0 0,26 24 0 0 0,-28-27 9 0 0,0-1 12 0 0,17 13 2 0 0,4 2-1 0 0,-11-10 20 0 0,2-3-31 0 0,0-1-11 0 0,-1 0 11 0 0,1-1 0 0 0,0 0 0 0 0,1-1 0 0 0,23 1 0 0 0,-12-1-2 0 0,-1-1 4 0 0,0 0 0 0 0,-1-2-1 0 0,1 0 1 0 0,30-6 0 0 0,-52 6-13 0 0,18-5 0 0 0,7-3 12 0 0,-27 7-8 0 0,0 1 1 0 0,0-1 0 0 0,0 1-1 0 0,0-1 1 0 0,0 0-1 0 0,0 0 1 0 0,0 0 0 0 0,2-2-1 0 0,26-18 7 0 0,-10 5-11 0 0,18-17 64 0 0,-9 10 0 0 0,1-3-64 0 0,-23 22 0 0 0,-5 3 0 0 0,1-1 0 0 0,-1 0 0 0 0,0 1 0 0 0,0-1 0 0 0,0 0 0 0 0,0 0 0 0 0,0 0 0 0 0,2-3 0 0 0,42-49 11 0 0,-31 37 42 0 0,7-12-42 0 0,-18 25 14 0 0,15-25 3 0 0,-8 13-8 0 0,-10 15-4 0 0,9-26 23 0 0,-2 7 23 0 0,9-38 0 0 0,-8 22-69 0 0,-6 24 7 0 0,-2-8 0 0 0,0 2 0 0 0,-1 7 11 0 0,-3-39 42 0 0,1 38-42 0 0,2 10-10 0 0,0-14 26 0 0,1 13-9 0 0,0-40-11 0 0,-1 7-7 0 0,0 32 0 0 0,-1-15 0 0 0,-4-1 0 0 0,-2 0 0 0 0,-1 2 20 0 0,2 4 13 0 0,-5-11-22 0 0,11 22-1 0 0,0 0 10 0 0,-10-14 3 0 0,-13-11 0 0 0,20 26 25 0 0,-1-3-25 0 0,2 3 19 0 0,-6-3-31 0 0,-1 0-11 0 0,-11-10-2221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04T09:44:58.5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721 112 7631 0 0,'0'0'896'0'0,"-10"3"1371"0"0,6-2-1857 0 0,1 0 0 0 0,0-1 0 0 0,-1 1 0 0 0,1-1 0 0 0,-1 0 0 0 0,1 0 0 0 0,-1 0 1 0 0,-6-2-1 0 0,4 0 233 0 0,-1 0 1 0 0,0-1-1 0 0,1 0 1 0 0,-1 0 0 0 0,1 0-1 0 0,-9-7 1 0 0,13 9-267 0 0,-16-13 566 0 0,17 13-670 0 0,-13-7 527 0 0,-6 0-352 0 0,18 7-312 0 0,-1 1-1 0 0,-7-4-7 0 0,8 4 113 0 0,-1-2-120 0 0,-49-17 670 0 0,49 18-647 0 0,-3 0 68 0 0,-1-1 1 0 0,1 0-1 0 0,-12-5 0 0 0,18 7-213 0 0,-2-1 129 0 0,-1 1 0 0 0,-12-5 140 0 0,9 4-195 0 0,0-1 0 0 0,0 1 0 0 0,0 0 0 0 0,0 1 0 0 0,0-1 0 0 0,0 1 0 0 0,-11 1 0 0 0,-18 2 119 0 0,1 1 1 0 0,-39 10-1 0 0,63-12-149 0 0,9-2-34 0 0,-1 0 0 0 0,1 0 1 0 0,-1 0-1 0 0,1 1 1 0 0,-1-1-1 0 0,1 0 1 0 0,0 0-1 0 0,-1 1 1 0 0,1-1-1 0 0,-1 1 1 0 0,1 0-1 0 0,0-1 1 0 0,0 1-1 0 0,-1 0 1 0 0,1 0-1 0 0,0 0 1 0 0,-2 1-1 0 0,-10 10 88 0 0,0-3-29 0 0,8-5-48 0 0,0-1-1 0 0,1 0 0 0 0,-8 8 0 0 0,10-9-13 0 0,-1 1 0 0 0,0 0 0 0 0,1 0 0 0 0,0-1 0 0 0,0 2 1 0 0,0-1-1 0 0,0 0 0 0 0,0 0 0 0 0,-2 6 0 0 0,-8 20-7 0 0,3-6 22 0 0,0 0-1 0 0,2 0 1 0 0,-6 28-1 0 0,6-22 79 0 0,-12 55 29 0 0,-14 62 78 0 0,28-120-140 0 0,2 2 5 0 0,1-1-48 0 0,3 0 41 0 0,-1-24-57 0 0,2 12 36 0 0,3 5-40 0 0,2 8-3 0 0,-6-23 0 0 0,8 19 0 0 0,-4-12 21 0 0,-2-4-11 0 0,0-1 1 0 0,1 1 0 0 0,6 10 0 0 0,2-1-11 0 0,26 31 0 0 0,-23-30 0 0 0,-13-16 3 0 0,0 1-1 0 0,0-1 1 0 0,0 1-1 0 0,0-1 0 0 0,0 0 1 0 0,1 0-1 0 0,-1 0 1 0 0,1 0-1 0 0,4 2 1 0 0,2 1 25 0 0,11 9-25 0 0,0-2 0 0 0,1 0-1 0 0,0-1 1 0 0,1-1 0 0 0,0-2-1 0 0,0 0 1 0 0,36 8 0 0 0,-44-12 41 0 0,-9-2-42 0 0,-1 0-1 0 0,1-1 1 0 0,0 0-1 0 0,0 0 1 0 0,6 0-1 0 0,26 3-1 0 0,-29-4 10 0 0,1 1 13 0 0,1 0 1 0 0,0-1 0 0 0,0 0-1 0 0,19-4 1 0 0,-16 1-24 0 0,0-2 0 0 0,14-7 53 0 0,-24 11-23 0 0,16-11 15 0 0,-7 4-45 0 0,-1 0 11 0 0,-1-3 31 0 0,19-18-31 0 0,-12 8 42 0 0,-2-1-42 0 0,-9 15-7 0 0,-4 4 1 0 0,0 0 0 0 0,0 0 0 0 0,0 0 0 0 0,0 0 0 0 0,-1 0 0 0 0,1-1-1 0 0,-1 1 1 0 0,0 0 0 0 0,1-5 0 0 0,0 0 5 0 0,8-13-5 0 0,-3 7 2 0 0,12-36 46 0 0,-4 9-13 0 0,-4 6-16 0 0,-4 17 7 0 0,3-2 2 0 0,-6 9-33 0 0,0-1 0 0 0,-1 0 0 0 0,-1-1 0 0 0,0 0 0 0 0,0 0 0 0 0,0-15 36 0 0,-2 5-8 0 0,2 15-28 0 0,-1-22 0 0 0,-1 22 8 0 0,4-33 37 0 0,-1 15-34 0 0,-3-11-11 0 0,-1 17 0 0 0,-3 3 0 0 0,3 10 7 0 0,-5-22 39 0 0,4 22-34 0 0,-7-22-13 0 0,-1 2 16 0 0,-25-59 34 0 0,32 78-58 0 0,-7-10 39 0 0,-27-29 13 0 0,19 25-43 0 0,5 7 64 0 0,6 9-64 0 0,0 3-17 0 0,6 2-63 0 0,-11 1-2608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04T09:45:00.94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676 196 5983 0 0,'0'0'1770'0'0,"-8"-9"2051"0"0,-40-56 876 0 0,37 52-3305 0 0,-13-23 0 0 0,23 34-1109 0 0,-1 2-22 0 0,-59-34 2131 0 0,59 32-2201 0 0,-1 1-7 0 0,-7-3-7 0 0,8 3-1 0 0,-1-1-7 0 0,-8-3-27 0 0,8 4 115 0 0,1-1-133 0 0,-26-7 176 0 0,26 8-204 0 0,1 0-78 0 0,0 1-1 0 0,0-1 1 0 0,0 1 0 0 0,0 0-1 0 0,-1-1 1 0 0,1 1 0 0 0,0 0-1 0 0,0-1 1 0 0,0 1 0 0 0,0 0-1 0 0,0 0 1 0 0,0 0 0 0 0,0 0-1 0 0,-2 0 1 0 0,2 0-5 0 0,0 0-1 0 0,0 0 1 0 0,0 0-1 0 0,0 0 1 0 0,0 0-1 0 0,0 0 1 0 0,1 0-1 0 0,-1 0 1 0 0,0-1-1 0 0,0 1 1 0 0,0 0-1 0 0,0-1 1 0 0,-1 0-1 0 0,-2 1 57 0 0,-1-1-1 0 0,0 0 1 0 0,0 1-1 0 0,1 0 1 0 0,-1 0 0 0 0,0 1-1 0 0,-5 0 1 0 0,4 0 27 0 0,-7 0-24 0 0,-8 1 187 0 0,-34 8 0 0 0,2 2-90 0 0,17 2-109 0 0,29-11-47 0 0,0 0 0 0 0,1 0 0 0 0,-1-1-1 0 0,-11 2 1 0 0,16-3-7 0 0,-1-1 0 0 0,1 1 0 0 0,0-1-1 0 0,0 1 1 0 0,-1 0 0 0 0,1 0 0 0 0,0 0 0 0 0,0 0-1 0 0,0 1 1 0 0,-3 1 0 0 0,-25 27 58 0 0,22-22-30 0 0,0 1 1 0 0,1-1-1 0 0,0 1 0 0 0,1 0 0 0 0,-10 19 0 0 0,14-25-30 0 0,1-1-1 0 0,0 1 0 0 0,-1 0 0 0 0,2-1 1 0 0,-1 1-1 0 0,0 0 0 0 0,0 0 0 0 0,1 0 1 0 0,-1 4-1 0 0,0 4 28 0 0,-5 16-27 0 0,1 2 0 0 0,-2 38-1 0 0,-1 8-3 0 0,6-53 0 0 0,0 0 0 0 0,2 0 0 0 0,0 0 0 0 0,2 0 0 0 0,5 31 0 0 0,4-14 0 0 0,-7-19 10 0 0,-3-14-4 0 0,0 1 0 0 0,1 0 0 0 0,0-1 0 0 0,0 1 0 0 0,1-1 0 0 0,-1 0 0 0 0,1 1 0 0 0,7 8 0 0 0,-8-13-6 0 0,-1 1 0 0 0,1-1-1 0 0,-1 0 1 0 0,0 1 0 0 0,1-1-1 0 0,-1 1 1 0 0,0-1 0 0 0,1 5 0 0 0,6 20 13 0 0,6 1 40 0 0,-5-11-27 0 0,1-1-1 0 0,1 1 1 0 0,1-2 0 0 0,24 26-1 0 0,-31-35-17 0 0,20 15 59 0 0,6 0-14 0 0,-16-11-41 0 0,-5-3 14 0 0,20 10 0 0 0,-23-13-27 0 0,-5-2 8 0 0,0 0 0 0 0,1-1 0 0 0,-1 1-1 0 0,0-1 1 0 0,1 0 0 0 0,-1 0 0 0 0,5 2-1 0 0,28 12 88 0 0,-12-9-44 0 0,1 0 36 0 0,-18-4-65 0 0,1 0-10 0 0,-1 0-1 0 0,1-1 1 0 0,11 2 0 0 0,-13-3 31 0 0,14 0 1 0 0,0-4-11 0 0,11-2 184 0 0,-19 3-200 0 0,2-3-16 0 0,36-20 83 0 0,-45 24-41 0 0,12-5-30 0 0,-13 5-14 0 0,12-10 56 0 0,22-16 10 0 0,-17 0 5 0 0,-11 13-63 0 0,11-15 58 0 0,-7 7 8 0 0,10-19-8 0 0,-20 38-66 0 0,5-14 15 0 0,-4 7 29 0 0,-2 1-20 0 0,0 6 20 0 0,1-5-31 0 0,3-19-13 0 0,-1-5 68 0 0,1-7-55 0 0,-5 2 42 0 0,0 26-53 0 0,1-9 0 0 0,-3 13 0 0 0,3-34 0 0 0,-2 33 11 0 0,0 5 31 0 0,1-12-29 0 0,-2 12-13 0 0,-2-12-2 0 0,2 11 20 0 0,-6-26 28 0 0,3 20-46 0 0,1 0 11 0 0,-2-4 27 0 0,2 6-32 0 0,1 0 0 0 0,-3-16 0 0 0,4 18 2 0 0,0 3 34 0 0,-15-23-31 0 0,-5-5 53 0 0,20 29-64 0 0,-9-8 64 0 0,8 9-64 0 0,1 1 0 0 0,0 0 0 0 0,0 1 0 0 0,1-1 0 0 0,-1 0 0 0 0,0 1 0 0 0,0-1 0 0 0,1 0 0 0 0,-1 0 0 0 0,1 0 0 0 0,-1 0 0 0 0,1 0 0 0 0,-1 0 0 0 0,1 0 0 0 0,0 1 0 0 0,-1-3 0 0 0,-7-17 0 0 0,6 18 0 0 0,-6-26 11 0 0,6 16 31 0 0,-1 2-31 0 0,-1-1-11 0 0,0 1 0 0 0,0-1 0 0 0,-2-8 11 0 0,6 18 21 0 0,-7-4-2033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04T09:47:39.8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 3679 0 0,'0'0'392'0'0,"14"-1"344"0"0,-2-1 136 0 0,-1 2 24 0 0,1 3-3440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04T09:47:43.5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1931 209 3679 0 0,'0'0'167'0'0,"-1"-1"-7"0"0,-2-2 543 0 0,0 1 1 0 0,0 0-1 0 0,0 1 1 0 0,0-1-1 0 0,0 0 0 0 0,0 1 1 0 0,0 0-1 0 0,-5-2 1 0 0,-1 0-550 0 0,-71-38 4789 0 0,66 35-4420 0 0,0 0 1 0 0,0 1-1 0 0,-22-5 0 0 0,18 5-132 0 0,-5 1 261 0 0,-42-4-1 0 0,17 2-1 0 0,-56-4 865 0 0,67 8-953 0 0,-64-12 0 0 0,-71-17 754 0 0,71 13-1128 0 0,36 5 74 0 0,-2 6 99 0 0,47 6-284 0 0,-26 0 76 0 0,31 2-120 0 0,-24 3 1 0 0,11 0-25 0 0,-41 8 55 0 0,-31 6 92 0 0,85-15-97 0 0,-23 0-1 0 0,-4 2 13 0 0,-4 3-7 0 0,-69 22 0 0 0,96-24-46 0 0,0 2 1 0 0,0 0-1 0 0,0 1 0 0 0,1 1 1 0 0,1 0-1 0 0,-18 14 0 0 0,19-10 4 0 0,-4 0 19 0 0,8-6-40 0 0,-36 28 63 0 0,40-30-56 0 0,0 1 0 0 0,0 0 0 0 0,1 0 0 0 0,0 0 0 0 0,1 1 0 0 0,0 0 0 0 0,0 1 0 0 0,0-1 0 0 0,1 1 0 0 0,1 0 0 0 0,-5 11 0 0 0,3 0 16 0 0,0 0 0 0 0,1 1 0 0 0,-4 36 0 0 0,7-32-24 0 0,0-6 11 0 0,0-10 0 0 0,1 0-1 0 0,0 1 1 0 0,1 12-1 0 0,0 48 1 0 0,2-44-11 0 0,-1 6 0 0 0,0-31 0 0 0,-2 7 1 0 0,2 0 0 0 0,-1 0-1 0 0,1 0 1 0 0,0-1 0 0 0,3 10-1 0 0,6 21 60 0 0,-7-24-49 0 0,4 8 42 0 0,-6-19-57 0 0,12 18 61 0 0,-12-18-49 0 0,0 1-5 0 0,13 14-3 0 0,5 5 11 0 0,-16-19 10 0 0,15 12 11 0 0,-6-8-21 0 0,-2 0 42 0 0,15 12 19 0 0,-13-11-53 0 0,0 0-1 0 0,1-1 0 0 0,0 0 0 0 0,0-1 0 0 0,17 6 0 0 0,-25-10-9 0 0,0-1-1 0 0,0 0 1 0 0,0 0 0 0 0,1 0-1 0 0,7 1 1 0 0,-11-3-7 0 0,0 0 1 0 0,0 1-1 0 0,0-1 1 0 0,-1 1 0 0 0,1 0-1 0 0,0-1 1 0 0,0 1-1 0 0,1 1 1 0 0,2 1-3 0 0,-1 0 0 0 0,1-1 0 0 0,0 1 0 0 0,0-1 0 0 0,0 0 0 0 0,10 1 0 0 0,2 2 0 0 0,7 3 23 0 0,0-2 0 0 0,0-1-1 0 0,1-1 1 0 0,33 2 0 0 0,-18-2-9 0 0,-35-4-6 0 0,37 5 57 0 0,46-2 1 0 0,31-5 40 0 0,-95-2-95 0 0,1 3 5 0 0,-19 1-7 0 0,1 0 1 0 0,-1 0 0 0 0,0-1 0 0 0,1 0 0 0 0,7-2 0 0 0,-12 2-5 0 0,0 0 0 0 0,0 0 0 0 0,0 1 1 0 0,0-1-1 0 0,0 1 0 0 0,1-1 0 0 0,2 1 0 0 0,21-2 7 0 0,31 1 52 0 0,-31 2-64 0 0,-15 0 0 0 0,-1 0 0 0 0,14-2 0 0 0,-9-2 0 0 0,-10 2 0 0 0,1 0 0 0 0,0 0 0 0 0,-1 0 0 0 0,1 1 0 0 0,8 0 0 0 0,8 0 0 0 0,39-6 0 0 0,-23 4-2 0 0,-29 2 5 0 0,-1-1 0 0 0,1 1 0 0 0,12-4 1 0 0,-16 3 19 0 0,17-3 7 0 0,-1 1-30 0 0,-9 0 0 0 0,1 2 0 0 0,13-1 0 0 0,-9 2 0 0 0,-9 0 0 0 0,0 0 0 0 0,1-1 0 0 0,-1 0 0 0 0,8-2 0 0 0,3-1 8 0 0,-18 3 9 0 0,3-1 9 0 0,42-7-13 0 0,-18 5-13 0 0,-24 4 0 0 0,17-4 0 0 0,16-7 0 0 0,5 1 0 0 0,52-14 64 0 0,-38 7-64 0 0,-30 10 53 0 0,1-2-42 0 0,-2-1-11 0 0,-20 9 0 0 0,17-8 0 0 0,-18 7 1 0 0,14-9 51 0 0,-9 4-45 0 0,-4 2 0 0 0,18-18-10 0 0,-19 22 19 0 0,-2-1 15 0 0,7-12-14 0 0,-6 11-17 0 0,13-23 0 0 0,-16 25 1 0 0,2-1-2 0 0,-1 0 1 0 0,0 0 0 0 0,1-1-1 0 0,-1 1 1 0 0,0 0 0 0 0,0-1-1 0 0,0 1 1 0 0,-1-1 0 0 0,2-3-1 0 0,1-16 57 0 0,8-24 8 0 0,1-12 4 0 0,-10 45-61 0 0,0-1-7 0 0,0-1 0 0 0,2-9 0 0 0,-3 18 0 0 0,0-13 0 0 0,0 12 0 0 0,-2-25 0 0 0,-2-10 117 0 0,0 16-106 0 0,-2 1-11 0 0,1 1 11 0 0,-1 2 42 0 0,-4-1-53 0 0,0-8 0 0 0,6 21 0 0 0,-2 0 0 0 0,0-1 0 0 0,-1 0 0 0 0,3 6 0 0 0,-1 0 0 0 0,0 0 0 0 0,0 0 0 0 0,-5-4 0 0 0,8 8 0 0 0,-29-28 11 0 0,28 26 3 0 0,-19-13 25 0 0,2 1-39 0 0,15 11 0 0 0,3 3 0 0 0,-1 0 0 0 0,1-1 0 0 0,0 1 0 0 0,0 0 0 0 0,0 0 0 0 0,-1 0 0 0 0,1 1 0 0 0,0-1 0 0 0,-1 0 0 0 0,1 0 0 0 0,-4 0 0 0 0,-5-2-12 0 0,9 2-19 0 0,0 0 0 0 0,-1 1 0 0 0,1-1 0 0 0,0 1 0 0 0,-1 0 0 0 0,1-1-1 0 0,0 1 1 0 0,-1 0 0 0 0,1 0 0 0 0,-1 0 0 0 0,1 0 0 0 0,-1 0 0 0 0,1 0 0 0 0,0 0 0 0 0,-1 1 0 0 0,1-1-1 0 0,-1 0 1 0 0,1 1 0 0 0,-2 0 0 0 0,-3 1-191 0 0,-7 3-1538 0 0,0 0-4297 0 0,-3 3-2246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04T09:47:46.6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817 71 4143 0 0,'0'0'11336'0'0,"1"-2"-10952"0"0,2-5 271 0 0,-3 6-628 0 0,0 1-1 0 0,0 0 0 0 0,0 0 1 0 0,1 0-1 0 0,-1-1 0 0 0,0 1 0 0 0,0 0 1 0 0,0 0-1 0 0,0 0 0 0 0,0-1 1 0 0,0 1-1 0 0,0 0 0 0 0,0 0 1 0 0,0 0-1 0 0,0-1 0 0 0,0 1 1 0 0,0 0-1 0 0,0 0 0 0 0,-1 0 0 0 0,1-1 1 0 0,0 1-1 0 0,0 0 0 0 0,0 0 1 0 0,0 0-1 0 0,0 0 0 0 0,0-1 1 0 0,0 1-1 0 0,0 0 0 0 0,-1 0 0 0 0,1 0 1 0 0,0 0-1 0 0,0 0 0 0 0,0-1 1 0 0,0 1-1 0 0,-1 0 0 0 0,1 0 1 0 0,0 0-1 0 0,0 0 0 0 0,0 0 1 0 0,0 0-1 0 0,-1 0 0 0 0,1 0 0 0 0,0 0 1 0 0,0 0-1 0 0,-1 0 943 0 0,-1-2-685 0 0,-3-3-17 0 0,3 3 726 0 0,1 1-770 0 0,-25-16 1807 0 0,24 16-1819 0 0,-12-5 165 0 0,7 4-291 0 0,5 2-10 0 0,0-2-3 0 0,-26-6 236 0 0,18 5-212 0 0,2 2 3 0 0,0-1 0 0 0,0 1 0 0 0,0 0 0 0 0,1 1 0 0 0,-12 0-1 0 0,8 1-75 0 0,-59 10 173 0 0,57-9-164 0 0,2 0 52 0 0,0-1 0 0 0,0 0 0 0 0,-14 0 0 0 0,18-1-41 0 0,-1 0-1 0 0,1 1 1 0 0,-1 0-1 0 0,-7 3 1 0 0,-8 0 96 0 0,-9 3 42 0 0,-48 11-42 0 0,-5 4 306 0 0,74-18-410 0 0,1 1-1 0 0,-1 0 0 0 0,1 0 0 0 0,0 1 1 0 0,-11 8-1 0 0,18-12 8 0 0,-11 8-29 0 0,9-4-14 0 0,-2 4 0 0 0,-7 11 54 0 0,12-20-41 0 0,-7 16-13 0 0,6-9 19 0 0,2-4 0 0 0,-1 0 1 0 0,0 0-1 0 0,0-1 0 0 0,0 1 1 0 0,-4 5-1 0 0,-4 6 14 0 0,5-7-5 0 0,-3 7-22 0 0,-10 18-5 0 0,0 2 0 0 0,14-28 8 0 0,-7 18 37 0 0,2 5 19 0 0,7-23-47 0 0,0 0 6 0 0,-1 0 0 0 0,2 0 0 0 0,-1 0 0 0 0,1 0 0 0 0,0 0-1 0 0,1 0 1 0 0,0 10 0 0 0,0-15-17 0 0,0 0 0 0 0,-1 0-1 0 0,1 0 1 0 0,1 0 0 0 0,-1 0 0 0 0,0 0-1 0 0,0 0 1 0 0,1 0 0 0 0,-1 0-1 0 0,1 0 1 0 0,1 2 0 0 0,5 16 11 0 0,-5-14-6 0 0,7 14 29 0 0,-5-11-38 0 0,-2-5 23 0 0,11 15 67 0 0,-8-13-53 0 0,1 3-2 0 0,1-1 1 0 0,0 1-1 0 0,0-1 1 0 0,1-1 0 0 0,0 0-1 0 0,16 11 1 0 0,-21-16-26 0 0,0 0 0 0 0,0-1 0 0 0,1 1 1 0 0,-1-1-1 0 0,0 0 0 0 0,6 1 0 0 0,9 4 73 0 0,9 3-21 0 0,-14-5-33 0 0,0 0-1 0 0,0-1 1 0 0,1 0-1 0 0,-1-1 1 0 0,1-1-1 0 0,15 0 1 0 0,-25-1-25 0 0,-1 0 1 0 0,1 0 0 0 0,0 1-1 0 0,0-1 1 0 0,-1 1-1 0 0,1 0 1 0 0,5 1 0 0 0,7 2 4 0 0,71 5 90 0 0,-38-5-32 0 0,-8-4-58 0 0,2 1 0 0 0,-31 0 15 0 0,23 0 0 0 0,-1-1-25 0 0,20 4 10 0 0,-46-3 6 0 0,-2-1-10 0 0,0 0 1 0 0,-1 0-1 0 0,1 0 0 0 0,7-2 0 0 0,0-1-7 0 0,-8 2 0 0 0,1 0 0 0 0,-1 1 0 0 0,0-1 0 0 0,1 1 0 0 0,-1 0 0 0 0,6 1 0 0 0,33-4 0 0 0,-39 3 0 0 0,18-3 0 0 0,2-1 0 0 0,8-6 64 0 0,-19 9-64 0 0,8-2 11 0 0,-10 1 27 0 0,10-3-23 0 0,6-2-15 0 0,-9 3 0 0 0,-19 4 0 0 0,31-13 0 0 0,-21 8 11 0 0,-5 3 31 0 0,5-5-31 0 0,2-1-11 0 0,2-1 19 0 0,-12 7 9 0 0,7-11-11 0 0,-1 2-6 0 0,1-3 37 0 0,-2 1-46 0 0,3-11 65 0 0,-7 18-66 0 0,-1 2 0 0 0,-1 1 1 0 0,0-1 0 0 0,0 0-1 0 0,0 0 1 0 0,1-6 0 0 0,0-2 40 0 0,-1 6-33 0 0,0 1-1 0 0,0-1 0 0 0,-1 0 0 0 0,0 1 0 0 0,0-1 0 0 0,0 0 0 0 0,-2-9 0 0 0,-2-10 2 0 0,2 9-10 0 0,2 15 0 0 0,-8-30 0 0 0,7 23 0 0 0,-9-25 11 0 0,9 29 2 0 0,-6-11 27 0 0,-4-2-40 0 0,7 11 0 0 0,-1 0 0 0 0,1 1 0 0 0,-1-1 0 0 0,-7-4 0 0 0,5 3 0 0 0,-2-3 11 0 0,3 4 28 0 0,-7-6-25 0 0,8 7-14 0 0,-14-11 0 0 0,-18-6 0 0 0,32 18 0 0 0,3 2 0 0 0,-1 0 0 0 0,1 1 0 0 0,0-1 0 0 0,-1 1 0 0 0,1-1 0 0 0,-1 1 0 0 0,-3-1 0 0 0,-1-2 0 0 0,-30-12 0 0 0,26 11 0 0 0,1 0 0 0 0,1 0 0 0 0,1 0 0 0 0,-3 0 0 0 0,2-1 0 0 0,1-1 0 0 0,-4-4 0 0 0,12 10 0 0 0,-22-13 0 0 0,13 9 0 0 0,-3 1 0 0 0,-2-2 4 0 0,12 4-7 0 0,-29-10-13 0 0,27 10 0 0 0,1 1 0 0 0,-1 0-1 0 0,0 1 1 0 0,0-1 0 0 0,0 0-1 0 0,0 1 1 0 0,0 0 0 0 0,-1 0-1 0 0,-4 1 1 0 0,-4 1-662 0 0,-21 7 1 0 0,-5 2-854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04T09:49:05.4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803 1057 4607 0 0,'0'0'7088'0'0,"1"3"-6746"0"0,2 8-113 0 0,-2-8 120 0 0,12 1 37 0 0,4 1 372 0 0,33 5 0 0 0,-32-7-537 0 0,22 6 0 0 0,41 11 440 0 0,-36-10-330 0 0,-26-7-41 0 0,38 2-1 0 0,-12-1 100 0 0,-15-2 205 0 0,40-1 0 0 0,-31-2-250 0 0,37 1 6 0 0,299-4 496 0 0,-239 4-224 0 0,-55 1-276 0 0,111 2 240 0 0,136-3-294 0 0,-54-8 398 0 0,-47-5-543 0 0,2-20 165 0 0,-208 29-232 0 0,25-8 0 0 0,-37 11-54 0 0,-7 1-24 0 0,0 0 1 0 0,0 0-1 0 0,0 0 0 0 0,0-1 0 0 0,0 1 1 0 0,0-1-1 0 0,0 1 0 0 0,0-1 0 0 0,-1 0 1 0 0,1 1-1 0 0,2-2 0 0 0,14-6 43 0 0,-7 4 41 0 0,0-1 1 0 0,14-8-1 0 0,-9 6-17 0 0,-12 5-94 0 0,0 1 1 0 0,0 0-1 0 0,0-1 1 0 0,0 0-1 0 0,6-4 0 0 0,1-1 36 0 0,-1 0-1 0 0,0 0 1 0 0,-1-1-1 0 0,0 0 1 0 0,9-9-1 0 0,-5 2 3 0 0,1 1 0 0 0,-2-1 0 0 0,0-1-1 0 0,14-26 1 0 0,6-7-13 0 0,-26 38 4 0 0,-4 11 7 0 0,1-2 8 0 0,12-20 0 0 0,-4 3 3 0 0,-1 1 43 0 0,-8 15-49 0 0,6-13 28 0 0,-7 14-40 0 0,0 1 0 0 0,0-1 0 0 0,-1 0 0 0 0,1 0 0 0 0,0 0 0 0 0,-1 0 0 0 0,1 0 0 0 0,-1 0 1 0 0,0 0-1 0 0,1 0 0 0 0,-1 0 0 0 0,0-2 0 0 0,-1-16 71 0 0,2 13-49 0 0,-1 0 0 0 0,0 0-1 0 0,0 0 1 0 0,-3-14-1 0 0,3 14-3 0 0,0 4 2 0 0,-1 0 0 0 0,0-1 0 0 0,1 1 0 0 0,-1 0 0 0 0,0 0-1 0 0,0 0 1 0 0,-1 0 0 0 0,1 0 0 0 0,-1 0 0 0 0,1 0-1 0 0,-1 0 1 0 0,-4-4 0 0 0,-1-5 48 0 0,-2 0 0 0 0,-14-16-1 0 0,0 2-18 0 0,-8-7 123 0 0,3 4-100 0 0,-30-32 117 0 0,-22-22 13 0 0,57 62-179 0 0,-6-6 50 0 0,-36-26 0 0 0,48 42-53 0 0,-1 1 0 0 0,-1 1 0 0 0,0 1 0 0 0,0 1 0 0 0,-36-9 0 0 0,-1 0 20 0 0,20 6-20 0 0,-1 2 1 0 0,-54-6-1 0 0,8 2-21 0 0,-115-12 58 0 0,119 16-58 0 0,-290-22 57 0 0,338 28-56 0 0,-130 0 33 0 0,6 1-10 0 0,-120-4 198 0 0,226 6-87 0 0,-163 0-373 0 0,-108 0 387 0 0,218 3-74 0 0,45 0-23 0 0,-195 27 85 0 0,240-28-141 0 0,-42 8 124 0 0,-54 20-1 0 0,45-12-63 0 0,38-12-46 0 0,-6 1 61 0 0,0 2 0 0 0,1 1 0 0 0,-50 25 0 0 0,67-28-6 0 0,0 1-1 0 0,-16 14 1 0 0,19-14-52 0 0,-5 7 87 0 0,0 4-62 0 0,10-14-30 0 0,3-4-6 0 0,0 1 0 0 0,1-1 1 0 0,-1 1-1 0 0,0 0 0 0 0,1-1 1 0 0,0 1-1 0 0,0 0 0 0 0,0 0 1 0 0,-1 3-1 0 0,-19 52-5 0 0,14-35 0 0 0,-1 10 0 0 0,6-29 18 0 0,-3 28 28 0 0,4-2 19 0 0,1-5 150 0 0,0-13-187 0 0,0-3-24 0 0,5 12-31 0 0,-2-4 81 0 0,2 0-41 0 0,0-1-13 0 0,-2-1 0 0 0,1 0 0 0 0,-1 0 0 0 0,0 1 0 0 0,2 0 0 0 0,1 7 20 0 0,-5-22-3 0 0,10 22 10 0 0,4 7-27 0 0,2 2 0 0 0,-1-3 75 0 0,-8-15-22 0 0,6 10 14 0 0,-7-13-68 0 0,5 5 52 0 0,6 10 13 0 0,-2-3-52 0 0,-15-21-13 0 0,0 0 1 0 0,1-1 0 0 0,-1 1 0 0 0,1 0 0 0 0,-1-1 0 0 0,1 1-1 0 0,3 2 1 0 0,7 6 1 0 0,-11-9-2 0 0,10 9 14 0 0,0-1 0 0 0,1 0 0 0 0,1-1 0 0 0,20 12 0 0 0,-11-10 40 0 0,19 5-31 0 0,57 21 95 0 0,-40-18-53 0 0,-17-5-11 0 0,-39-12-51 0 0,0 0-1 0 0,1 0 0 0 0,-1 0 0 0 0,0 0 1 0 0,1-1-1 0 0,-1 1 0 0 0,1-1 1 0 0,0 1-1 0 0,4-1 0 0 0,3 1-3 0 0,6 3 2 0 0,-13-4 0 0 0,-2-1 0 0 0,0 1 0 0 0,0-1 0 0 0,0 1 0 0 0,0-1 0 0 0,0 1 0 0 0,1 0 0 0 0,-1 0 0 0 0,0-1 0 0 0,0 1 0 0 0,0 0 0 0 0,0 0 0 0 0,1 0 0 0 0,-1 1 0 0 0,0-1 0 0 0,0 0 0 0 0,2 1 0 0 0,56 6 64 0 0,-17-3-64 0 0,-20 0 30 0 0,-9-3 2 0 0,-2-1-30 0 0,5 0-2 0 0,47-1 11 0 0,-18 2 42 0 0,-12-1 11 0 0,-17-1-64 0 0,3 0 5 0 0,-15 1-13 0 0,35 1 86 0 0,-31 0-52 0 0,-4-1-15 0 0,0 0 1 0 0,-1 1-1 0 0,1-1 1 0 0,-1-1-1 0 0,1 1 1 0 0,6-2-1 0 0,1 1 11 0 0,2-1 31 0 0,0 1 0 0 0,-2-1-31 0 0,-9 2 4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04T09:51:17.2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1244 823 4143 0 0,'0'0'1626'0'0,"5"2"-269"0"0,18 9 9196 0 0,-9 3-9594 0 0,36 17 589 0 0,-48-30-1336 0 0,-1-1-181 0 0,0 0 0 0 0,0 0 0 0 0,0 1 0 0 0,0-1 0 0 0,0 0 0 0 0,0 0 0 0 0,0 1 0 0 0,0-1-1 0 0,0 0 1 0 0,2 2 0 0 0,0-1 30 0 0,12 2 159 0 0,0 0 0 0 0,1-1 0 0 0,-1 0 0 0 0,1-2 0 0 0,0 0 0 0 0,22-2 0 0 0,93-21 743 0 0,-111 18-850 0 0,68-17 207 0 0,-81 20-241 0 0,-5-1-80 0 0,28-7 179 0 0,9-3-26 0 0,-26 7-152 0 0,-2 0 0 0 0,0 1 0 0 0,-2-2 11 0 0,1-1 31 0 0,0 0-31 0 0,-2 1 0 0 0,-5 4 31 0 0,4-5-31 0 0,-1 0 1 0 0,8-15 144 0 0,-9 13-156 0 0,0-3 0 0 0,0 2 0 0 0,0 0 0 0 0,-1 0 0 0 0,1 1 0 0 0,0 1 0 0 0,-1-1 0 0 0,1-7 0 0 0,-4 12 24 0 0,1-1 1 0 0,-1 1-1 0 0,0-1 0 0 0,0 0 1 0 0,0 0-1 0 0,-1 1 0 0 0,0-1 1 0 0,0 0-1 0 0,0 0 0 0 0,-2-6 1 0 0,-1 1 34 0 0,0 0-1 0 0,-1 1 1 0 0,0-1 0 0 0,-7-11-1 0 0,-12-20 229 0 0,19 35-275 0 0,-5-13 51 0 0,-2 0 0 0 0,0 0 1 0 0,-1 1-1 0 0,-16-19 0 0 0,11 21-63 0 0,-16-11 76 0 0,24 20 23 0 0,-1-1 0 0 0,0 1 0 0 0,-20-12 0 0 0,-5-2 175 0 0,-1 2 0 0 0,-37-16-1 0 0,-26-9 55 0 0,22 9-82 0 0,-41-5 90 0 0,115 39-329 0 0,-1 1 0 0 0,1-1 1 0 0,0 1-1 0 0,0 0 1 0 0,-1 0-1 0 0,-6 0 0 0 0,2 0-5 0 0,-54-8-2 0 0,37 6 0 0 0,-87-2 37 0 0,21 2-10 0 0,-28 0 48 0 0,76 1-9 0 0,0 2 1 0 0,-45 5 0 0 0,50 4-14 0 0,22-5-53 0 0,6-2 0 0 0,1 0 0 0 0,-1 1 0 0 0,-15 8 0 0 0,12-7 25 0 0,0 0 0 0 0,-15 3 1 0 0,17-5 2 0 0,-1 1 0 0 0,1 1 0 0 0,-16 6 0 0 0,-2 3 50 0 0,-42 13 1 0 0,-19 8 29 0 0,7 4-37 0 0,75-34-50 0 0,0 1 0 0 0,0 0 0 0 0,0 0 1 0 0,1 1-1 0 0,0 0 0 0 0,-10 11 0 0 0,9-10-4 0 0,5-5-9 0 0,0 1 0 0 0,1-1-1 0 0,-1 1 1 0 0,0 0 0 0 0,-3 6 0 0 0,-17 25 3 0 0,8-12 42 0 0,13-18-53 0 0,-7 17 0 0 0,-1 5 53 0 0,2-9-40 0 0,7-12-16 0 0,0 17 57 0 0,-3 8-43 0 0,3 0-11 0 0,1-18 0 0 0,1 0 1 0 0,4 22-1 0 0,-1-9 10 0 0,-4-20 3 0 0,5 19 27 0 0,8 14-40 0 0,4 0 64 0 0,-14-31-61 0 0,-2-3 3 0 0,0-1 0 0 0,1 0 1 0 0,0 0-1 0 0,-1 0 0 0 0,1 0 1 0 0,1-1-1 0 0,3 6 0 0 0,9 11 58 0 0,-12-15-52 0 0,7 4-12 0 0,0 0-1 0 0,24 18 54 0 0,-20-16-27 0 0,0-1 0 0 0,1-1-1 0 0,0 0 1 0 0,22 7-1 0 0,-28-11-22 0 0,1 0-1 0 0,13 2 1 0 0,22 6 64 0 0,32 11-3 0 0,-41-14 0 0 0,15 1-53 0 0,-23-8 42 0 0,0 0 0 0 0,-3 1-42 0 0,11 0 53 0 0,-23-3-53 0 0,10 1 44 0 0,-2 1-57 0 0,22-3 77 0 0,-28 1-33 0 0,10 2-32 0 0,-19-2 1 0 0,12-1 32 0 0,-9 1-31 0 0,26-4-13 0 0,-18 2 10 0 0,-1 1 0 0 0,0 0 0 0 0,1 2 0 0 0,30 4 0 0 0,31 2 10 0 0,-21-7-19 0 0,-44 0 0 0 0,0 1 0 0 0,0 0 0 0 0,1 1 0 0 0,53 6 0 0 0,-54-7 0 0 0,0 0 0 0 0,-1-1 0 0 0,1 1 0 0 0,5 1 23 0 0,-17-2-5 0 0,16-3 5 0 0,-6 1-23 0 0,1-1 0 0 0,-11 2 0 0 0,18-3 0 0 0,-1 5 0 0 0,-6-3 0 0 0,0-1 0 0 0,-1 1-16 0 0,-9 1-61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04T09:51:31.7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1681 72 3679 0 0,'0'0'8704'0'0,"-2"-1"-8208"0"0,-3-1-91 0 0,-1 0-1 0 0,0 0 0 0 0,0 0 1 0 0,0 1-1 0 0,0-1 0 0 0,0 2 0 0 0,0-1 1 0 0,0 1-1 0 0,0-1 0 0 0,-1 2 1 0 0,1-1-1 0 0,-10 3 0 0 0,-1 1 63 0 0,0-1 0 0 0,-31 2-1 0 0,44-4-377 0 0,-1 0-1 0 0,0 0 1 0 0,1 0-1 0 0,-8 3 0 0 0,-14 4 396 0 0,-13-1 93 0 0,22-3-230 0 0,0-1 0 0 0,-31 1 0 0 0,26-5-155 0 0,11 1-64 0 0,0 0 0 0 0,-12 1 0 0 0,-13-3 248 0 0,31 2-303 0 0,0 0 0 0 0,0 0 0 0 0,1-1-1 0 0,-9-2 1 0 0,-15-1 170 0 0,2 5-9 0 0,0-2 0 0 0,-1-1 1 0 0,-46-9-1 0 0,5 0 147 0 0,-45-11-103 0 0,98 20-257 0 0,1 0 0 0 0,-1 1 0 0 0,-28 1 0 0 0,19 0 44 0 0,7 1-65 0 0,-22 3 0 0 0,26-4-3 0 0,9-1 13 0 0,0 1-1 0 0,1 0 1 0 0,-1 0-1 0 0,1 0 1 0 0,-1 0 0 0 0,-4 1-1 0 0,3 0 13 0 0,-20 0 21 0 0,17-1-44 0 0,1-1 2 0 0,-22 3 62 0 0,4 3 1 0 0,-21 2 0 0 0,-1 5-64 0 0,34-8 31 0 0,-20 5 55 0 0,25-8-73 0 0,5 0-2 0 0,0-1-1 0 0,-1 0 0 0 0,1 1 1 0 0,0 0-1 0 0,0 0 0 0 0,-5 2 1 0 0,-26 12 106 0 0,17-8-47 0 0,10-5-37 0 0,0 1 0 0 0,0 0 0 0 0,0 1-1 0 0,1-1 1 0 0,-7 6 0 0 0,10-7-23 0 0,-14 7 73 0 0,-28 13 165 0 0,43-22-246 0 0,0 1 0 0 0,0 0 0 0 0,0 0-1 0 0,1 0 1 0 0,-1 0 0 0 0,0 0 0 0 0,1 1 0 0 0,-1-1-1 0 0,0 0 1 0 0,-1 2 0 0 0,-14 13-6 0 0,-7 0 57 0 0,13-9-7 0 0,1 0-1 0 0,0 1 0 0 0,0 1 1 0 0,1-1-1 0 0,-14 18 0 0 0,17-20-22 0 0,2-2-3 0 0,0 1 1 0 0,0 0 0 0 0,0 0 0 0 0,1 1-1 0 0,-5 7 1 0 0,4-5-10 0 0,2-5 31 0 0,-7 9-31 0 0,8-9-5 0 0,-2 12 63 0 0,1-5-27 0 0,2 3-31 0 0,0-4 0 0 0,0-6-3 0 0,0 0 0 0 0,0 0-1 0 0,0 0 1 0 0,1-1 0 0 0,-1 1 0 0 0,1 0 0 0 0,0 0 0 0 0,0-1 0 0 0,0 1 0 0 0,0-1 0 0 0,0 1 0 0 0,0-1-1 0 0,2 3 1 0 0,3 6-1 0 0,0 1 4 0 0,4-1 31 0 0,-1-2-20 0 0,-4-5 4 0 0,-1-1 0 0 0,1 0 1 0 0,0 1-1 0 0,0-2 0 0 0,0 1 0 0 0,8 3 1 0 0,5 2-19 0 0,4 4 48 0 0,-14-9-40 0 0,34 11 40 0 0,-30-10-47 0 0,72 21 35 0 0,-55-17 9 0 0,16 3-42 0 0,-35-7-13 0 0,27 8 15 0 0,-15-7 8 0 0,1-1 0 0 0,26 2 1 0 0,15 1 31 0 0,9 2 1 0 0,-32-3 27 0 0,0-1-1 0 0,46-2 1 0 0,136-3-63 0 0,-97 1 65 0 0,-73-1-84 0 0,103 3 77 0 0,-114-1-76 0 0,13 1 0 0 0,-4 2 107 0 0,86-4-1 0 0,-69-2-183 0 0,-43 1 77 0 0,64 3 0 0 0,-10 3 123 0 0,132-7-1 0 0,-1-2 66 0 0,-155 3-173 0 0,-15 2-4 0 0,16-1 42 0 0,-20 0-56 0 0,-28-2 7 0 0,-1 1-1 0 0,1 0 0 0 0,11 2 1 0 0,-6-1 31 0 0,-1 0 0 0 0,23-1 0 0 0,-13 0-11 0 0,45-4 100 0 0,11 7-113 0 0,63 3 95 0 0,-117-7-94 0 0,48 3-13 0 0,-58-1 7 0 0,5 0 23 0 0,33-2 0 0 0,1-1-18 0 0,-40 3 46 0 0,18-1-61 0 0,-23-1 4 0 0,23 0 0 0 0,26 1 53 0 0,-53 1-51 0 0,1-1 0 0 0,-1 1 0 0 0,0-1 0 0 0,1 0-1 0 0,6-1 1 0 0,0 0-2 0 0,16 1 0 0 0,-1-1 0 0 0,43-8 0 0 0,-15 2 0 0 0,-35 4 0 0 0,-9 1 16 0 0,-1 1 0 0 0,1 0 0 0 0,13 1 0 0 0,18-5-16 0 0,-13 3 53 0 0,-2 1-42 0 0,-11 1-11 0 0,-1 0 0 0 0,44-6 0 0 0,-45 5 0 0 0,0-1 0 0 0,5 0-3 0 0,15-7 70 0 0,-29 9-67 0 0,16-8 45 0 0,-10 4-15 0 0,-6 2 12 0 0,7-1-31 0 0,1-1-11 0 0,-1-3 0 0 0,2 1 0 0 0,-1-1 0 0 0,-3 2 11 0 0,-5 2 31 0 0,1-2-20 0 0,-2 1 32 0 0,1-3 17 0 0,-2 2 0 0 0,0-6-17 0 0,0 1-32 0 0,-2 5 20 0 0,-2-7-31 0 0,0-1-11 0 0,2 9 0 0 0,-1 0 0 0 0,1 0 0 0 0,-1 1 0 0 0,0-1 0 0 0,-1 0 0 0 0,-2-5 0 0 0,0 0 0 0 0,-1-1 0 0 0,4 7-4 0 0,0 1-1 0 0,0-1 1 0 0,0 1-1 0 0,0 0 1 0 0,-1 0-1 0 0,1 0 1 0 0,-1-1-1 0 0,-2-1 1 0 0,-13-13-20 0 0,-1-6 24 0 0,-2 2 0 0 0,2 4 0 0 0,-14-13 0 0 0,-5 0-12 0 0,36 29 7 0 0,-1-1 0 0 0,1 1 0 0 0,-1 0 0 0 0,1 0 0 0 0,-1 0 1 0 0,0 1-1 0 0,0-1 0 0 0,1 0 0 0 0,-3 0 0 0 0,-5-2-6 0 0,-21-11-5 0 0,0 1 0 0 0,0 2 0 0 0,-64-15 0 0 0,21 5 16 0 0,39 11 0 0 0,-46-9 0 0 0,54 14-15 0 0,-26-9 1 0 0,30 8-4 0 0,-44-8 1 0 0,25 7 17 0 0,24 4 0 0 0,-22-2 0 0 0,-17-2 0 0 0,32 3 0 0 0,4 0 0 0 0,-20-7 0 0 0,-9-2 0 0 0,-61-1 0 0 0,50 7 0 0 0,-145-10 0 0 0,71 1 0 0 0,51 5 0 0 0,4 6 0 0 0,12 0 0 0 0,38 2 0 0 0,-32 0 0 0 0,-11 1 0 0 0,48 2 0 0 0,-12-2 0 0 0,-21 3-64 0 0,19 3 64 0 0,35-3 0 0 0,-17-1 0 0 0,13-1 0 0 0,4 1 0 0 0,0-1 0 0 0,-1 1 0 0 0,1 0 0 0 0,0 0 0 0 0,0 1 0 0 0,0-1 0 0 0,-4 1 0 0 0,-1-1 0 0 0,5 0 0 0 0,1 0 0 0 0,-1 0 0 0 0,0 0 0 0 0,1 0 0 0 0,-1 1 0 0 0,1-1 0 0 0,-1 1 0 0 0,-4 1 0 0 0,3 0 0 0 0,0 1 0 0 0,-13-1 0 0 0,-7 1 0 0 0,4 0 0 0 0,2-4 0 0 0,14 1 0 0 0,3-1 0 0 0,0 1 0 0 0,0 0 0 0 0,-1 0 0 0 0,1-1 0 0 0,0 1 0 0 0,0 0 0 0 0,0 0 0 0 0,-1 0 0 0 0,1 0 0 0 0,0 1 0 0 0,0-1 0 0 0,0 0 0 0 0,-1 0 0 0 0,0 1 0 0 0,-21 6 0 0 0,17-6 0 0 0,-24 3 0 0 0,-26 1 0 0 0,14-3 0 0 0,17 0 0 0 0,13 0 0 0 0,1 1 0 0 0,3-1 11 0 0,5-1 31 0 0,-4 2-31 0 0,-3 0-11 0 0,-15 1-314 0 0,13-2-691 0 0,1 0 1 0 0,-24 0-1 0 0,11-2-555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04T09:53:29.20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1981 211 11111 0 0,'0'0'2560'0'0,"-2"0"-2093"0"0,-2-2-219 0 0,0 1 0 0 0,1-1 0 0 0,-1 0 0 0 0,1 0 0 0 0,-1-1 0 0 0,1 1 0 0 0,-5-5 0 0 0,-26-26 2440 0 0,28 26-2469 0 0,3 5-30 0 0,-1-1 0 0 0,1 1 0 0 0,0 0 0 0 0,0 0 0 0 0,-5-2 1 0 0,-1-1 197 0 0,6 3-222 0 0,-1 0 1 0 0,0 0-1 0 0,1 1 0 0 0,-1-1 1 0 0,0 1-1 0 0,-5-2 0 0 0,-14-6 142 0 0,-1-3 2 0 0,-1 2-1 0 0,0 0 1 0 0,-28-6-1 0 0,23 7-86 0 0,-15-2 193 0 0,0 1-1 0 0,-67-4 1 0 0,77 11-243 0 0,-93-5 404 0 0,-48 4-272 0 0,-75 8 496 0 0,153-8-728 0 0,-140 23 128 0 0,217-16-114 0 0,1 1 0 0 0,0 0 0 0 0,0 2 0 0 0,0 0 0 0 0,-26 13 0 0 0,22-10-74 0 0,-5 3 15 0 0,-40 22-1 0 0,39-17 31 0 0,1 2 0 0 0,-31 26 0 0 0,54-41-57 0 0,-14 15 0 0 0,16-14 8 0 0,1 0-1 0 0,-1 0 1 0 0,1 1-1 0 0,0-1 1 0 0,-3 8-1 0 0,-7 11 12 0 0,3-3-19 0 0,-14 36 0 0 0,7-13 0 0 0,1 1 0 0 0,12-34 32 0 0,1 0 0 0 0,0 0 0 0 0,1 0 0 0 0,0 0 0 0 0,1 0 0 0 0,0 1 0 0 0,0-1 0 0 0,3 23 0 0 0,-1-13-32 0 0,3-4 0 0 0,-1-4 0 0 0,1-2 0 0 0,4 15 1 0 0,-7-21 7 0 0,1-1 0 0 0,-1 0 0 0 0,1 0 1 0 0,0 0-1 0 0,1 0 0 0 0,-1 0 0 0 0,1 0 1 0 0,3 3-1 0 0,5 8 45 0 0,-6-9-27 0 0,1 1 0 0 0,0-1 0 0 0,0 0 0 0 0,11 9 0 0 0,-4-6 32 0 0,28 21 43 0 0,1-3 1 0 0,89 44-1 0 0,-10-13 239 0 0,-117-56-330 0 0,16 7 33 0 0,22 6 0 0 0,-14-4-7 0 0,0-1-1 0 0,44 8 1 0 0,-35-11 27 0 0,-1-2 0 0 0,66 0 0 0 0,-10-2-32 0 0,5 0 2 0 0,105-19 31 0 0,-128 10 0 0 0,-28 6-64 0 0,-20 1 0 0 0,-14-1 0 0 0,2 0 0 0 0,0 0 0 0 0,15-3 0 0 0,45-6 7 0 0,-43 7 27 0 0,35-9 0 0 0,-41 6-17 0 0,50-14 19 0 0,-50 11-36 0 0,-12 5 0 0 0,-1-1 0 0 0,17-6 0 0 0,-4-2 0 0 0,-2-1 0 0 0,1 0 0 0 0,-1-2 0 0 0,-2 0 11 0 0,7-8 42 0 0,-24 21-53 0 0,12-12 0 0 0,7-13 53 0 0,-15 18-42 0 0,-1 1-11 0 0,-1-2 11 0 0,1 0 31 0 0,-1-3-31 0 0,1 2-11 0 0,-2-1 0 0 0,15-32 0 0 0,-12 25-2 0 0,-7 15 9 0 0,3-13 52 0 0,-3 5-59 0 0,1-27 0 0 0,-2 14 0 0 0,0-10 64 0 0,0 25-64 0 0,-2-2 0 0 0,1 1 0 0 0,-1-7-4 0 0,-6-10 61 0 0,6 25-49 0 0,-1-14-5 0 0,-4-14-3 0 0,8 27 0 0 0,-7-28 0 0 0,-5-18 0 0 0,8 39 1 0 0,2 6-3 0 0,-4-6 14 0 0,-6-8 38 0 0,0 3 6 0 0,6 9-45 0 0,-3-8 8 0 0,0 5 15 0 0,1 3-23 0 0,2 2-22 0 0,3 4-43 0 0,2-1-1101 0 0,0 2 1068 0 0,0 0 0 0 0,0 0 1 0 0,0-1-1 0 0,0 1 0 0 0,0 0 0 0 0,-1 0 0 0 0,1 0 0 0 0,0 0 0 0 0,0-1 1 0 0,0 1-1 0 0,0 0 0 0 0,0 0 0 0 0,-1 0 0 0 0,1 0 0 0 0,0 0 0 0 0,0 0 1 0 0,0 0-1 0 0,-1 0 0 0 0,1-1 0 0 0,0 1 0 0 0,0 0 0 0 0,0 0 1 0 0,-1 0-1 0 0,1 0 0 0 0,0 0 0 0 0,0 0 0 0 0,0 0 0 0 0,-1 0 0 0 0,1 0 1 0 0,0 0-1 0 0,0 0 0 0 0,0 0 0 0 0,-1 0 0 0 0,1 0 0 0 0,0 1 0 0 0,0-1 1 0 0,0 0-1 0 0,0 0 0 0 0,-1 0 0 0 0,1 0 0 0 0,0 0 0 0 0,0 0 1 0 0,0 0-1 0 0,0 1 0 0 0,-1-1 0 0 0,1 0 0 0 0,0 0 0 0 0,-9 7-6550 0 0,0 5-1201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04T09:53:33.9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2799 201 4143 0 0,'0'0'6311'0'0,"-1"-2"-5824"0"0,1-2-193 0 0,0 1 1 0 0,-1-1 0 0 0,0 1 0 0 0,0 0 0 0 0,0 0 0 0 0,0-1-1 0 0,-1 1 1 0 0,1 0 0 0 0,-1 0 0 0 0,0 0 0 0 0,0 0 0 0 0,0 1-1 0 0,0-1 1 0 0,0 0 0 0 0,-1 1 0 0 0,1 0 0 0 0,-1-1-1 0 0,1 1 1 0 0,-1 0 0 0 0,0 0 0 0 0,0 0 0 0 0,0 1 0 0 0,0-1-1 0 0,-4 0 1 0 0,-17-8 1095 0 0,-48-12 0 0 0,60 19-1138 0 0,-35-6 252 0 0,0 1 1 0 0,-82-2-1 0 0,58 6-145 0 0,25 1-114 0 0,22 3-91 0 0,-1-2 0 0 0,1-1 0 0 0,-29-7 0 0 0,-9-2 256 0 0,22 6-280 0 0,-20-3 174 0 0,0 3 0 0 0,-70 2-1 0 0,47 2-143 0 0,26 1-66 0 0,-40-3 63 0 0,54 3-67 0 0,-53 4-1 0 0,74-2-26 0 0,16-1-50 0 0,-148 3 360 0 0,4-5-1 0 0,-4-5-220 0 0,131 7-132 0 0,0 1 1 0 0,0 0-1 0 0,0 2 1 0 0,-32 8-1 0 0,10-2-5 0 0,22-3-15 0 0,-39 13 0 0 0,-1 1 0 0 0,16-8-1 0 0,-118 25 13 0 0,138-32 18 0 0,1 1 0 0 0,0 1 0 0 0,0 1 1 0 0,0 1-1 0 0,-30 16 0 0 0,52-23-30 0 0,-9 4 7 0 0,1 1-1 0 0,0 0 0 0 0,0 0 1 0 0,1 1-1 0 0,-1 1 1 0 0,2 0-1 0 0,0 1 0 0 0,0 0 1 0 0,-15 19-1 0 0,17-17 6 0 0,1-1 0 0 0,1 1 0 0 0,-7 17 0 0 0,-1 2 4 0 0,-3 14 48 0 0,11-30-64 0 0,4-8 0 0 0,-1-1 0 0 0,1 1 0 0 0,0 0 0 0 0,1 0 0 0 0,-2 14 0 0 0,1-12 12 0 0,2 0-1 0 0,-1-1 1 0 0,1 1 0 0 0,1 9 0 0 0,-1-9-7 0 0,1-2-3 0 0,1 4 32 0 0,7 10-6 0 0,-5-6 2 0 0,13 26 0 0 0,-12-31-15 0 0,-3-5-8 0 0,0 0 1 0 0,0-1-1 0 0,0 1 1 0 0,1-1 0 0 0,0 0-1 0 0,4 6 1 0 0,2 0 45 0 0,14 16 33 0 0,-12-13-33 0 0,3 0 11 0 0,15 7 11 0 0,-18-13-56 0 0,-1-1 1 0 0,2 0-1 0 0,-1-1 1 0 0,0 0 0 0 0,24 7-1 0 0,-5-1 7 0 0,-14-5 8 0 0,1-1 0 0 0,27 6 0 0 0,92 19 94 0 0,-123-29-122 0 0,-3 0 13 0 0,0 1 1 0 0,16 5-1 0 0,-15-3-20 0 0,-6-2 12 0 0,0 0 0 0 0,0 0 0 0 0,0 0 0 0 0,9 1-1 0 0,43 5 65 0 0,-47-5-75 0 0,-6-2 0 0 0,1 0 0 0 0,-1 0 0 0 0,1 0 0 0 0,-1-1 0 0 0,8 1 0 0 0,-7-2 0 0 0,18 2 0 0 0,76 4 64 0 0,-69-6-32 0 0,51-9 0 0 0,-72 9-32 0 0,-1 0 0 0 0,17 2 0 0 0,-16 0 0 0 0,0-1 0 0 0,14-1 0 0 0,120-10 0 0 0,-114 7 0 0 0,-22 3 0 0 0,0 0 0 0 0,0 0 0 0 0,0 1 0 0 0,10 0 0 0 0,-7 2 8 0 0,0-1 0 0 0,1-1 0 0 0,11 0 0 0 0,-4-1 13 0 0,5 0-17 0 0,0 0-1 0 0,0-2 0 0 0,25-5 0 0 0,9-2-5 0 0,5 4 2 0 0,34-4 0 0 0,-63 6 0 0 0,59 1 0 0 0,-34 2 0 0 0,54 2 0 0 0,-94-2 0 0 0,49-1 0 0 0,-47 2 0 0 0,3 0 0 0 0,31-4 0 0 0,-9-1 0 0 0,69-4 0 0 0,27-1 0 0 0,-23 0 64 0 0,-91 9-64 0 0,3-3 0 0 0,-3-1 0 0 0,14-1 0 0 0,-13 3 0 0 0,-27 3 0 0 0,4-1 0 0 0,0 1 0 0 0,0-1 0 0 0,0 0 0 0 0,7-2 0 0 0,6-2 0 0 0,9-1 0 0 0,0-1 0 0 0,13-6 0 0 0,-16 3 0 0 0,1-1 64 0 0,-16 6-64 0 0,0 1 0 0 0,5-5 0 0 0,6-4 64 0 0,-10 6-53 0 0,0-1 31 0 0,0-2-31 0 0,4-2 14 0 0,4-5 21 0 0,-11 10-42 0 0,1-3 38 0 0,-1-3-31 0 0,0-1 11 0 0,-5 8-15 0 0,1-14 81 0 0,-1 8-77 0 0,-1 1 0 0 0,-1 6 31 0 0,1-9-31 0 0,-2 2 0 0 0,0-5 24 0 0,3-12-17 0 0,-1 24-18 0 0,-1 3 0 0 0,0 1 0 0 0,0-1 0 0 0,0 0 0 0 0,0 0 0 0 0,-1 0 0 0 0,1 1 0 0 0,0-1 0 0 0,-1 0 0 0 0,1 0 0 0 0,-1 0 0 0 0,-1-2 0 0 0,2 1 0 0 0,-1 0 0 0 0,1 1 0 0 0,-1-1 0 0 0,0 0 0 0 0,0 0 0 0 0,0 1 0 0 0,-1-1 0 0 0,-1-3 0 0 0,-10-19 0 0 0,-6-12-1 0 0,13 25 13 0 0,1 4 30 0 0,-3-3-34 0 0,-1-4-3 0 0,1-5-7 0 0,5 12 2 0 0,1 2 0 0 0,-1 0 0 0 0,0 0 0 0 0,0 0 0 0 0,0 0 0 0 0,-1 1 0 0 0,0-1 0 0 0,0 1 0 0 0,-6-6 0 0 0,-4-3 0 0 0,7 6 0 0 0,-5-3 0 0 0,-42-19 0 0 0,31 15 0 0 0,19 12-10 0 0,-17-6-58 0 0,20 8 66 0 0,-7-2-116 0 0,1 1 0 0 0,-1-1 0 0 0,0 1 0 0 0,0 1 1 0 0,0 0-1 0 0,0 0 0 0 0,-9 0 0 0 0,-14 4-8139 0 0,7 2-495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04T09:57:32.5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668 223 3679 0 0,'11'-33'556'0'0,"-5"17"3200"0"0,-6 15-2506 0 0,0-3-985 0 0,0 1 0 0 0,0 0 0 0 0,0-1 0 0 0,0 1 0 0 0,0 0 0 0 0,-1 0 0 0 0,0-1 0 0 0,1 1 0 0 0,-3-4 0 0 0,3 6 549 0 0,-15-7 480 0 0,7 3-426 0 0,-1 1-1 0 0,1 1 0 0 0,-13-5 1 0 0,-12-5 950 0 0,-72-29 1309 0 0,103 41-2822 0 0,-10-5-34 0 0,-41-15 466 0 0,51 20-665 0 0,-11-5 144 0 0,-26-10 304 0 0,37 15-443 0 0,1 1-64 0 0,0 0-1 0 0,0 0 1 0 0,0 0 0 0 0,0 0-1 0 0,-1 0 1 0 0,1 1-1 0 0,0-1 1 0 0,0 0-1 0 0,0 0 1 0 0,0 1-1 0 0,-1 0 1 0 0,-19 6 74 0 0,9-2-45 0 0,0 0-31 0 0,1 2-11 0 0,0 0 0 0 0,-1 1 0 0 0,9-7 4 0 0,1 1 1 0 0,-1-1-1 0 0,1 1 0 0 0,-1-1 0 0 0,1 1 0 0 0,0 0 1 0 0,0 0-1 0 0,-4 4 0 0 0,-9 13 34 0 0,-7 2 22 0 0,-13 17 7 0 0,-36 53 1 0 0,65-83-67 0 0,-21 35 63 0 0,24-38-61 0 0,-1 1 9 0 0,0 0 0 0 0,0 1 1 0 0,1-1-1 0 0,-3 10 0 0 0,2-3-12 0 0,-7 19 0 0 0,9-27 1 0 0,-2 4 12 0 0,1 0 0 0 0,0 0-1 0 0,1 0 1 0 0,-2 15-1 0 0,2-20 4 0 0,-2 20 43 0 0,3-10-17 0 0,1 0-31 0 0,1-1-11 0 0,-2-9 5 0 0,2 1 1 0 0,-1-1-1 0 0,0 1 0 0 0,1-1 0 0 0,0 1 0 0 0,0-1 1 0 0,0 0-1 0 0,3 6 0 0 0,1 3 65 0 0,0-1-48 0 0,19 46 172 0 0,-22-53-151 0 0,4 5 2 0 0,2 3-42 0 0,-6-11-3 0 0,-1 1 0 0 0,0 0 0 0 0,1-1 0 0 0,-1 1 0 0 0,1-1 0 0 0,0 0 0 0 0,0 1 0 0 0,0-1 0 0 0,4 3 0 0 0,14 12 0 0 0,-11-6 0 0 0,-5-6 0 0 0,-1-1 0 0 0,1 0 0 0 0,0 0 0 0 0,0 0 0 0 0,5 4 0 0 0,-3-2 11 0 0,-4-3-4 0 0,0-1 0 0 0,1 1 0 0 0,-1-1 0 0 0,1 1 0 0 0,0-1 0 0 0,6 4 0 0 0,26 14 89 0 0,-22-12-72 0 0,40 27 76 0 0,-40-26-90 0 0,-9-7 17 0 0,2 1-4 0 0,5 0 1 0 0,3 1 24 0 0,23 5 57 0 0,-9-5 13 0 0,-21-1-106 0 0,-5-2-11 0 0,0 0 0 0 0,0-1 0 0 0,0 1 0 0 0,0-1-1 0 0,0 1 1 0 0,0-1 0 0 0,0 0 0 0 0,0 0 0 0 0,0 0-1 0 0,0 0 1 0 0,-1 0 0 0 0,1 0 0 0 0,3-1 0 0 0,16 0 52 0 0,-21 1-54 0 0,39-7 77 0 0,-19 4-30 0 0,-15 2-38 0 0,15-4 2 0 0,-16 4 3 0 0,19-6 27 0 0,-11 1-44 0 0,10-10 61 0 0,0 2-46 0 0,-9 6 26 0 0,-7 6-17 0 0,0-1 1 0 0,-1 0-1 0 0,0-1 0 0 0,9-7 1 0 0,-7 4 6 0 0,-4 4-23 0 0,-1 0 0 0 0,0 0-1 0 0,1 1 1 0 0,-1-1 0 0 0,1 1-1 0 0,5-4 1 0 0,-5 3-4 0 0,22-18 0 0 0,-15 14 13 0 0,-4 3 0 0 0,-1 0 0 0 0,1-1-1 0 0,8-9 1 0 0,7-5-13 0 0,-15 14 10 0 0,16-16 44 0 0,-9 8-54 0 0,-13 12 0 0 0,16-27 0 0 0,-5 13 12 0 0,-10 12 6 0 0,4-13 5 0 0,-1 3-12 0 0,0 0-11 0 0,0-6 14 0 0,-4 16 11 0 0,-4-16 11 0 0,2 6 6 0 0,0 0-31 0 0,-1 1 0 0 0,-3 0 31 0 0,-3-4-32 0 0,8 14-6 0 0,-3 0-5 0 0,-21-30-1 0 0,18 22 13 0 0,0-1 31 0 0,1 1-31 0 0,0 0-11 0 0,2-1 0 0 0,-1 2 0 0 0,1-2 0 0 0,0 1 0 0 0,0 2 0 0 0,-1 0 0 0 0,-2 0 0 0 0,-1-1-8 0 0,-9-19 133 0 0,13 25-113 0 0,4 2-12 0 0,-1 0 0 0 0,0 0 0 0 0,0 0 0 0 0,0-1 0 0 0,0 1 0 0 0,1 0 0 0 0,-1 0-1 0 0,0 0 1 0 0,1-1 0 0 0,-1 1 0 0 0,1 0 0 0 0,-1-1 0 0 0,1 0 0 0 0,-2-6 11 0 0,1 5 31 0 0,-3-9-29 0 0,2 8-14 0 0,-3-4 0 0 0,-13-16 140 0 0,17 22-86 0 0,0 1 0 0 0,-1-4-31 0 0,1 2 20 0 0,-2-3-31 0 0,0 0-30 0 0,3 4-77 0 0,-12 7-3101 0 0</inkml:trace>
</inkml:ink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846AF-946C-4EAB-96B5-00E1F5AE63DB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33B716C7-16EE-4764-91CE-2E20AFFEDC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984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846AF-946C-4EAB-96B5-00E1F5AE63DB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716C7-16EE-4764-91CE-2E20AFFEDC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06901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E27846AF-946C-4EAB-96B5-00E1F5AE63DB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33B716C7-16EE-4764-91CE-2E20AFFEDC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0185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846AF-946C-4EAB-96B5-00E1F5AE63DB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716C7-16EE-4764-91CE-2E20AFFEDC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06020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846AF-946C-4EAB-96B5-00E1F5AE63DB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716C7-16EE-4764-91CE-2E20AFFEDC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54383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846AF-946C-4EAB-96B5-00E1F5AE63DB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716C7-16EE-4764-91CE-2E20AFFEDC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4839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846AF-946C-4EAB-96B5-00E1F5AE63DB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716C7-16EE-4764-91CE-2E20AFFEDC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6047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846AF-946C-4EAB-96B5-00E1F5AE63DB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716C7-16EE-4764-91CE-2E20AFFEDC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17448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846AF-946C-4EAB-96B5-00E1F5AE63DB}" type="datetimeFigureOut">
              <a:rPr lang="en-US" smtClean="0"/>
              <a:t>12/4/2025</a:t>
            </a:fld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716C7-16EE-4764-91CE-2E20AFFEDC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51728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846AF-946C-4EAB-96B5-00E1F5AE63DB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716C7-16EE-4764-91CE-2E20AFFEDC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69809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846AF-946C-4EAB-96B5-00E1F5AE63DB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716C7-16EE-4764-91CE-2E20AFFEDC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0555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E27846AF-946C-4EAB-96B5-00E1F5AE63DB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33B716C7-16EE-4764-91CE-2E20AFFEDC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3963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customXml" Target="../ink/ink4.xml"/><Relationship Id="rId3" Type="http://schemas.openxmlformats.org/officeDocument/2006/relationships/customXml" Target="../ink/ink1.xml"/><Relationship Id="rId7" Type="http://schemas.openxmlformats.org/officeDocument/2006/relationships/image" Target="../media/image12.png"/><Relationship Id="rId12" Type="http://schemas.openxmlformats.org/officeDocument/2006/relationships/image" Target="../media/image15.png"/><Relationship Id="rId2" Type="http://schemas.openxmlformats.org/officeDocument/2006/relationships/image" Target="../media/image8.png"/><Relationship Id="rId16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11" Type="http://schemas.openxmlformats.org/officeDocument/2006/relationships/customXml" Target="../ink/ink3.xml"/><Relationship Id="rId5" Type="http://schemas.openxmlformats.org/officeDocument/2006/relationships/image" Target="../media/image10.png"/><Relationship Id="rId15" Type="http://schemas.openxmlformats.org/officeDocument/2006/relationships/customXml" Target="../ink/ink5.xml"/><Relationship Id="rId10" Type="http://schemas.openxmlformats.org/officeDocument/2006/relationships/image" Target="../media/image14.png"/><Relationship Id="rId4" Type="http://schemas.openxmlformats.org/officeDocument/2006/relationships/image" Target="../media/image9.png"/><Relationship Id="rId9" Type="http://schemas.openxmlformats.org/officeDocument/2006/relationships/customXml" Target="../ink/ink2.xml"/><Relationship Id="rId1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customXml" Target="../ink/ink9.xml"/><Relationship Id="rId3" Type="http://schemas.openxmlformats.org/officeDocument/2006/relationships/image" Target="../media/image19.png"/><Relationship Id="rId7" Type="http://schemas.openxmlformats.org/officeDocument/2006/relationships/customXml" Target="../ink/ink6.xml"/><Relationship Id="rId12" Type="http://schemas.openxmlformats.org/officeDocument/2006/relationships/image" Target="../media/image25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11" Type="http://schemas.openxmlformats.org/officeDocument/2006/relationships/customXml" Target="../ink/ink8.xml"/><Relationship Id="rId5" Type="http://schemas.openxmlformats.org/officeDocument/2006/relationships/image" Target="../media/image21.png"/><Relationship Id="rId10" Type="http://schemas.openxmlformats.org/officeDocument/2006/relationships/image" Target="../media/image24.png"/><Relationship Id="rId4" Type="http://schemas.openxmlformats.org/officeDocument/2006/relationships/image" Target="../media/image20.png"/><Relationship Id="rId9" Type="http://schemas.openxmlformats.org/officeDocument/2006/relationships/customXml" Target="../ink/ink7.xml"/><Relationship Id="rId14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10.xml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customXml" Target="../ink/ink11.xml"/><Relationship Id="rId7" Type="http://schemas.openxmlformats.org/officeDocument/2006/relationships/customXml" Target="../ink/ink13.xml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customXml" Target="../ink/ink12.xml"/><Relationship Id="rId10" Type="http://schemas.openxmlformats.org/officeDocument/2006/relationships/image" Target="../media/image36.png"/><Relationship Id="rId4" Type="http://schemas.openxmlformats.org/officeDocument/2006/relationships/image" Target="../media/image32.png"/><Relationship Id="rId9" Type="http://schemas.openxmlformats.org/officeDocument/2006/relationships/image" Target="../media/image35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13" Type="http://schemas.openxmlformats.org/officeDocument/2006/relationships/customXml" Target="../ink/ink18.xml"/><Relationship Id="rId18" Type="http://schemas.openxmlformats.org/officeDocument/2006/relationships/image" Target="../media/image48.png"/><Relationship Id="rId3" Type="http://schemas.openxmlformats.org/officeDocument/2006/relationships/image" Target="../media/image40.png"/><Relationship Id="rId21" Type="http://schemas.openxmlformats.org/officeDocument/2006/relationships/customXml" Target="../ink/ink22.xml"/><Relationship Id="rId7" Type="http://schemas.openxmlformats.org/officeDocument/2006/relationships/customXml" Target="../ink/ink15.xml"/><Relationship Id="rId12" Type="http://schemas.openxmlformats.org/officeDocument/2006/relationships/image" Target="../media/image45.png"/><Relationship Id="rId17" Type="http://schemas.openxmlformats.org/officeDocument/2006/relationships/customXml" Target="../ink/ink20.xml"/><Relationship Id="rId2" Type="http://schemas.openxmlformats.org/officeDocument/2006/relationships/image" Target="../media/image39.png"/><Relationship Id="rId16" Type="http://schemas.openxmlformats.org/officeDocument/2006/relationships/image" Target="../media/image47.png"/><Relationship Id="rId20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11" Type="http://schemas.openxmlformats.org/officeDocument/2006/relationships/customXml" Target="../ink/ink17.xml"/><Relationship Id="rId5" Type="http://schemas.openxmlformats.org/officeDocument/2006/relationships/customXml" Target="../ink/ink14.xml"/><Relationship Id="rId15" Type="http://schemas.openxmlformats.org/officeDocument/2006/relationships/customXml" Target="../ink/ink19.xml"/><Relationship Id="rId10" Type="http://schemas.openxmlformats.org/officeDocument/2006/relationships/image" Target="../media/image44.png"/><Relationship Id="rId19" Type="http://schemas.openxmlformats.org/officeDocument/2006/relationships/customXml" Target="../ink/ink21.xml"/><Relationship Id="rId4" Type="http://schemas.openxmlformats.org/officeDocument/2006/relationships/image" Target="../media/image41.png"/><Relationship Id="rId9" Type="http://schemas.openxmlformats.org/officeDocument/2006/relationships/customXml" Target="../ink/ink16.xml"/><Relationship Id="rId14" Type="http://schemas.openxmlformats.org/officeDocument/2006/relationships/image" Target="../media/image46.png"/><Relationship Id="rId22" Type="http://schemas.openxmlformats.org/officeDocument/2006/relationships/image" Target="../media/image50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customXml" Target="../ink/ink25.xml"/><Relationship Id="rId13" Type="http://schemas.openxmlformats.org/officeDocument/2006/relationships/image" Target="../media/image56.png"/><Relationship Id="rId18" Type="http://schemas.openxmlformats.org/officeDocument/2006/relationships/customXml" Target="../ink/ink30.xml"/><Relationship Id="rId3" Type="http://schemas.openxmlformats.org/officeDocument/2006/relationships/image" Target="../media/image41.png"/><Relationship Id="rId21" Type="http://schemas.openxmlformats.org/officeDocument/2006/relationships/image" Target="../media/image60.png"/><Relationship Id="rId7" Type="http://schemas.openxmlformats.org/officeDocument/2006/relationships/image" Target="../media/image53.png"/><Relationship Id="rId12" Type="http://schemas.openxmlformats.org/officeDocument/2006/relationships/customXml" Target="../ink/ink27.xml"/><Relationship Id="rId17" Type="http://schemas.openxmlformats.org/officeDocument/2006/relationships/image" Target="../media/image58.png"/><Relationship Id="rId2" Type="http://schemas.openxmlformats.org/officeDocument/2006/relationships/image" Target="../media/image51.png"/><Relationship Id="rId16" Type="http://schemas.openxmlformats.org/officeDocument/2006/relationships/customXml" Target="../ink/ink29.xml"/><Relationship Id="rId20" Type="http://schemas.openxmlformats.org/officeDocument/2006/relationships/customXml" Target="../ink/ink3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4.xml"/><Relationship Id="rId11" Type="http://schemas.openxmlformats.org/officeDocument/2006/relationships/image" Target="../media/image55.png"/><Relationship Id="rId5" Type="http://schemas.openxmlformats.org/officeDocument/2006/relationships/image" Target="../media/image52.png"/><Relationship Id="rId15" Type="http://schemas.openxmlformats.org/officeDocument/2006/relationships/image" Target="../media/image57.png"/><Relationship Id="rId10" Type="http://schemas.openxmlformats.org/officeDocument/2006/relationships/customXml" Target="../ink/ink26.xml"/><Relationship Id="rId19" Type="http://schemas.openxmlformats.org/officeDocument/2006/relationships/image" Target="../media/image59.png"/><Relationship Id="rId4" Type="http://schemas.openxmlformats.org/officeDocument/2006/relationships/customXml" Target="../ink/ink23.xml"/><Relationship Id="rId9" Type="http://schemas.openxmlformats.org/officeDocument/2006/relationships/image" Target="../media/image54.png"/><Relationship Id="rId14" Type="http://schemas.openxmlformats.org/officeDocument/2006/relationships/customXml" Target="../ink/ink28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customXml" Target="../ink/ink34.xml"/><Relationship Id="rId13" Type="http://schemas.openxmlformats.org/officeDocument/2006/relationships/image" Target="../media/image55.png"/><Relationship Id="rId18" Type="http://schemas.openxmlformats.org/officeDocument/2006/relationships/customXml" Target="../ink/ink39.xml"/><Relationship Id="rId26" Type="http://schemas.openxmlformats.org/officeDocument/2006/relationships/image" Target="../media/image63.png"/><Relationship Id="rId3" Type="http://schemas.openxmlformats.org/officeDocument/2006/relationships/image" Target="../media/image41.png"/><Relationship Id="rId21" Type="http://schemas.openxmlformats.org/officeDocument/2006/relationships/image" Target="../media/image59.png"/><Relationship Id="rId7" Type="http://schemas.openxmlformats.org/officeDocument/2006/relationships/image" Target="../media/image53.png"/><Relationship Id="rId12" Type="http://schemas.openxmlformats.org/officeDocument/2006/relationships/customXml" Target="../ink/ink36.xml"/><Relationship Id="rId17" Type="http://schemas.openxmlformats.org/officeDocument/2006/relationships/image" Target="../media/image57.png"/><Relationship Id="rId25" Type="http://schemas.openxmlformats.org/officeDocument/2006/relationships/customXml" Target="../ink/ink42.xml"/><Relationship Id="rId2" Type="http://schemas.openxmlformats.org/officeDocument/2006/relationships/image" Target="../media/image51.png"/><Relationship Id="rId16" Type="http://schemas.openxmlformats.org/officeDocument/2006/relationships/customXml" Target="../ink/ink38.xml"/><Relationship Id="rId20" Type="http://schemas.openxmlformats.org/officeDocument/2006/relationships/customXml" Target="../ink/ink40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3.xml"/><Relationship Id="rId11" Type="http://schemas.openxmlformats.org/officeDocument/2006/relationships/image" Target="../media/image61.png"/><Relationship Id="rId24" Type="http://schemas.openxmlformats.org/officeDocument/2006/relationships/image" Target="../media/image62.png"/><Relationship Id="rId5" Type="http://schemas.openxmlformats.org/officeDocument/2006/relationships/image" Target="../media/image52.png"/><Relationship Id="rId15" Type="http://schemas.openxmlformats.org/officeDocument/2006/relationships/image" Target="../media/image56.png"/><Relationship Id="rId23" Type="http://schemas.openxmlformats.org/officeDocument/2006/relationships/image" Target="../media/image60.png"/><Relationship Id="rId28" Type="http://schemas.openxmlformats.org/officeDocument/2006/relationships/image" Target="../media/image64.png"/><Relationship Id="rId10" Type="http://schemas.openxmlformats.org/officeDocument/2006/relationships/customXml" Target="../ink/ink35.xml"/><Relationship Id="rId19" Type="http://schemas.openxmlformats.org/officeDocument/2006/relationships/image" Target="../media/image58.png"/><Relationship Id="rId4" Type="http://schemas.openxmlformats.org/officeDocument/2006/relationships/customXml" Target="../ink/ink32.xml"/><Relationship Id="rId9" Type="http://schemas.openxmlformats.org/officeDocument/2006/relationships/image" Target="../media/image54.png"/><Relationship Id="rId14" Type="http://schemas.openxmlformats.org/officeDocument/2006/relationships/customXml" Target="../ink/ink37.xml"/><Relationship Id="rId22" Type="http://schemas.openxmlformats.org/officeDocument/2006/relationships/customXml" Target="../ink/ink41.xml"/><Relationship Id="rId27" Type="http://schemas.openxmlformats.org/officeDocument/2006/relationships/customXml" Target="../ink/ink4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7.png"/><Relationship Id="rId5" Type="http://schemas.openxmlformats.org/officeDocument/2006/relationships/customXml" Target="../ink/ink44.xml"/><Relationship Id="rId4" Type="http://schemas.openxmlformats.org/officeDocument/2006/relationships/image" Target="../media/image6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78A8E-3380-65A2-9C20-DEDB2CCC691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Unit 3</a:t>
            </a:r>
            <a:br>
              <a:rPr lang="en-US" dirty="0"/>
            </a:br>
            <a:r>
              <a:rPr lang="en-US" dirty="0"/>
              <a:t>going global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A76A2D-6088-2609-6AE7-3BE2631E077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86894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6C85D-8A00-56C9-BD8E-1EE331DCA5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637" y="117806"/>
            <a:ext cx="10993612" cy="2003094"/>
          </a:xfrm>
        </p:spPr>
        <p:txBody>
          <a:bodyPr>
            <a:normAutofit/>
          </a:bodyPr>
          <a:lstStyle/>
          <a:p>
            <a:r>
              <a:rPr lang="en-US" sz="4500" dirty="0">
                <a:solidFill>
                  <a:srgbClr val="FF0000"/>
                </a:solidFill>
              </a:rPr>
              <a:t>Lead-in</a:t>
            </a:r>
          </a:p>
        </p:txBody>
      </p:sp>
      <p:pic>
        <p:nvPicPr>
          <p:cNvPr id="5" name="Content Placeholder 4" descr="A cartoon character holding an axe&#10;&#10;AI-generated content may be incorrect.">
            <a:extLst>
              <a:ext uri="{FF2B5EF4-FFF2-40B4-BE49-F238E27FC236}">
                <a16:creationId xmlns:a16="http://schemas.microsoft.com/office/drawing/2014/main" id="{51CCE2B5-7B9C-3142-386F-15BFF26D5C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963" y="62095"/>
            <a:ext cx="10058400" cy="6624806"/>
          </a:xfrm>
        </p:spPr>
      </p:pic>
    </p:spTree>
    <p:extLst>
      <p:ext uri="{BB962C8B-B14F-4D97-AF65-F5344CB8AC3E}">
        <p14:creationId xmlns:p14="http://schemas.microsoft.com/office/powerpoint/2010/main" val="3797892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470B22-6DFD-B3B4-5419-12BF8A7D8A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918498-5A79-9462-FDEE-004449A506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2842457"/>
          </a:xfrm>
        </p:spPr>
        <p:txBody>
          <a:bodyPr/>
          <a:lstStyle/>
          <a:p>
            <a:pPr algn="ctr"/>
            <a:br>
              <a:rPr lang="en-US" dirty="0"/>
            </a:br>
            <a:r>
              <a:rPr lang="en-US" dirty="0"/>
              <a:t>Reading 1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8221C5-8C3F-4767-CF6B-95D78C9B2E1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4568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C9E282-E730-CD0A-3660-440384D2CF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0"/>
            <a:ext cx="10058400" cy="617080"/>
          </a:xfrm>
        </p:spPr>
        <p:txBody>
          <a:bodyPr>
            <a:normAutofit fontScale="90000"/>
          </a:bodyPr>
          <a:lstStyle/>
          <a:p>
            <a:r>
              <a:rPr lang="en-US" sz="4500" dirty="0">
                <a:solidFill>
                  <a:srgbClr val="FF0000"/>
                </a:solidFill>
              </a:rPr>
              <a:t>Language development – p. 44</a:t>
            </a:r>
          </a:p>
        </p:txBody>
      </p:sp>
      <p:pic>
        <p:nvPicPr>
          <p:cNvPr id="5" name="Content Placeholder 4" descr="A screenshot of a quiz&#10;&#10;AI-generated content may be incorrect.">
            <a:extLst>
              <a:ext uri="{FF2B5EF4-FFF2-40B4-BE49-F238E27FC236}">
                <a16:creationId xmlns:a16="http://schemas.microsoft.com/office/drawing/2014/main" id="{EBA77906-9359-4DF3-5254-0FDB6E0114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036" y="673178"/>
            <a:ext cx="11477872" cy="5996893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F5F4488-20C3-0157-112D-DB2AA21244B4}"/>
              </a:ext>
            </a:extLst>
          </p:cNvPr>
          <p:cNvSpPr txBox="1"/>
          <p:nvPr/>
        </p:nvSpPr>
        <p:spPr>
          <a:xfrm>
            <a:off x="2333684" y="3938091"/>
            <a:ext cx="16717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widely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F9815D-E19B-3C56-2781-5BAC87B6849B}"/>
              </a:ext>
            </a:extLst>
          </p:cNvPr>
          <p:cNvSpPr txBox="1"/>
          <p:nvPr/>
        </p:nvSpPr>
        <p:spPr>
          <a:xfrm>
            <a:off x="2187828" y="4381266"/>
            <a:ext cx="22944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dirty="0">
                <a:solidFill>
                  <a:srgbClr val="FF0000"/>
                </a:solidFill>
              </a:rPr>
              <a:t>Sold - out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7118C8A-F5DB-424B-BA79-230BDBE45E56}"/>
              </a:ext>
            </a:extLst>
          </p:cNvPr>
          <p:cNvSpPr txBox="1"/>
          <p:nvPr/>
        </p:nvSpPr>
        <p:spPr>
          <a:xfrm>
            <a:off x="2165389" y="4830052"/>
            <a:ext cx="17614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dirty="0">
                <a:solidFill>
                  <a:srgbClr val="FF0000"/>
                </a:solidFill>
              </a:rPr>
              <a:t>donate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18A790E-6E4F-D8CB-0930-A0D128ED3314}"/>
              </a:ext>
            </a:extLst>
          </p:cNvPr>
          <p:cNvSpPr txBox="1"/>
          <p:nvPr/>
        </p:nvSpPr>
        <p:spPr>
          <a:xfrm>
            <a:off x="1926971" y="5226536"/>
            <a:ext cx="22383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dirty="0">
                <a:solidFill>
                  <a:srgbClr val="FF0000"/>
                </a:solidFill>
              </a:rPr>
              <a:t>entertainment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55B8F0F-FA92-3180-4191-F20297A8CEA9}"/>
              </a:ext>
            </a:extLst>
          </p:cNvPr>
          <p:cNvSpPr txBox="1"/>
          <p:nvPr/>
        </p:nvSpPr>
        <p:spPr>
          <a:xfrm>
            <a:off x="2257950" y="5952015"/>
            <a:ext cx="21541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dirty="0">
                <a:solidFill>
                  <a:srgbClr val="FF0000"/>
                </a:solidFill>
              </a:rPr>
              <a:t>festival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E1631C7-8EA3-169B-FC71-CF203E827333}"/>
              </a:ext>
            </a:extLst>
          </p:cNvPr>
          <p:cNvCxnSpPr>
            <a:cxnSpLocks/>
          </p:cNvCxnSpPr>
          <p:nvPr/>
        </p:nvCxnSpPr>
        <p:spPr>
          <a:xfrm>
            <a:off x="6787877" y="2731980"/>
            <a:ext cx="1537090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88690E8-38FE-29B6-354F-96F59D81347B}"/>
              </a:ext>
            </a:extLst>
          </p:cNvPr>
          <p:cNvCxnSpPr/>
          <p:nvPr/>
        </p:nvCxnSpPr>
        <p:spPr>
          <a:xfrm>
            <a:off x="8936437" y="2703931"/>
            <a:ext cx="2058802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DE5C4DC-7591-F581-99DF-7ECF0507CF18}"/>
              </a:ext>
            </a:extLst>
          </p:cNvPr>
          <p:cNvCxnSpPr/>
          <p:nvPr/>
        </p:nvCxnSpPr>
        <p:spPr>
          <a:xfrm>
            <a:off x="8246429" y="3001252"/>
            <a:ext cx="3057350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5D730558-7DAE-19AD-BE7A-3CA5D18B060F}"/>
              </a:ext>
            </a:extLst>
          </p:cNvPr>
          <p:cNvSpPr txBox="1"/>
          <p:nvPr/>
        </p:nvSpPr>
        <p:spPr>
          <a:xfrm>
            <a:off x="-50490" y="3661616"/>
            <a:ext cx="119993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(adj/ N) /</a:t>
            </a:r>
            <a:r>
              <a:rPr lang="en-US" dirty="0" err="1">
                <a:solidFill>
                  <a:srgbClr val="0070C0"/>
                </a:solidFill>
              </a:rPr>
              <a:t>hju</a:t>
            </a:r>
            <a:r>
              <a:rPr lang="en-US" dirty="0">
                <a:solidFill>
                  <a:srgbClr val="0070C0"/>
                </a:solidFill>
              </a:rPr>
              <a:t>ːˌ</a:t>
            </a:r>
            <a:r>
              <a:rPr lang="en-US" dirty="0" err="1">
                <a:solidFill>
                  <a:srgbClr val="0070C0"/>
                </a:solidFill>
              </a:rPr>
              <a:t>mæn.ɪˈteə.ri.ən</a:t>
            </a:r>
            <a:r>
              <a:rPr lang="en-US" dirty="0">
                <a:solidFill>
                  <a:srgbClr val="0070C0"/>
                </a:solidFill>
              </a:rPr>
              <a:t>/: connected with helping people who are suffering and improving the conditions that they are living in</a:t>
            </a:r>
            <a:endParaRPr lang="en-US" sz="20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5310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A3ABE7-7D7B-DC60-9F4D-ACF520D41B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179ABA-88E5-98F4-A892-0FDFE33ED5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185124"/>
            <a:ext cx="10058400" cy="796594"/>
          </a:xfrm>
        </p:spPr>
        <p:txBody>
          <a:bodyPr>
            <a:normAutofit/>
          </a:bodyPr>
          <a:lstStyle/>
          <a:p>
            <a:r>
              <a:rPr lang="en-US" sz="4500" dirty="0">
                <a:solidFill>
                  <a:srgbClr val="FF0000"/>
                </a:solidFill>
              </a:rPr>
              <a:t>Language development – p. 44</a:t>
            </a:r>
          </a:p>
        </p:txBody>
      </p:sp>
      <p:pic>
        <p:nvPicPr>
          <p:cNvPr id="7" name="Content Placeholder 6" descr="A white paper with black text&#10;&#10;AI-generated content may be incorrect.">
            <a:extLst>
              <a:ext uri="{FF2B5EF4-FFF2-40B4-BE49-F238E27FC236}">
                <a16:creationId xmlns:a16="http://schemas.microsoft.com/office/drawing/2014/main" id="{6F1B9F07-B7F3-7A0A-BDE8-1367DCDF05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331" y="1112042"/>
            <a:ext cx="11261337" cy="5276987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A98C301-3D96-9AC9-2ED4-9014DF6F0103}"/>
              </a:ext>
            </a:extLst>
          </p:cNvPr>
          <p:cNvSpPr txBox="1"/>
          <p:nvPr/>
        </p:nvSpPr>
        <p:spPr>
          <a:xfrm>
            <a:off x="1587260" y="2369389"/>
            <a:ext cx="6786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dirty="0">
                <a:solidFill>
                  <a:srgbClr val="FF0000"/>
                </a:solidFill>
              </a:rPr>
              <a:t>b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E976A4A-C4B1-35B3-D09D-F54457A00975}"/>
              </a:ext>
            </a:extLst>
          </p:cNvPr>
          <p:cNvSpPr txBox="1"/>
          <p:nvPr/>
        </p:nvSpPr>
        <p:spPr>
          <a:xfrm>
            <a:off x="1587260" y="3053751"/>
            <a:ext cx="4313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dirty="0">
                <a:solidFill>
                  <a:srgbClr val="FF0000"/>
                </a:solidFill>
              </a:rPr>
              <a:t>c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FA5E9DD-9C3E-1CFC-177B-7F3E1074F45A}"/>
              </a:ext>
            </a:extLst>
          </p:cNvPr>
          <p:cNvSpPr txBox="1"/>
          <p:nvPr/>
        </p:nvSpPr>
        <p:spPr>
          <a:xfrm>
            <a:off x="1535502" y="3824377"/>
            <a:ext cx="5405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dirty="0">
                <a:solidFill>
                  <a:srgbClr val="FF0000"/>
                </a:solidFill>
              </a:rPr>
              <a:t>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27B1E39-4684-1933-0655-6EF856CD9EFD}"/>
              </a:ext>
            </a:extLst>
          </p:cNvPr>
          <p:cNvSpPr txBox="1"/>
          <p:nvPr/>
        </p:nvSpPr>
        <p:spPr>
          <a:xfrm>
            <a:off x="1587260" y="4669766"/>
            <a:ext cx="6326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dirty="0">
                <a:solidFill>
                  <a:srgbClr val="FF0000"/>
                </a:solidFill>
              </a:rPr>
              <a:t>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FF8E641-3F0D-DACB-FA6C-3074BDBFA159}"/>
              </a:ext>
            </a:extLst>
          </p:cNvPr>
          <p:cNvSpPr txBox="1"/>
          <p:nvPr/>
        </p:nvSpPr>
        <p:spPr>
          <a:xfrm>
            <a:off x="1719532" y="5388634"/>
            <a:ext cx="442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dirty="0">
                <a:solidFill>
                  <a:srgbClr val="FF0000"/>
                </a:solidFill>
              </a:rPr>
              <a:t>e</a:t>
            </a:r>
          </a:p>
        </p:txBody>
      </p:sp>
    </p:spTree>
    <p:extLst>
      <p:ext uri="{BB962C8B-B14F-4D97-AF65-F5344CB8AC3E}">
        <p14:creationId xmlns:p14="http://schemas.microsoft.com/office/powerpoint/2010/main" val="3556446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  <p:bldP spid="1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FAE3B0-E369-BCD9-48E5-17DDBD008E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4F20D1-126B-BDBC-542A-4F4B7A321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0"/>
            <a:ext cx="10058400" cy="617080"/>
          </a:xfrm>
        </p:spPr>
        <p:txBody>
          <a:bodyPr>
            <a:normAutofit fontScale="90000"/>
          </a:bodyPr>
          <a:lstStyle/>
          <a:p>
            <a:r>
              <a:rPr lang="en-US" sz="4500" dirty="0">
                <a:solidFill>
                  <a:srgbClr val="FF0000"/>
                </a:solidFill>
              </a:rPr>
              <a:t>Reading comprehension – details (p. 47)</a:t>
            </a:r>
          </a:p>
        </p:txBody>
      </p:sp>
      <p:pic>
        <p:nvPicPr>
          <p:cNvPr id="7" name="Content Placeholder 6" descr="A paper with text on it&#10;&#10;AI-generated content may be incorrect.">
            <a:extLst>
              <a:ext uri="{FF2B5EF4-FFF2-40B4-BE49-F238E27FC236}">
                <a16:creationId xmlns:a16="http://schemas.microsoft.com/office/drawing/2014/main" id="{2A5B0A9A-71E7-7997-8FAE-055C7DDE3A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957" y="1007078"/>
            <a:ext cx="11268292" cy="1999783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22A3931-AED7-2482-846C-E36AE8B76421}"/>
              </a:ext>
            </a:extLst>
          </p:cNvPr>
          <p:cNvSpPr txBox="1"/>
          <p:nvPr/>
        </p:nvSpPr>
        <p:spPr>
          <a:xfrm>
            <a:off x="646957" y="527323"/>
            <a:ext cx="342759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rgbClr val="0070C0"/>
                </a:solidFill>
              </a:rPr>
              <a:t>1. Matching 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1BE78264-74BF-0D73-D67B-BCB44079B649}"/>
                  </a:ext>
                </a:extLst>
              </p14:cNvPr>
              <p14:cNvContentPartPr/>
              <p14:nvPr/>
            </p14:nvContentPartPr>
            <p14:xfrm>
              <a:off x="2654826" y="2255583"/>
              <a:ext cx="802440" cy="32364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1BE78264-74BF-0D73-D67B-BCB44079B64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646186" y="2246583"/>
                <a:ext cx="820080" cy="341280"/>
              </a:xfrm>
              <a:prstGeom prst="rect">
                <a:avLst/>
              </a:prstGeom>
            </p:spPr>
          </p:pic>
        </mc:Fallback>
      </mc:AlternateContent>
      <p:pic>
        <p:nvPicPr>
          <p:cNvPr id="11" name="Picture 10" descr="A close up of text&#10;&#10;AI-generated content may be incorrect.">
            <a:extLst>
              <a:ext uri="{FF2B5EF4-FFF2-40B4-BE49-F238E27FC236}">
                <a16:creationId xmlns:a16="http://schemas.microsoft.com/office/drawing/2014/main" id="{53020DD6-1BBD-EA4E-BB9E-3625356ED61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14" y="3055729"/>
            <a:ext cx="6246925" cy="218338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56C95B6-7458-3A54-187E-6C3CB244A363}"/>
              </a:ext>
            </a:extLst>
          </p:cNvPr>
          <p:cNvSpPr txBox="1"/>
          <p:nvPr/>
        </p:nvSpPr>
        <p:spPr>
          <a:xfrm>
            <a:off x="4635260" y="2134260"/>
            <a:ext cx="6268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dirty="0">
                <a:solidFill>
                  <a:srgbClr val="FF0000"/>
                </a:solidFill>
              </a:rPr>
              <a:t>c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EB352DB-F645-19DC-05CC-2646C0517A62}"/>
              </a:ext>
            </a:extLst>
          </p:cNvPr>
          <p:cNvSpPr txBox="1"/>
          <p:nvPr/>
        </p:nvSpPr>
        <p:spPr>
          <a:xfrm>
            <a:off x="4652513" y="2536166"/>
            <a:ext cx="6383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dirty="0">
                <a:solidFill>
                  <a:srgbClr val="FF0000"/>
                </a:solidFill>
              </a:rPr>
              <a:t>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2469ED7-3344-20A4-C67B-5B410D2C7517}"/>
              </a:ext>
            </a:extLst>
          </p:cNvPr>
          <p:cNvSpPr txBox="1"/>
          <p:nvPr/>
        </p:nvSpPr>
        <p:spPr>
          <a:xfrm>
            <a:off x="10691004" y="2134260"/>
            <a:ext cx="4659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dirty="0">
                <a:solidFill>
                  <a:srgbClr val="FF0000"/>
                </a:solidFill>
              </a:rPr>
              <a:t>a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F1C7298-AD7E-8A6D-22D5-61367477870F}"/>
              </a:ext>
            </a:extLst>
          </p:cNvPr>
          <p:cNvSpPr txBox="1"/>
          <p:nvPr/>
        </p:nvSpPr>
        <p:spPr>
          <a:xfrm>
            <a:off x="10633494" y="2534370"/>
            <a:ext cx="4947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dirty="0">
                <a:solidFill>
                  <a:srgbClr val="FF0000"/>
                </a:solidFill>
              </a:rPr>
              <a:t>b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DE01A2A-7C4E-B711-EA1C-146636138C75}"/>
              </a:ext>
            </a:extLst>
          </p:cNvPr>
          <p:cNvCxnSpPr/>
          <p:nvPr/>
        </p:nvCxnSpPr>
        <p:spPr>
          <a:xfrm>
            <a:off x="646957" y="3390181"/>
            <a:ext cx="1917964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Picture 18">
            <a:extLst>
              <a:ext uri="{FF2B5EF4-FFF2-40B4-BE49-F238E27FC236}">
                <a16:creationId xmlns:a16="http://schemas.microsoft.com/office/drawing/2014/main" id="{B75E751A-8E19-3074-CD27-F20CD47F551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0315" y="5513850"/>
            <a:ext cx="6112461" cy="1168746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D7FF636B-76E4-D391-9221-E20283156D8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26506" y="3094081"/>
            <a:ext cx="5474880" cy="1367691"/>
          </a:xfrm>
          <a:prstGeom prst="rect">
            <a:avLst/>
          </a:prstGeom>
        </p:spPr>
      </p:pic>
      <p:pic>
        <p:nvPicPr>
          <p:cNvPr id="23" name="Picture 22" descr="A close up of a text&#10;&#10;AI-generated content may be incorrect.">
            <a:extLst>
              <a:ext uri="{FF2B5EF4-FFF2-40B4-BE49-F238E27FC236}">
                <a16:creationId xmlns:a16="http://schemas.microsoft.com/office/drawing/2014/main" id="{76E97E56-3A87-3FFE-0890-52A6746E55E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4508" y="4749512"/>
            <a:ext cx="5474880" cy="1772058"/>
          </a:xfrm>
          <a:prstGeom prst="rect">
            <a:avLst/>
          </a:prstGeom>
        </p:spPr>
      </p:pic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1AB3111-E997-A21A-CF0E-B9CB6E8515B8}"/>
              </a:ext>
            </a:extLst>
          </p:cNvPr>
          <p:cNvCxnSpPr/>
          <p:nvPr/>
        </p:nvCxnSpPr>
        <p:spPr>
          <a:xfrm>
            <a:off x="3457266" y="5871713"/>
            <a:ext cx="1937119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B6FE8CD8-AADD-9795-7A5D-709B2C32206A}"/>
              </a:ext>
            </a:extLst>
          </p:cNvPr>
          <p:cNvCxnSpPr>
            <a:cxnSpLocks/>
          </p:cNvCxnSpPr>
          <p:nvPr/>
        </p:nvCxnSpPr>
        <p:spPr>
          <a:xfrm flipV="1">
            <a:off x="7131170" y="3429000"/>
            <a:ext cx="4318958" cy="61823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48F09C54-D1CC-021F-9FAC-D3A0B58B9EA2}"/>
              </a:ext>
            </a:extLst>
          </p:cNvPr>
          <p:cNvCxnSpPr/>
          <p:nvPr/>
        </p:nvCxnSpPr>
        <p:spPr>
          <a:xfrm>
            <a:off x="7217433" y="5175848"/>
            <a:ext cx="2283125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0ECEC298-1C87-2C51-AB6E-14FD0185B116}"/>
                  </a:ext>
                </a:extLst>
              </p14:cNvPr>
              <p14:cNvContentPartPr/>
              <p14:nvPr/>
            </p14:nvContentPartPr>
            <p14:xfrm>
              <a:off x="1894467" y="3139687"/>
              <a:ext cx="253800" cy="24588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0ECEC298-1C87-2C51-AB6E-14FD0185B116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885467" y="3130687"/>
                <a:ext cx="271440" cy="26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FB87BB77-9B4A-CCA8-3943-028A4F355A91}"/>
                  </a:ext>
                </a:extLst>
              </p14:cNvPr>
              <p14:cNvContentPartPr/>
              <p14:nvPr/>
            </p14:nvContentPartPr>
            <p14:xfrm>
              <a:off x="4292067" y="5565367"/>
              <a:ext cx="712800" cy="29880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FB87BB77-9B4A-CCA8-3943-028A4F355A91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283067" y="5556727"/>
                <a:ext cx="730440" cy="31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3AFE4CA4-EA65-1A60-D1E1-19618C98E9A0}"/>
                  </a:ext>
                </a:extLst>
              </p14:cNvPr>
              <p14:cNvContentPartPr/>
              <p14:nvPr/>
            </p14:nvContentPartPr>
            <p14:xfrm>
              <a:off x="8723307" y="3183607"/>
              <a:ext cx="309240" cy="31284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3AFE4CA4-EA65-1A60-D1E1-19618C98E9A0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8714307" y="3174607"/>
                <a:ext cx="326880" cy="33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899D61EC-7D23-60E5-874F-7EB1DBDFEBD7}"/>
                  </a:ext>
                </a:extLst>
              </p14:cNvPr>
              <p14:cNvContentPartPr/>
              <p14:nvPr/>
            </p14:nvContentPartPr>
            <p14:xfrm>
              <a:off x="7742307" y="4968847"/>
              <a:ext cx="238320" cy="19476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899D61EC-7D23-60E5-874F-7EB1DBDFEBD7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7733307" y="4959847"/>
                <a:ext cx="255960" cy="212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478640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5B73E7-3811-F629-6D0E-8D2D0D4D19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85CC75-851A-D8EA-80EB-DCAE58FA78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0"/>
            <a:ext cx="10058400" cy="617080"/>
          </a:xfrm>
        </p:spPr>
        <p:txBody>
          <a:bodyPr>
            <a:normAutofit fontScale="90000"/>
          </a:bodyPr>
          <a:lstStyle/>
          <a:p>
            <a:r>
              <a:rPr lang="en-US" sz="4500" dirty="0">
                <a:solidFill>
                  <a:srgbClr val="FF0000"/>
                </a:solidFill>
              </a:rPr>
              <a:t>Reading comprehension – details (p. 47)</a:t>
            </a:r>
          </a:p>
        </p:txBody>
      </p:sp>
      <p:pic>
        <p:nvPicPr>
          <p:cNvPr id="7" name="Content Placeholder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B81B4C6-3EC4-A44F-0B0A-0C86DDB8EF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840" y="974151"/>
            <a:ext cx="10205862" cy="1864416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CC71FEA-AE70-6E3F-9D33-00F88C916EC0}"/>
              </a:ext>
            </a:extLst>
          </p:cNvPr>
          <p:cNvSpPr txBox="1"/>
          <p:nvPr/>
        </p:nvSpPr>
        <p:spPr>
          <a:xfrm>
            <a:off x="761328" y="617080"/>
            <a:ext cx="36239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70C0"/>
                </a:solidFill>
              </a:rPr>
              <a:t>2. True/ False/ Not Given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EB6120C-4876-C02F-6BA7-83AAB7577E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919" y="3078419"/>
            <a:ext cx="5712081" cy="824415"/>
          </a:xfrm>
          <a:prstGeom prst="rect">
            <a:avLst/>
          </a:prstGeom>
        </p:spPr>
      </p:pic>
      <p:pic>
        <p:nvPicPr>
          <p:cNvPr id="19" name="Picture 18" descr="A close up of text&#10;&#10;AI-generated content may be incorrect.">
            <a:extLst>
              <a:ext uri="{FF2B5EF4-FFF2-40B4-BE49-F238E27FC236}">
                <a16:creationId xmlns:a16="http://schemas.microsoft.com/office/drawing/2014/main" id="{9795754D-E174-FB29-6CC6-ED9EB7DD309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7730" y="2970627"/>
            <a:ext cx="5712081" cy="1864415"/>
          </a:xfrm>
          <a:prstGeom prst="rect">
            <a:avLst/>
          </a:prstGeom>
        </p:spPr>
      </p:pic>
      <p:pic>
        <p:nvPicPr>
          <p:cNvPr id="21" name="Picture 20" descr="A close up of a text&#10;&#10;AI-generated content may be incorrect.">
            <a:extLst>
              <a:ext uri="{FF2B5EF4-FFF2-40B4-BE49-F238E27FC236}">
                <a16:creationId xmlns:a16="http://schemas.microsoft.com/office/drawing/2014/main" id="{DA741858-04BA-672F-E190-1A6C6A9E0F6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414" y="4043543"/>
            <a:ext cx="5848586" cy="2637747"/>
          </a:xfrm>
          <a:prstGeom prst="rect">
            <a:avLst/>
          </a:prstGeom>
        </p:spPr>
      </p:pic>
      <p:pic>
        <p:nvPicPr>
          <p:cNvPr id="23" name="Picture 22" descr="A close up of a text&#10;&#10;AI-generated content may be incorrect.">
            <a:extLst>
              <a:ext uri="{FF2B5EF4-FFF2-40B4-BE49-F238E27FC236}">
                <a16:creationId xmlns:a16="http://schemas.microsoft.com/office/drawing/2014/main" id="{837B8DC9-8F17-5970-B7B9-863EAEC1B4E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7730" y="5119819"/>
            <a:ext cx="5782643" cy="1561471"/>
          </a:xfrm>
          <a:prstGeom prst="rect">
            <a:avLst/>
          </a:prstGeom>
        </p:spPr>
      </p:pic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5FBCC800-5ADC-1580-9327-FDA285AD1B73}"/>
              </a:ext>
            </a:extLst>
          </p:cNvPr>
          <p:cNvCxnSpPr/>
          <p:nvPr/>
        </p:nvCxnSpPr>
        <p:spPr>
          <a:xfrm>
            <a:off x="1660506" y="3797845"/>
            <a:ext cx="1452942" cy="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4F31C088-9664-0742-2535-CF6BF3E39C94}"/>
              </a:ext>
            </a:extLst>
          </p:cNvPr>
          <p:cNvCxnSpPr>
            <a:cxnSpLocks/>
          </p:cNvCxnSpPr>
          <p:nvPr/>
        </p:nvCxnSpPr>
        <p:spPr>
          <a:xfrm>
            <a:off x="1593188" y="1866993"/>
            <a:ext cx="1121963" cy="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5937EBC9-33CA-6DF6-AB40-1C4CF806B322}"/>
              </a:ext>
            </a:extLst>
          </p:cNvPr>
          <p:cNvCxnSpPr/>
          <p:nvPr/>
        </p:nvCxnSpPr>
        <p:spPr>
          <a:xfrm>
            <a:off x="6361531" y="1866993"/>
            <a:ext cx="1705384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8CEB9F31-4AD4-C700-0742-7C899A10BB87}"/>
              </a:ext>
            </a:extLst>
          </p:cNvPr>
          <p:cNvCxnSpPr/>
          <p:nvPr/>
        </p:nvCxnSpPr>
        <p:spPr>
          <a:xfrm>
            <a:off x="4650537" y="3752967"/>
            <a:ext cx="1009767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6FE3D429-A24C-1A4D-66F8-6B3E4B13F4A9}"/>
              </a:ext>
            </a:extLst>
          </p:cNvPr>
          <p:cNvCxnSpPr/>
          <p:nvPr/>
        </p:nvCxnSpPr>
        <p:spPr>
          <a:xfrm>
            <a:off x="863912" y="4297119"/>
            <a:ext cx="1677335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15D7911D-EFA3-97D8-236E-1FF4F00F6278}"/>
              </a:ext>
            </a:extLst>
          </p:cNvPr>
          <p:cNvCxnSpPr/>
          <p:nvPr/>
        </p:nvCxnSpPr>
        <p:spPr>
          <a:xfrm>
            <a:off x="4650537" y="2140593"/>
            <a:ext cx="920010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DF333079-78D5-D581-1B95-52A3828DF3C1}"/>
              </a:ext>
            </a:extLst>
          </p:cNvPr>
          <p:cNvCxnSpPr/>
          <p:nvPr/>
        </p:nvCxnSpPr>
        <p:spPr>
          <a:xfrm>
            <a:off x="2765639" y="6260555"/>
            <a:ext cx="2288805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A4ADC851-5DEF-915A-C456-7874FB204410}"/>
              </a:ext>
            </a:extLst>
          </p:cNvPr>
          <p:cNvCxnSpPr/>
          <p:nvPr/>
        </p:nvCxnSpPr>
        <p:spPr>
          <a:xfrm>
            <a:off x="6619583" y="4173703"/>
            <a:ext cx="2081242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2CA1739D-0EE2-D121-BF8A-B4F884B01BBF}"/>
              </a:ext>
            </a:extLst>
          </p:cNvPr>
          <p:cNvCxnSpPr/>
          <p:nvPr/>
        </p:nvCxnSpPr>
        <p:spPr>
          <a:xfrm flipV="1">
            <a:off x="6647632" y="6512996"/>
            <a:ext cx="5334935" cy="56098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F8D1CFF3-2B46-A0EC-E4D0-B335165EFC1D}"/>
              </a:ext>
            </a:extLst>
          </p:cNvPr>
          <p:cNvCxnSpPr/>
          <p:nvPr/>
        </p:nvCxnSpPr>
        <p:spPr>
          <a:xfrm>
            <a:off x="3573453" y="2709541"/>
            <a:ext cx="1997094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85947EA1-11B5-81A6-E517-53F7D3267DBD}"/>
                  </a:ext>
                </a:extLst>
              </p14:cNvPr>
              <p14:cNvContentPartPr/>
              <p14:nvPr/>
            </p14:nvContentPartPr>
            <p14:xfrm>
              <a:off x="9426426" y="1587633"/>
              <a:ext cx="320400" cy="30096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85947EA1-11B5-81A6-E517-53F7D3267DBD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417426" y="1578993"/>
                <a:ext cx="338040" cy="31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8CDD738F-3FDA-646A-C819-A58DF6DC1CF8}"/>
                  </a:ext>
                </a:extLst>
              </p14:cNvPr>
              <p14:cNvContentPartPr/>
              <p14:nvPr/>
            </p14:nvContentPartPr>
            <p14:xfrm>
              <a:off x="8854386" y="1914513"/>
              <a:ext cx="343800" cy="24768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8CDD738F-3FDA-646A-C819-A58DF6DC1CF8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8845386" y="1905873"/>
                <a:ext cx="361440" cy="265320"/>
              </a:xfrm>
              <a:prstGeom prst="rect">
                <a:avLst/>
              </a:prstGeom>
            </p:spPr>
          </p:pic>
        </mc:Fallback>
      </mc:AlternateContent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ED54B6BA-7911-B36D-648E-55EB25010EF4}"/>
              </a:ext>
            </a:extLst>
          </p:cNvPr>
          <p:cNvCxnSpPr/>
          <p:nvPr/>
        </p:nvCxnSpPr>
        <p:spPr>
          <a:xfrm>
            <a:off x="1593188" y="2423441"/>
            <a:ext cx="504883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B6240EEC-9C7B-778B-A1A9-258B5B2B7CDB}"/>
              </a:ext>
            </a:extLst>
          </p:cNvPr>
          <p:cNvCxnSpPr/>
          <p:nvPr/>
        </p:nvCxnSpPr>
        <p:spPr>
          <a:xfrm>
            <a:off x="4476633" y="2445880"/>
            <a:ext cx="617080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7584C34B-1D14-7FDF-D1EA-B1A5331B39B6}"/>
              </a:ext>
            </a:extLst>
          </p:cNvPr>
          <p:cNvCxnSpPr/>
          <p:nvPr/>
        </p:nvCxnSpPr>
        <p:spPr>
          <a:xfrm>
            <a:off x="5660304" y="2423441"/>
            <a:ext cx="1800751" cy="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D4B244DD-749D-CB31-7595-0F4D4AA79257}"/>
                  </a:ext>
                </a:extLst>
              </p14:cNvPr>
              <p14:cNvContentPartPr/>
              <p14:nvPr/>
            </p14:nvContentPartPr>
            <p14:xfrm>
              <a:off x="8830986" y="2213673"/>
              <a:ext cx="335520" cy="27576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D4B244DD-749D-CB31-7595-0F4D4AA79257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8821986" y="2205033"/>
                <a:ext cx="353160" cy="293400"/>
              </a:xfrm>
              <a:prstGeom prst="rect">
                <a:avLst/>
              </a:prstGeom>
            </p:spPr>
          </p:pic>
        </mc:Fallback>
      </mc:AlternateContent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20B3B610-2BAF-9EA0-DC2E-220F94D821EA}"/>
              </a:ext>
            </a:extLst>
          </p:cNvPr>
          <p:cNvCxnSpPr/>
          <p:nvPr/>
        </p:nvCxnSpPr>
        <p:spPr>
          <a:xfrm>
            <a:off x="2675882" y="2709541"/>
            <a:ext cx="622690" cy="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1D5E39C9-FC0A-DC32-EC06-D95563E7544C}"/>
                  </a:ext>
                </a:extLst>
              </p14:cNvPr>
              <p14:cNvContentPartPr/>
              <p14:nvPr/>
            </p14:nvContentPartPr>
            <p14:xfrm>
              <a:off x="10003506" y="2477913"/>
              <a:ext cx="575640" cy="334440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1D5E39C9-FC0A-DC32-EC06-D95563E7544C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9994506" y="2469273"/>
                <a:ext cx="593280" cy="352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650304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F9F9E5-014D-3D6E-95D3-AD50FDCCCE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09FA6-0B41-7BE1-6944-AD31409FEB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0"/>
            <a:ext cx="10058400" cy="617080"/>
          </a:xfrm>
        </p:spPr>
        <p:txBody>
          <a:bodyPr>
            <a:normAutofit fontScale="90000"/>
          </a:bodyPr>
          <a:lstStyle/>
          <a:p>
            <a:r>
              <a:rPr lang="en-US" sz="4500" dirty="0">
                <a:solidFill>
                  <a:srgbClr val="FF0000"/>
                </a:solidFill>
              </a:rPr>
              <a:t>Reading comprehension – the main idea (p. 47)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A924F03-EAD4-7C3C-67E5-1C6CE091605F}"/>
              </a:ext>
            </a:extLst>
          </p:cNvPr>
          <p:cNvSpPr txBox="1"/>
          <p:nvPr/>
        </p:nvSpPr>
        <p:spPr>
          <a:xfrm>
            <a:off x="761328" y="617080"/>
            <a:ext cx="56226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70C0"/>
                </a:solidFill>
              </a:rPr>
              <a:t>3. Multiple choice questions (MCQ)</a:t>
            </a:r>
          </a:p>
        </p:txBody>
      </p:sp>
      <p:pic>
        <p:nvPicPr>
          <p:cNvPr id="6" name="Content Placeholder 5" descr="A close-up of a text&#10;&#10;AI-generated content may be incorrect.">
            <a:extLst>
              <a:ext uri="{FF2B5EF4-FFF2-40B4-BE49-F238E27FC236}">
                <a16:creationId xmlns:a16="http://schemas.microsoft.com/office/drawing/2014/main" id="{9CED3C2E-C0B5-CE73-CEF3-54608F858D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328" y="1112556"/>
            <a:ext cx="9672930" cy="1316493"/>
          </a:xfr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6FA83168-D539-4EBF-27EA-AF57EB953E51}"/>
                  </a:ext>
                </a:extLst>
              </p14:cNvPr>
              <p14:cNvContentPartPr/>
              <p14:nvPr/>
            </p14:nvContentPartPr>
            <p14:xfrm>
              <a:off x="1222026" y="1794633"/>
              <a:ext cx="340200" cy="26532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6FA83168-D539-4EBF-27EA-AF57EB953E5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13026" y="1785993"/>
                <a:ext cx="357840" cy="282960"/>
              </a:xfrm>
              <a:prstGeom prst="rect">
                <a:avLst/>
              </a:prstGeom>
            </p:spPr>
          </p:pic>
        </mc:Fallback>
      </mc:AlternateContent>
      <p:pic>
        <p:nvPicPr>
          <p:cNvPr id="11" name="Picture 10" descr="A newspaper with text and words&#10;&#10;AI-generated content may be incorrect.">
            <a:extLst>
              <a:ext uri="{FF2B5EF4-FFF2-40B4-BE49-F238E27FC236}">
                <a16:creationId xmlns:a16="http://schemas.microsoft.com/office/drawing/2014/main" id="{14B8082B-A777-4B6E-3B25-92D06C39527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426" y="2429049"/>
            <a:ext cx="6094178" cy="4305331"/>
          </a:xfrm>
          <a:prstGeom prst="rect">
            <a:avLst/>
          </a:prstGeom>
        </p:spPr>
      </p:pic>
      <p:pic>
        <p:nvPicPr>
          <p:cNvPr id="13" name="Picture 12" descr="A screenshot of a text&#10;&#10;AI-generated content may be incorrect.">
            <a:extLst>
              <a:ext uri="{FF2B5EF4-FFF2-40B4-BE49-F238E27FC236}">
                <a16:creationId xmlns:a16="http://schemas.microsoft.com/office/drawing/2014/main" id="{CAD138EB-BAF0-9524-1FE3-C441354B303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4703" y="2380549"/>
            <a:ext cx="5766890" cy="4353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5056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7215DA-ACC7-90E6-00A3-750140B77E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303" y="61708"/>
            <a:ext cx="10058400" cy="510493"/>
          </a:xfrm>
        </p:spPr>
        <p:txBody>
          <a:bodyPr>
            <a:normAutofit fontScale="90000"/>
          </a:bodyPr>
          <a:lstStyle/>
          <a:p>
            <a:r>
              <a:rPr lang="en-US" sz="4500" dirty="0">
                <a:solidFill>
                  <a:srgbClr val="FF0000"/>
                </a:solidFill>
              </a:rPr>
              <a:t>Comprehension check – inference questions 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510BC00-DF9D-F357-E186-0007931D52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313"/>
          <a:stretch>
            <a:fillRect/>
          </a:stretch>
        </p:blipFill>
        <p:spPr>
          <a:xfrm>
            <a:off x="70298" y="572200"/>
            <a:ext cx="6025702" cy="6224091"/>
          </a:xfr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8BBA3ACC-DA0E-08E9-B6C5-2806B2BFB831}"/>
                  </a:ext>
                </a:extLst>
              </p14:cNvPr>
              <p14:cNvContentPartPr/>
              <p14:nvPr/>
            </p14:nvContentPartPr>
            <p14:xfrm>
              <a:off x="559986" y="3793713"/>
              <a:ext cx="286200" cy="28728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8BBA3ACC-DA0E-08E9-B6C5-2806B2BFB83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51346" y="3784713"/>
                <a:ext cx="303840" cy="30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686952B6-A062-7D8D-F950-3A1D4BD08357}"/>
                  </a:ext>
                </a:extLst>
              </p14:cNvPr>
              <p14:cNvContentPartPr/>
              <p14:nvPr/>
            </p14:nvContentPartPr>
            <p14:xfrm>
              <a:off x="526146" y="5214273"/>
              <a:ext cx="263160" cy="33012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686952B6-A062-7D8D-F950-3A1D4BD0835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17146" y="5205273"/>
                <a:ext cx="280800" cy="34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CC46F4A6-6AE2-CC51-CF5F-946D80A3C748}"/>
                  </a:ext>
                </a:extLst>
              </p14:cNvPr>
              <p14:cNvContentPartPr/>
              <p14:nvPr/>
            </p14:nvContentPartPr>
            <p14:xfrm>
              <a:off x="609306" y="6419913"/>
              <a:ext cx="282240" cy="26892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CC46F4A6-6AE2-CC51-CF5F-946D80A3C748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00666" y="6410913"/>
                <a:ext cx="299880" cy="286560"/>
              </a:xfrm>
              <a:prstGeom prst="rect">
                <a:avLst/>
              </a:prstGeom>
            </p:spPr>
          </p:pic>
        </mc:Fallback>
      </mc:AlternateContent>
      <p:pic>
        <p:nvPicPr>
          <p:cNvPr id="10" name="Picture 9" descr="A close up of a text&#10;&#10;AI-generated content may be incorrect.">
            <a:extLst>
              <a:ext uri="{FF2B5EF4-FFF2-40B4-BE49-F238E27FC236}">
                <a16:creationId xmlns:a16="http://schemas.microsoft.com/office/drawing/2014/main" id="{078573BA-A696-0884-8B9A-EDF6B3D223C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9867" y="676855"/>
            <a:ext cx="5887578" cy="2301957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7827FA6-6BEF-068C-FDC4-2AAE3D4DAF18}"/>
              </a:ext>
            </a:extLst>
          </p:cNvPr>
          <p:cNvCxnSpPr/>
          <p:nvPr/>
        </p:nvCxnSpPr>
        <p:spPr>
          <a:xfrm>
            <a:off x="6507387" y="1761482"/>
            <a:ext cx="1206110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781AA81-5A6E-0FBB-7A7A-B943CDE35C5F}"/>
              </a:ext>
            </a:extLst>
          </p:cNvPr>
          <p:cNvCxnSpPr/>
          <p:nvPr/>
        </p:nvCxnSpPr>
        <p:spPr>
          <a:xfrm>
            <a:off x="6541045" y="2120510"/>
            <a:ext cx="2238317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16" descr="A close up of a text&#10;&#10;AI-generated content may be incorrect.">
            <a:extLst>
              <a:ext uri="{FF2B5EF4-FFF2-40B4-BE49-F238E27FC236}">
                <a16:creationId xmlns:a16="http://schemas.microsoft.com/office/drawing/2014/main" id="{92253934-0A8F-EEBF-17C4-9CF622C8199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9866" y="2989609"/>
            <a:ext cx="5932457" cy="1890931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FE2C9E1-ED3B-5365-FC23-1449B75DE133}"/>
              </a:ext>
            </a:extLst>
          </p:cNvPr>
          <p:cNvCxnSpPr/>
          <p:nvPr/>
        </p:nvCxnSpPr>
        <p:spPr>
          <a:xfrm>
            <a:off x="8779362" y="3242474"/>
            <a:ext cx="751715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7B6B6D8B-7966-93A6-8B3F-DE74BD2DE1EB}"/>
              </a:ext>
            </a:extLst>
          </p:cNvPr>
          <p:cNvCxnSpPr/>
          <p:nvPr/>
        </p:nvCxnSpPr>
        <p:spPr>
          <a:xfrm>
            <a:off x="6664461" y="3579063"/>
            <a:ext cx="3001252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A927FAF8-89C3-BC50-E709-017EF674DDCD}"/>
              </a:ext>
            </a:extLst>
          </p:cNvPr>
          <p:cNvCxnSpPr/>
          <p:nvPr/>
        </p:nvCxnSpPr>
        <p:spPr>
          <a:xfrm>
            <a:off x="8066915" y="4499072"/>
            <a:ext cx="1032206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92F75FC-5CA5-D21D-0ABB-7CBB548151D3}"/>
              </a:ext>
            </a:extLst>
          </p:cNvPr>
          <p:cNvCxnSpPr/>
          <p:nvPr/>
        </p:nvCxnSpPr>
        <p:spPr>
          <a:xfrm>
            <a:off x="6507387" y="4785173"/>
            <a:ext cx="1497820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15042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C965D3-A479-7549-4B21-664A3390F7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581AE-3156-7B16-BD14-4FBE997372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2842457"/>
          </a:xfrm>
        </p:spPr>
        <p:txBody>
          <a:bodyPr/>
          <a:lstStyle/>
          <a:p>
            <a:pPr algn="ctr"/>
            <a:br>
              <a:rPr lang="en-US" dirty="0"/>
            </a:br>
            <a:r>
              <a:rPr lang="en-US" dirty="0"/>
              <a:t>progress test 1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98618B-9F8A-92E2-AB27-82899FB8CE9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9188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BFFBE2-6D2E-0FFF-9E93-0E76472940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01D999-9F06-7325-D310-55384328D8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2842457"/>
          </a:xfrm>
        </p:spPr>
        <p:txBody>
          <a:bodyPr/>
          <a:lstStyle/>
          <a:p>
            <a:pPr algn="ctr"/>
            <a:br>
              <a:rPr lang="en-US" dirty="0"/>
            </a:br>
            <a:r>
              <a:rPr lang="en-US" dirty="0"/>
              <a:t>Reading 2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B687D4-501E-08EB-392A-646B39640F4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1180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C869D4-9B27-C8D2-001A-E9E0B44520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162686"/>
            <a:ext cx="10058400" cy="465614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FF0000"/>
                </a:solidFill>
              </a:rPr>
              <a:t>Language development – p. 50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9905F8B-7C06-81F9-F5D7-75C5A14C17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086" y="809122"/>
            <a:ext cx="10927378" cy="5771192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70B393B-9EC6-5DC9-A5ED-2C216977642E}"/>
              </a:ext>
            </a:extLst>
          </p:cNvPr>
          <p:cNvSpPr txBox="1"/>
          <p:nvPr/>
        </p:nvSpPr>
        <p:spPr>
          <a:xfrm>
            <a:off x="1896118" y="4083946"/>
            <a:ext cx="17558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dirty="0">
                <a:solidFill>
                  <a:srgbClr val="FF0000"/>
                </a:solidFill>
              </a:rPr>
              <a:t>consumer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284AD8E-1962-F2F8-9F19-83CEE765D40C}"/>
              </a:ext>
            </a:extLst>
          </p:cNvPr>
          <p:cNvSpPr txBox="1"/>
          <p:nvPr/>
        </p:nvSpPr>
        <p:spPr>
          <a:xfrm>
            <a:off x="2109291" y="4622488"/>
            <a:ext cx="16268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dirty="0">
                <a:solidFill>
                  <a:srgbClr val="FF0000"/>
                </a:solidFill>
              </a:rPr>
              <a:t>common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AD8BD9-AEE6-7F9B-F849-5333DAB897DC}"/>
              </a:ext>
            </a:extLst>
          </p:cNvPr>
          <p:cNvSpPr txBox="1"/>
          <p:nvPr/>
        </p:nvSpPr>
        <p:spPr>
          <a:xfrm>
            <a:off x="2036363" y="5110542"/>
            <a:ext cx="16997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dirty="0">
                <a:solidFill>
                  <a:srgbClr val="FF0000"/>
                </a:solidFill>
              </a:rPr>
              <a:t>potential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E9BB0E-D03C-3FC8-C090-916C51FF7B34}"/>
              </a:ext>
            </a:extLst>
          </p:cNvPr>
          <p:cNvSpPr txBox="1"/>
          <p:nvPr/>
        </p:nvSpPr>
        <p:spPr>
          <a:xfrm>
            <a:off x="2109291" y="5576157"/>
            <a:ext cx="12061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dirty="0">
                <a:solidFill>
                  <a:srgbClr val="FF0000"/>
                </a:solidFill>
              </a:rPr>
              <a:t>critic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7FEDEB9-F1B7-1748-83DE-E3FC47CF230A}"/>
              </a:ext>
            </a:extLst>
          </p:cNvPr>
          <p:cNvSpPr txBox="1"/>
          <p:nvPr/>
        </p:nvSpPr>
        <p:spPr>
          <a:xfrm>
            <a:off x="2182218" y="6036162"/>
            <a:ext cx="12061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dirty="0">
                <a:solidFill>
                  <a:srgbClr val="FF0000"/>
                </a:solidFill>
              </a:rPr>
              <a:t>brand</a:t>
            </a:r>
          </a:p>
        </p:txBody>
      </p:sp>
    </p:spTree>
    <p:extLst>
      <p:ext uri="{BB962C8B-B14F-4D97-AF65-F5344CB8AC3E}">
        <p14:creationId xmlns:p14="http://schemas.microsoft.com/office/powerpoint/2010/main" val="1767517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6" grpId="0"/>
      <p:bldP spid="7" grpId="0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F72CA1-87DF-A5B8-A769-8B35BD2454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F3E579-9F8C-4CBE-18AB-8F070A5C9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162686"/>
            <a:ext cx="10058400" cy="465614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FF0000"/>
                </a:solidFill>
              </a:rPr>
              <a:t>Language development – p. 50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EE63349-39D5-AB6D-227D-576372D975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300" y="903684"/>
            <a:ext cx="10983262" cy="554199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2488A01-A17E-8BCD-0CDF-34993009C42E}"/>
              </a:ext>
            </a:extLst>
          </p:cNvPr>
          <p:cNvSpPr txBox="1"/>
          <p:nvPr/>
        </p:nvSpPr>
        <p:spPr>
          <a:xfrm>
            <a:off x="4931028" y="3152717"/>
            <a:ext cx="19017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dirty="0">
                <a:solidFill>
                  <a:srgbClr val="FF0000"/>
                </a:solidFill>
              </a:rPr>
              <a:t>society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F7922D-1D4F-7C10-7F32-9B09EEEEBD08}"/>
              </a:ext>
            </a:extLst>
          </p:cNvPr>
          <p:cNvSpPr txBox="1"/>
          <p:nvPr/>
        </p:nvSpPr>
        <p:spPr>
          <a:xfrm>
            <a:off x="3130277" y="3736137"/>
            <a:ext cx="21092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dirty="0">
                <a:solidFill>
                  <a:srgbClr val="FF0000"/>
                </a:solidFill>
              </a:rPr>
              <a:t>accepting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1A5903-D44E-188A-9CE3-835C6161F416}"/>
              </a:ext>
            </a:extLst>
          </p:cNvPr>
          <p:cNvSpPr txBox="1"/>
          <p:nvPr/>
        </p:nvSpPr>
        <p:spPr>
          <a:xfrm>
            <a:off x="7253492" y="4465413"/>
            <a:ext cx="17670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dirty="0">
                <a:solidFill>
                  <a:srgbClr val="FF0000"/>
                </a:solidFill>
              </a:rPr>
              <a:t>ignore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5EA29C-266E-CEE0-9BA6-E29A3113EFC9}"/>
              </a:ext>
            </a:extLst>
          </p:cNvPr>
          <p:cNvSpPr txBox="1"/>
          <p:nvPr/>
        </p:nvSpPr>
        <p:spPr>
          <a:xfrm>
            <a:off x="5200299" y="5121762"/>
            <a:ext cx="16324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dirty="0">
                <a:solidFill>
                  <a:srgbClr val="FF0000"/>
                </a:solidFill>
              </a:rPr>
              <a:t>deserve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8590572-B089-25FA-4AB9-987479E78F2A}"/>
              </a:ext>
            </a:extLst>
          </p:cNvPr>
          <p:cNvSpPr txBox="1"/>
          <p:nvPr/>
        </p:nvSpPr>
        <p:spPr>
          <a:xfrm>
            <a:off x="5200299" y="5699573"/>
            <a:ext cx="14417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dirty="0">
                <a:solidFill>
                  <a:srgbClr val="FF0000"/>
                </a:solidFill>
              </a:rPr>
              <a:t>anger</a:t>
            </a:r>
          </a:p>
        </p:txBody>
      </p:sp>
    </p:spTree>
    <p:extLst>
      <p:ext uri="{BB962C8B-B14F-4D97-AF65-F5344CB8AC3E}">
        <p14:creationId xmlns:p14="http://schemas.microsoft.com/office/powerpoint/2010/main" val="32046530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6" grpId="0"/>
      <p:bldP spid="7" grpId="0"/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65F392-2AE7-6213-8C8A-B002F5A0FD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815FC-3A0E-4106-A4D2-1721E70F6C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0"/>
            <a:ext cx="10058400" cy="617080"/>
          </a:xfrm>
        </p:spPr>
        <p:txBody>
          <a:bodyPr>
            <a:normAutofit fontScale="90000"/>
          </a:bodyPr>
          <a:lstStyle/>
          <a:p>
            <a:r>
              <a:rPr lang="en-US" sz="4500" dirty="0">
                <a:solidFill>
                  <a:srgbClr val="FF0000"/>
                </a:solidFill>
              </a:rPr>
              <a:t>Reading comprehension – details (p. 53)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6935F9F-2704-F14F-DFBD-2D4A8E896050}"/>
              </a:ext>
            </a:extLst>
          </p:cNvPr>
          <p:cNvSpPr txBox="1"/>
          <p:nvPr/>
        </p:nvSpPr>
        <p:spPr>
          <a:xfrm>
            <a:off x="761328" y="617080"/>
            <a:ext cx="36239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70C0"/>
                </a:solidFill>
              </a:rPr>
              <a:t>1. Table completion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ED54714-F655-62DF-0E1B-13EFF68F66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691" y="1095727"/>
            <a:ext cx="11159531" cy="1877475"/>
          </a:xfrm>
          <a:prstGeom prst="rect">
            <a:avLst/>
          </a:prstGeom>
        </p:spPr>
      </p:pic>
      <p:pic>
        <p:nvPicPr>
          <p:cNvPr id="4" name="Picture 3" descr="A white text with black text&#10;&#10;AI-generated content may be incorrect.">
            <a:extLst>
              <a:ext uri="{FF2B5EF4-FFF2-40B4-BE49-F238E27FC236}">
                <a16:creationId xmlns:a16="http://schemas.microsoft.com/office/drawing/2014/main" id="{AE1399C5-182B-9A26-DD69-33D13AF422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051739"/>
            <a:ext cx="5608266" cy="3806261"/>
          </a:xfrm>
          <a:prstGeom prst="rect">
            <a:avLst/>
          </a:prstGeom>
        </p:spPr>
      </p:pic>
      <p:pic>
        <p:nvPicPr>
          <p:cNvPr id="7" name="Picture 6" descr="A screenshot of a text&#10;&#10;AI-generated content may be incorrect.">
            <a:extLst>
              <a:ext uri="{FF2B5EF4-FFF2-40B4-BE49-F238E27FC236}">
                <a16:creationId xmlns:a16="http://schemas.microsoft.com/office/drawing/2014/main" id="{24BD2640-8E4D-B2F3-0144-30CC75DF670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0318"/>
          <a:stretch>
            <a:fillRect/>
          </a:stretch>
        </p:blipFill>
        <p:spPr>
          <a:xfrm>
            <a:off x="5697744" y="3813625"/>
            <a:ext cx="6260555" cy="200954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51D0F24-C75D-A10A-966A-0B1BAA4FD1BB}"/>
              </a:ext>
            </a:extLst>
          </p:cNvPr>
          <p:cNvSpPr txBox="1"/>
          <p:nvPr/>
        </p:nvSpPr>
        <p:spPr>
          <a:xfrm>
            <a:off x="3657600" y="1559528"/>
            <a:ext cx="15987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dirty="0">
                <a:solidFill>
                  <a:srgbClr val="FF0000"/>
                </a:solidFill>
              </a:rPr>
              <a:t>European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E6C8A18-FEA0-56F0-4F1E-92D8798D2246}"/>
              </a:ext>
            </a:extLst>
          </p:cNvPr>
          <p:cNvSpPr txBox="1"/>
          <p:nvPr/>
        </p:nvSpPr>
        <p:spPr>
          <a:xfrm>
            <a:off x="9909737" y="1834409"/>
            <a:ext cx="14697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dirty="0">
                <a:solidFill>
                  <a:srgbClr val="FF0000"/>
                </a:solidFill>
              </a:rPr>
              <a:t>short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357676E-911F-86F2-826B-B2715C819F4A}"/>
              </a:ext>
            </a:extLst>
          </p:cNvPr>
          <p:cNvSpPr txBox="1"/>
          <p:nvPr/>
        </p:nvSpPr>
        <p:spPr>
          <a:xfrm>
            <a:off x="3607112" y="2223384"/>
            <a:ext cx="12509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dirty="0">
                <a:solidFill>
                  <a:srgbClr val="FF0000"/>
                </a:solidFill>
              </a:rPr>
              <a:t>pointed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4B49D3D-B571-C417-9F03-622FCA795998}"/>
              </a:ext>
            </a:extLst>
          </p:cNvPr>
          <p:cNvSpPr txBox="1"/>
          <p:nvPr/>
        </p:nvSpPr>
        <p:spPr>
          <a:xfrm>
            <a:off x="9261806" y="2507588"/>
            <a:ext cx="17839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dirty="0">
                <a:solidFill>
                  <a:srgbClr val="FF0000"/>
                </a:solidFill>
              </a:rPr>
              <a:t>muscular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E11801A-8A8B-EBA2-D03C-8B2AE24E3C52}"/>
              </a:ext>
            </a:extLst>
          </p:cNvPr>
          <p:cNvCxnSpPr>
            <a:cxnSpLocks/>
          </p:cNvCxnSpPr>
          <p:nvPr/>
        </p:nvCxnSpPr>
        <p:spPr>
          <a:xfrm>
            <a:off x="175957" y="5665914"/>
            <a:ext cx="2432069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C887C6C5-2CB5-0FF5-50E0-725CF8DD189A}"/>
                  </a:ext>
                </a:extLst>
              </p14:cNvPr>
              <p14:cNvContentPartPr/>
              <p14:nvPr/>
            </p14:nvContentPartPr>
            <p14:xfrm>
              <a:off x="2142906" y="2199633"/>
              <a:ext cx="360" cy="864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C887C6C5-2CB5-0FF5-50E0-725CF8DD189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134266" y="2190633"/>
                <a:ext cx="18000" cy="2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3B7F0786-A7E6-6E46-DA1E-FDAFBE2FE4D9}"/>
                  </a:ext>
                </a:extLst>
              </p14:cNvPr>
              <p14:cNvContentPartPr/>
              <p14:nvPr/>
            </p14:nvContentPartPr>
            <p14:xfrm>
              <a:off x="3740586" y="2010993"/>
              <a:ext cx="489960" cy="2487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3B7F0786-A7E6-6E46-DA1E-FDAFBE2FE4D9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731946" y="2001993"/>
                <a:ext cx="507600" cy="26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783CBE71-74D6-2126-A6C8-ED322A31F9C1}"/>
                  </a:ext>
                </a:extLst>
              </p14:cNvPr>
              <p14:cNvContentPartPr/>
              <p14:nvPr/>
            </p14:nvContentPartPr>
            <p14:xfrm>
              <a:off x="6821826" y="2008833"/>
              <a:ext cx="497160" cy="23652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783CBE71-74D6-2126-A6C8-ED322A31F9C1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813186" y="2000193"/>
                <a:ext cx="514800" cy="25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30352821-5B27-7458-726A-A0276BD4B8AF}"/>
                  </a:ext>
                </a:extLst>
              </p14:cNvPr>
              <p14:cNvContentPartPr/>
              <p14:nvPr/>
            </p14:nvContentPartPr>
            <p14:xfrm>
              <a:off x="2608026" y="1645593"/>
              <a:ext cx="635400" cy="28440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30352821-5B27-7458-726A-A0276BD4B8AF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599386" y="1636953"/>
                <a:ext cx="653040" cy="30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DFBC3780-685F-DB1E-BB4A-F8447607161B}"/>
                  </a:ext>
                </a:extLst>
              </p14:cNvPr>
              <p14:cNvContentPartPr/>
              <p14:nvPr/>
            </p14:nvContentPartPr>
            <p14:xfrm>
              <a:off x="8963106" y="1605633"/>
              <a:ext cx="1046520" cy="33732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DFBC3780-685F-DB1E-BB4A-F8447607161B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8954106" y="1596993"/>
                <a:ext cx="1064160" cy="35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D9BC4396-A1C3-59F2-3DCD-5D39C2C08FBE}"/>
                  </a:ext>
                </a:extLst>
              </p14:cNvPr>
              <p14:cNvContentPartPr/>
              <p14:nvPr/>
            </p14:nvContentPartPr>
            <p14:xfrm>
              <a:off x="5035506" y="2355513"/>
              <a:ext cx="572760" cy="23724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D9BC4396-A1C3-59F2-3DCD-5D39C2C08FBE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5026506" y="2346873"/>
                <a:ext cx="590400" cy="25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44998CA0-6BB9-41D6-A26A-A51BCDD00BC2}"/>
                  </a:ext>
                </a:extLst>
              </p14:cNvPr>
              <p14:cNvContentPartPr/>
              <p14:nvPr/>
            </p14:nvContentPartPr>
            <p14:xfrm>
              <a:off x="6809946" y="2337873"/>
              <a:ext cx="564840" cy="24084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44998CA0-6BB9-41D6-A26A-A51BCDD00BC2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6801306" y="2328873"/>
                <a:ext cx="582480" cy="25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C89BD844-B3FB-DDBC-E11E-4EC9F2EC3317}"/>
                  </a:ext>
                </a:extLst>
              </p14:cNvPr>
              <p14:cNvContentPartPr/>
              <p14:nvPr/>
            </p14:nvContentPartPr>
            <p14:xfrm>
              <a:off x="2935986" y="2653593"/>
              <a:ext cx="652680" cy="25416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C89BD844-B3FB-DDBC-E11E-4EC9F2EC3317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2927346" y="2644593"/>
                <a:ext cx="670320" cy="27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97B4CA6D-F538-3039-0EB2-F0CB43CCF427}"/>
                  </a:ext>
                </a:extLst>
              </p14:cNvPr>
              <p14:cNvContentPartPr/>
              <p14:nvPr/>
            </p14:nvContentPartPr>
            <p14:xfrm>
              <a:off x="6821106" y="2674833"/>
              <a:ext cx="591120" cy="24408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97B4CA6D-F538-3039-0EB2-F0CB43CCF427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6812106" y="2666193"/>
                <a:ext cx="608760" cy="261720"/>
              </a:xfrm>
              <a:prstGeom prst="rect">
                <a:avLst/>
              </a:prstGeom>
            </p:spPr>
          </p:pic>
        </mc:Fallback>
      </mc:AlternateContent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56BFC8A-DFE6-9839-2CF9-1F75A2FE1BC5}"/>
              </a:ext>
            </a:extLst>
          </p:cNvPr>
          <p:cNvCxnSpPr>
            <a:cxnSpLocks/>
          </p:cNvCxnSpPr>
          <p:nvPr/>
        </p:nvCxnSpPr>
        <p:spPr>
          <a:xfrm>
            <a:off x="5768146" y="4656147"/>
            <a:ext cx="2326818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03AF92CC-5D4A-012F-CE15-534EF10CF851}"/>
              </a:ext>
            </a:extLst>
          </p:cNvPr>
          <p:cNvCxnSpPr>
            <a:cxnSpLocks/>
          </p:cNvCxnSpPr>
          <p:nvPr/>
        </p:nvCxnSpPr>
        <p:spPr>
          <a:xfrm>
            <a:off x="1971098" y="6226895"/>
            <a:ext cx="1361133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9847CDE-752F-E101-1F9F-9427FDA9B499}"/>
              </a:ext>
            </a:extLst>
          </p:cNvPr>
          <p:cNvCxnSpPr>
            <a:cxnSpLocks/>
          </p:cNvCxnSpPr>
          <p:nvPr/>
        </p:nvCxnSpPr>
        <p:spPr>
          <a:xfrm>
            <a:off x="8963106" y="5082493"/>
            <a:ext cx="2082622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837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1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27BEBD-F904-AC4A-23C5-2B52C563EF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69B801-751D-A73A-6756-ED6D05E94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0"/>
            <a:ext cx="10058400" cy="617080"/>
          </a:xfrm>
        </p:spPr>
        <p:txBody>
          <a:bodyPr>
            <a:normAutofit fontScale="90000"/>
          </a:bodyPr>
          <a:lstStyle/>
          <a:p>
            <a:r>
              <a:rPr lang="en-US" sz="4500" dirty="0">
                <a:solidFill>
                  <a:srgbClr val="FF0000"/>
                </a:solidFill>
              </a:rPr>
              <a:t>Reading comprehension – details (p. 53)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CFD668D-B325-DD9A-D159-7F0ADE25C22B}"/>
              </a:ext>
            </a:extLst>
          </p:cNvPr>
          <p:cNvSpPr txBox="1"/>
          <p:nvPr/>
        </p:nvSpPr>
        <p:spPr>
          <a:xfrm>
            <a:off x="761328" y="617080"/>
            <a:ext cx="48204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70C0"/>
                </a:solidFill>
              </a:rPr>
              <a:t>2. Multiple choice questions (MCQ)</a:t>
            </a:r>
          </a:p>
        </p:txBody>
      </p:sp>
      <p:pic>
        <p:nvPicPr>
          <p:cNvPr id="4" name="Picture 3" descr="A white paper with black text&#10;&#10;AI-generated content may be incorrect.">
            <a:extLst>
              <a:ext uri="{FF2B5EF4-FFF2-40B4-BE49-F238E27FC236}">
                <a16:creationId xmlns:a16="http://schemas.microsoft.com/office/drawing/2014/main" id="{516ADFDD-2BD4-6DE3-99C2-8970BF9C90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452" y="966701"/>
            <a:ext cx="5161995" cy="5815566"/>
          </a:xfrm>
          <a:prstGeom prst="rect">
            <a:avLst/>
          </a:prstGeom>
        </p:spPr>
      </p:pic>
      <p:pic>
        <p:nvPicPr>
          <p:cNvPr id="3" name="Picture 2" descr="A screenshot of a text&#10;&#10;AI-generated content may be incorrect.">
            <a:extLst>
              <a:ext uri="{FF2B5EF4-FFF2-40B4-BE49-F238E27FC236}">
                <a16:creationId xmlns:a16="http://schemas.microsoft.com/office/drawing/2014/main" id="{9306D665-84C0-2728-D6F5-7F60EED07E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4447" y="617079"/>
            <a:ext cx="6785101" cy="605299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7993E30E-CA16-6DC0-EAFF-A5EDF9F7489F}"/>
                  </a:ext>
                </a:extLst>
              </p14:cNvPr>
              <p14:cNvContentPartPr/>
              <p14:nvPr/>
            </p14:nvContentPartPr>
            <p14:xfrm>
              <a:off x="460266" y="2490608"/>
              <a:ext cx="295200" cy="3038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7993E30E-CA16-6DC0-EAFF-A5EDF9F7489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51626" y="2481968"/>
                <a:ext cx="312840" cy="32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5CCD726F-FBD8-BC60-5930-DC68D39124A7}"/>
                  </a:ext>
                </a:extLst>
              </p14:cNvPr>
              <p14:cNvContentPartPr/>
              <p14:nvPr/>
            </p14:nvContentPartPr>
            <p14:xfrm>
              <a:off x="438666" y="3363608"/>
              <a:ext cx="335880" cy="3409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5CCD726F-FBD8-BC60-5930-DC68D39124A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29666" y="3354968"/>
                <a:ext cx="353520" cy="35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475CB152-79D8-C616-270B-2411D05392F5}"/>
                  </a:ext>
                </a:extLst>
              </p14:cNvPr>
              <p14:cNvContentPartPr/>
              <p14:nvPr/>
            </p14:nvContentPartPr>
            <p14:xfrm>
              <a:off x="474666" y="5045528"/>
              <a:ext cx="295920" cy="36144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475CB152-79D8-C616-270B-2411D05392F5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65666" y="5036528"/>
                <a:ext cx="313560" cy="37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7C72AE87-64E1-7726-300F-F89EF1A43179}"/>
                  </a:ext>
                </a:extLst>
              </p14:cNvPr>
              <p14:cNvContentPartPr/>
              <p14:nvPr/>
            </p14:nvContentPartPr>
            <p14:xfrm>
              <a:off x="2761026" y="1116846"/>
              <a:ext cx="18000" cy="144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7C72AE87-64E1-7726-300F-F89EF1A43179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752386" y="1108206"/>
                <a:ext cx="35640" cy="1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F1E15F37-F3A4-FEDD-00EE-4BD752824FD3}"/>
                  </a:ext>
                </a:extLst>
              </p14:cNvPr>
              <p14:cNvContentPartPr/>
              <p14:nvPr/>
            </p14:nvContentPartPr>
            <p14:xfrm>
              <a:off x="2607306" y="1671246"/>
              <a:ext cx="744480" cy="38808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F1E15F37-F3A4-FEDD-00EE-4BD752824FD3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598666" y="1662246"/>
                <a:ext cx="762120" cy="40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95621C75-45FE-F2AE-2AFF-C3EA8BF77563}"/>
                  </a:ext>
                </a:extLst>
              </p14:cNvPr>
              <p14:cNvContentPartPr/>
              <p14:nvPr/>
            </p14:nvContentPartPr>
            <p14:xfrm>
              <a:off x="9979026" y="1914606"/>
              <a:ext cx="429480" cy="2559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95621C75-45FE-F2AE-2AFF-C3EA8BF77563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9970026" y="1905966"/>
                <a:ext cx="447120" cy="273600"/>
              </a:xfrm>
              <a:prstGeom prst="rect">
                <a:avLst/>
              </a:prstGeom>
            </p:spPr>
          </p:pic>
        </mc:Fallback>
      </mc:AlternateContent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F56810B-7D51-5319-BEEB-E740E48BAF84}"/>
              </a:ext>
            </a:extLst>
          </p:cNvPr>
          <p:cNvCxnSpPr>
            <a:cxnSpLocks/>
          </p:cNvCxnSpPr>
          <p:nvPr/>
        </p:nvCxnSpPr>
        <p:spPr>
          <a:xfrm>
            <a:off x="5839818" y="2126120"/>
            <a:ext cx="4061507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17386E06-7C95-8810-2568-B71AF8A813A0}"/>
                  </a:ext>
                </a:extLst>
              </p14:cNvPr>
              <p14:cNvContentPartPr/>
              <p14:nvPr/>
            </p14:nvContentPartPr>
            <p14:xfrm>
              <a:off x="2920506" y="2940246"/>
              <a:ext cx="1333080" cy="41400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17386E06-7C95-8810-2568-B71AF8A813A0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911866" y="2931246"/>
                <a:ext cx="1350720" cy="431640"/>
              </a:xfrm>
              <a:prstGeom prst="rect">
                <a:avLst/>
              </a:prstGeom>
            </p:spPr>
          </p:pic>
        </mc:Fallback>
      </mc:AlternateContent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31D22EC-0CD3-C997-CC46-6C529F29DB79}"/>
              </a:ext>
            </a:extLst>
          </p:cNvPr>
          <p:cNvCxnSpPr/>
          <p:nvPr/>
        </p:nvCxnSpPr>
        <p:spPr>
          <a:xfrm>
            <a:off x="5839818" y="3618328"/>
            <a:ext cx="4633708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969EFB30-6820-F01F-D705-FA2F1D2EF84F}"/>
                  </a:ext>
                </a:extLst>
              </p14:cNvPr>
              <p14:cNvContentPartPr/>
              <p14:nvPr/>
            </p14:nvContentPartPr>
            <p14:xfrm>
              <a:off x="486546" y="4272966"/>
              <a:ext cx="703800" cy="32832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969EFB30-6820-F01F-D705-FA2F1D2EF84F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477546" y="4264326"/>
                <a:ext cx="721440" cy="34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C88D44F7-9B95-E978-C56E-88B5A6C5F070}"/>
                  </a:ext>
                </a:extLst>
              </p14:cNvPr>
              <p14:cNvContentPartPr/>
              <p14:nvPr/>
            </p14:nvContentPartPr>
            <p14:xfrm>
              <a:off x="6643266" y="5373486"/>
              <a:ext cx="1427760" cy="25020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C88D44F7-9B95-E978-C56E-88B5A6C5F070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6634626" y="5364486"/>
                <a:ext cx="1445400" cy="267840"/>
              </a:xfrm>
              <a:prstGeom prst="rect">
                <a:avLst/>
              </a:prstGeom>
            </p:spPr>
          </p:pic>
        </mc:Fallback>
      </mc:AlternateContent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72AC090-B250-C0C2-3150-C8DB76ACC4E2}"/>
              </a:ext>
            </a:extLst>
          </p:cNvPr>
          <p:cNvCxnSpPr/>
          <p:nvPr/>
        </p:nvCxnSpPr>
        <p:spPr>
          <a:xfrm>
            <a:off x="7231053" y="5867867"/>
            <a:ext cx="42410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60C16C94-FE48-AB32-8C23-D09C6F1433BC}"/>
              </a:ext>
            </a:extLst>
          </p:cNvPr>
          <p:cNvCxnSpPr/>
          <p:nvPr/>
        </p:nvCxnSpPr>
        <p:spPr>
          <a:xfrm>
            <a:off x="5444326" y="6103568"/>
            <a:ext cx="3573453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6689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D90324-7346-9DC2-BF52-4A18BA05B2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D481AB-F467-3707-3E68-6117D64DA0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0"/>
            <a:ext cx="10058400" cy="617080"/>
          </a:xfrm>
        </p:spPr>
        <p:txBody>
          <a:bodyPr>
            <a:normAutofit fontScale="90000"/>
          </a:bodyPr>
          <a:lstStyle/>
          <a:p>
            <a:r>
              <a:rPr lang="en-US" sz="4500" dirty="0">
                <a:solidFill>
                  <a:srgbClr val="FF0000"/>
                </a:solidFill>
              </a:rPr>
              <a:t>Reading comprehension – details (p. 53)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5D29D22-1ADE-A7B4-0CA4-D23F7462CAF1}"/>
              </a:ext>
            </a:extLst>
          </p:cNvPr>
          <p:cNvSpPr txBox="1"/>
          <p:nvPr/>
        </p:nvSpPr>
        <p:spPr>
          <a:xfrm>
            <a:off x="761328" y="617080"/>
            <a:ext cx="48204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70C0"/>
                </a:solidFill>
              </a:rPr>
              <a:t>2. Multiple choice questions (MCQ)</a:t>
            </a:r>
          </a:p>
        </p:txBody>
      </p:sp>
      <p:pic>
        <p:nvPicPr>
          <p:cNvPr id="4" name="Picture 3" descr="A white paper with black text&#10;&#10;AI-generated content may be incorrect.">
            <a:extLst>
              <a:ext uri="{FF2B5EF4-FFF2-40B4-BE49-F238E27FC236}">
                <a16:creationId xmlns:a16="http://schemas.microsoft.com/office/drawing/2014/main" id="{10A7EFB3-DC44-76DB-5576-6C66A02C83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452" y="966701"/>
            <a:ext cx="5161995" cy="5815566"/>
          </a:xfrm>
          <a:prstGeom prst="rect">
            <a:avLst/>
          </a:prstGeom>
        </p:spPr>
      </p:pic>
      <p:pic>
        <p:nvPicPr>
          <p:cNvPr id="3" name="Picture 2" descr="A screenshot of a text&#10;&#10;AI-generated content may be incorrect.">
            <a:extLst>
              <a:ext uri="{FF2B5EF4-FFF2-40B4-BE49-F238E27FC236}">
                <a16:creationId xmlns:a16="http://schemas.microsoft.com/office/drawing/2014/main" id="{1192667E-55B7-BE81-B507-4137BF6E00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4447" y="617079"/>
            <a:ext cx="6785101" cy="605299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9275E269-F2B6-AA3C-F976-23A0C9914F16}"/>
                  </a:ext>
                </a:extLst>
              </p14:cNvPr>
              <p14:cNvContentPartPr/>
              <p14:nvPr/>
            </p14:nvContentPartPr>
            <p14:xfrm>
              <a:off x="460266" y="2490608"/>
              <a:ext cx="295200" cy="3038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9275E269-F2B6-AA3C-F976-23A0C9914F1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51626" y="2481968"/>
                <a:ext cx="312840" cy="32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FD07ACB9-A413-57E9-336C-D76ED03CC8C8}"/>
                  </a:ext>
                </a:extLst>
              </p14:cNvPr>
              <p14:cNvContentPartPr/>
              <p14:nvPr/>
            </p14:nvContentPartPr>
            <p14:xfrm>
              <a:off x="438666" y="3363608"/>
              <a:ext cx="335880" cy="3409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FD07ACB9-A413-57E9-336C-D76ED03CC8C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29666" y="3354968"/>
                <a:ext cx="353520" cy="35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FEF30F72-EE74-F930-68B1-2743233569ED}"/>
                  </a:ext>
                </a:extLst>
              </p14:cNvPr>
              <p14:cNvContentPartPr/>
              <p14:nvPr/>
            </p14:nvContentPartPr>
            <p14:xfrm>
              <a:off x="474666" y="5045528"/>
              <a:ext cx="295920" cy="36144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FEF30F72-EE74-F930-68B1-2743233569ED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65666" y="5036528"/>
                <a:ext cx="313560" cy="37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8E30E01D-2210-0DA8-5E33-C3DFBA46019D}"/>
                  </a:ext>
                </a:extLst>
              </p14:cNvPr>
              <p14:cNvContentPartPr/>
              <p14:nvPr/>
            </p14:nvContentPartPr>
            <p14:xfrm>
              <a:off x="490146" y="5944448"/>
              <a:ext cx="283320" cy="36864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8E30E01D-2210-0DA8-5E33-C3DFBA46019D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81506" y="5935448"/>
                <a:ext cx="300960" cy="38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F85CFC14-D7C8-4D7A-8181-7C48CA92E112}"/>
                  </a:ext>
                </a:extLst>
              </p14:cNvPr>
              <p14:cNvContentPartPr/>
              <p14:nvPr/>
            </p14:nvContentPartPr>
            <p14:xfrm>
              <a:off x="2761026" y="1116846"/>
              <a:ext cx="18000" cy="144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F85CFC14-D7C8-4D7A-8181-7C48CA92E112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752386" y="1108206"/>
                <a:ext cx="35640" cy="1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556B1C76-1D0D-DA30-4321-9DF5DF79A17D}"/>
                  </a:ext>
                </a:extLst>
              </p14:cNvPr>
              <p14:cNvContentPartPr/>
              <p14:nvPr/>
            </p14:nvContentPartPr>
            <p14:xfrm>
              <a:off x="2607306" y="1671246"/>
              <a:ext cx="744480" cy="38808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556B1C76-1D0D-DA30-4321-9DF5DF79A17D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598666" y="1662246"/>
                <a:ext cx="762120" cy="40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AB9F7240-9E87-AD1C-8D4F-BE73A963E172}"/>
                  </a:ext>
                </a:extLst>
              </p14:cNvPr>
              <p14:cNvContentPartPr/>
              <p14:nvPr/>
            </p14:nvContentPartPr>
            <p14:xfrm>
              <a:off x="9979026" y="1914606"/>
              <a:ext cx="429480" cy="2559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AB9F7240-9E87-AD1C-8D4F-BE73A963E172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9970026" y="1905966"/>
                <a:ext cx="447120" cy="273600"/>
              </a:xfrm>
              <a:prstGeom prst="rect">
                <a:avLst/>
              </a:prstGeom>
            </p:spPr>
          </p:pic>
        </mc:Fallback>
      </mc:AlternateContent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AE70FB7-AAA1-0495-4CAB-19CBBDABA1FA}"/>
              </a:ext>
            </a:extLst>
          </p:cNvPr>
          <p:cNvCxnSpPr>
            <a:cxnSpLocks/>
          </p:cNvCxnSpPr>
          <p:nvPr/>
        </p:nvCxnSpPr>
        <p:spPr>
          <a:xfrm>
            <a:off x="5839818" y="2126120"/>
            <a:ext cx="4061507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60B49854-64A6-58B2-1AD8-9C3B91256875}"/>
                  </a:ext>
                </a:extLst>
              </p14:cNvPr>
              <p14:cNvContentPartPr/>
              <p14:nvPr/>
            </p14:nvContentPartPr>
            <p14:xfrm>
              <a:off x="2920506" y="2940246"/>
              <a:ext cx="1333080" cy="41400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60B49854-64A6-58B2-1AD8-9C3B91256875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911866" y="2931246"/>
                <a:ext cx="1350720" cy="431640"/>
              </a:xfrm>
              <a:prstGeom prst="rect">
                <a:avLst/>
              </a:prstGeom>
            </p:spPr>
          </p:pic>
        </mc:Fallback>
      </mc:AlternateContent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5B6437E-3FB7-A377-E3C6-8D7966D9F037}"/>
              </a:ext>
            </a:extLst>
          </p:cNvPr>
          <p:cNvCxnSpPr/>
          <p:nvPr/>
        </p:nvCxnSpPr>
        <p:spPr>
          <a:xfrm>
            <a:off x="5839818" y="3618328"/>
            <a:ext cx="4633708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37A3F63A-6CC4-8E86-110B-391293B07DEB}"/>
                  </a:ext>
                </a:extLst>
              </p14:cNvPr>
              <p14:cNvContentPartPr/>
              <p14:nvPr/>
            </p14:nvContentPartPr>
            <p14:xfrm>
              <a:off x="486546" y="4272966"/>
              <a:ext cx="703800" cy="32832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37A3F63A-6CC4-8E86-110B-391293B07DEB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477546" y="4264326"/>
                <a:ext cx="721440" cy="34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0A5136BE-A7D4-B431-0456-F975DBDA9F0F}"/>
                  </a:ext>
                </a:extLst>
              </p14:cNvPr>
              <p14:cNvContentPartPr/>
              <p14:nvPr/>
            </p14:nvContentPartPr>
            <p14:xfrm>
              <a:off x="6643266" y="5373486"/>
              <a:ext cx="1427760" cy="25020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0A5136BE-A7D4-B431-0456-F975DBDA9F0F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6634626" y="5364486"/>
                <a:ext cx="1445400" cy="267840"/>
              </a:xfrm>
              <a:prstGeom prst="rect">
                <a:avLst/>
              </a:prstGeom>
            </p:spPr>
          </p:pic>
        </mc:Fallback>
      </mc:AlternateContent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B31719C7-5D60-ECA9-5ABA-4F15DE449DCF}"/>
              </a:ext>
            </a:extLst>
          </p:cNvPr>
          <p:cNvCxnSpPr/>
          <p:nvPr/>
        </p:nvCxnSpPr>
        <p:spPr>
          <a:xfrm>
            <a:off x="7231053" y="5867867"/>
            <a:ext cx="42410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0BE38827-5DB8-829D-C173-56A6AD493AB9}"/>
              </a:ext>
            </a:extLst>
          </p:cNvPr>
          <p:cNvCxnSpPr/>
          <p:nvPr/>
        </p:nvCxnSpPr>
        <p:spPr>
          <a:xfrm>
            <a:off x="5444326" y="6103568"/>
            <a:ext cx="3573453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Picture 26" descr="A white text on a white background&#10;&#10;AI-generated content may be incorrect.">
            <a:extLst>
              <a:ext uri="{FF2B5EF4-FFF2-40B4-BE49-F238E27FC236}">
                <a16:creationId xmlns:a16="http://schemas.microsoft.com/office/drawing/2014/main" id="{3AA39A6C-B8B1-DE91-8438-F16813B7C08B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3527" y="687397"/>
            <a:ext cx="6774904" cy="605299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16D09331-7CCA-B467-99B6-8DD534BAC875}"/>
                  </a:ext>
                </a:extLst>
              </p14:cNvPr>
              <p14:cNvContentPartPr/>
              <p14:nvPr/>
            </p14:nvContentPartPr>
            <p14:xfrm>
              <a:off x="2952546" y="5554926"/>
              <a:ext cx="733680" cy="37440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16D09331-7CCA-B467-99B6-8DD534BAC875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2943546" y="5546286"/>
                <a:ext cx="751320" cy="39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E19A9B63-31C5-6E8E-9672-F3981268F0D0}"/>
                  </a:ext>
                </a:extLst>
              </p14:cNvPr>
              <p14:cNvContentPartPr/>
              <p14:nvPr/>
            </p14:nvContentPartPr>
            <p14:xfrm>
              <a:off x="8018826" y="1717326"/>
              <a:ext cx="1087560" cy="3351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E19A9B63-31C5-6E8E-9672-F3981268F0D0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8010186" y="1708686"/>
                <a:ext cx="1105200" cy="352800"/>
              </a:xfrm>
              <a:prstGeom prst="rect">
                <a:avLst/>
              </a:prstGeom>
            </p:spPr>
          </p:pic>
        </mc:Fallback>
      </mc:AlternateContent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9F773EB-4189-F430-98AB-E51C3BE260FB}"/>
              </a:ext>
            </a:extLst>
          </p:cNvPr>
          <p:cNvCxnSpPr/>
          <p:nvPr/>
        </p:nvCxnSpPr>
        <p:spPr>
          <a:xfrm>
            <a:off x="6355921" y="1671246"/>
            <a:ext cx="5054445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9111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D7B88B-1BF6-FB18-B9ED-07B3C0CF8D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55E79-1509-A66B-DFC6-9D6C9F55D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0"/>
            <a:ext cx="10058400" cy="617080"/>
          </a:xfrm>
        </p:spPr>
        <p:txBody>
          <a:bodyPr>
            <a:normAutofit fontScale="90000"/>
          </a:bodyPr>
          <a:lstStyle/>
          <a:p>
            <a:r>
              <a:rPr lang="en-US" sz="4500" dirty="0">
                <a:solidFill>
                  <a:srgbClr val="FF0000"/>
                </a:solidFill>
              </a:rPr>
              <a:t>Reading comprehension – the main idea (p. 53)</a:t>
            </a:r>
          </a:p>
        </p:txBody>
      </p:sp>
      <p:pic>
        <p:nvPicPr>
          <p:cNvPr id="4" name="Picture 3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4E4FD5E4-6563-AF38-9A0E-F3F5565AEE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036" y="617080"/>
            <a:ext cx="9280243" cy="1525870"/>
          </a:xfrm>
          <a:prstGeom prst="rect">
            <a:avLst/>
          </a:prstGeom>
        </p:spPr>
      </p:pic>
      <p:pic>
        <p:nvPicPr>
          <p:cNvPr id="5" name="Picture 4" descr="A person in a dress&#10;&#10;AI-generated content may be incorrect.">
            <a:extLst>
              <a:ext uri="{FF2B5EF4-FFF2-40B4-BE49-F238E27FC236}">
                <a16:creationId xmlns:a16="http://schemas.microsoft.com/office/drawing/2014/main" id="{40A8EF42-A33B-7014-64EA-37C6AEF59D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50" y="2033558"/>
            <a:ext cx="6174726" cy="4824442"/>
          </a:xfrm>
          <a:prstGeom prst="rect">
            <a:avLst/>
          </a:prstGeom>
        </p:spPr>
      </p:pic>
      <p:pic>
        <p:nvPicPr>
          <p:cNvPr id="6" name="Picture 5" descr="A white text on a white background&#10;&#10;AI-generated content may be incorrect.">
            <a:extLst>
              <a:ext uri="{FF2B5EF4-FFF2-40B4-BE49-F238E27FC236}">
                <a16:creationId xmlns:a16="http://schemas.microsoft.com/office/drawing/2014/main" id="{3D6100FE-C886-062B-E33A-D9D9C7DAE72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5675" y="2033557"/>
            <a:ext cx="5862755" cy="482444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7A97226F-36D0-F7BF-6C36-53D2543496AA}"/>
                  </a:ext>
                </a:extLst>
              </p14:cNvPr>
              <p14:cNvContentPartPr/>
              <p14:nvPr/>
            </p14:nvContentPartPr>
            <p14:xfrm>
              <a:off x="1263426" y="1116753"/>
              <a:ext cx="309960" cy="3160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7A97226F-36D0-F7BF-6C36-53D2543496A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254426" y="1107753"/>
                <a:ext cx="327600" cy="333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578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5AC58-4335-B1F9-B334-1044A87F52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140245"/>
            <a:ext cx="10058400" cy="476835"/>
          </a:xfrm>
        </p:spPr>
        <p:txBody>
          <a:bodyPr>
            <a:normAutofit fontScale="90000"/>
          </a:bodyPr>
          <a:lstStyle/>
          <a:p>
            <a:r>
              <a:rPr lang="en-US" sz="4500" dirty="0">
                <a:solidFill>
                  <a:srgbClr val="FF0000"/>
                </a:solidFill>
              </a:rPr>
              <a:t>Vocabulary extension – p. 54</a:t>
            </a:r>
            <a:endParaRPr lang="en-US" sz="4500" dirty="0"/>
          </a:p>
        </p:txBody>
      </p:sp>
      <p:pic>
        <p:nvPicPr>
          <p:cNvPr id="5" name="Content Placeholder 4" descr="A close-up of a form&#10;&#10;AI-generated content may be incorrect.">
            <a:extLst>
              <a:ext uri="{FF2B5EF4-FFF2-40B4-BE49-F238E27FC236}">
                <a16:creationId xmlns:a16="http://schemas.microsoft.com/office/drawing/2014/main" id="{D0BE2872-B102-FA89-3582-9BDE79C8AD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965" y="733681"/>
            <a:ext cx="6675548" cy="5942000"/>
          </a:xfrm>
        </p:spPr>
      </p:pic>
      <p:pic>
        <p:nvPicPr>
          <p:cNvPr id="7" name="Picture 6" descr="A close-up of a paper&#10;&#10;AI-generated content may be incorrect.">
            <a:extLst>
              <a:ext uri="{FF2B5EF4-FFF2-40B4-BE49-F238E27FC236}">
                <a16:creationId xmlns:a16="http://schemas.microsoft.com/office/drawing/2014/main" id="{19094936-7B72-7339-5188-3F06D03423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2513" y="857231"/>
            <a:ext cx="5172250" cy="593505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476E4B3-97EB-F540-FABB-793C0D486F14}"/>
              </a:ext>
            </a:extLst>
          </p:cNvPr>
          <p:cNvSpPr txBox="1"/>
          <p:nvPr/>
        </p:nvSpPr>
        <p:spPr>
          <a:xfrm>
            <a:off x="5284447" y="3668820"/>
            <a:ext cx="16380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dirty="0">
                <a:solidFill>
                  <a:srgbClr val="FF0000"/>
                </a:solidFill>
              </a:rPr>
              <a:t>movement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CBB3C95-13EB-53E7-8F6C-2E352495ABDC}"/>
              </a:ext>
            </a:extLst>
          </p:cNvPr>
          <p:cNvSpPr txBox="1"/>
          <p:nvPr/>
        </p:nvSpPr>
        <p:spPr>
          <a:xfrm>
            <a:off x="3651990" y="3927176"/>
            <a:ext cx="22252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dirty="0">
                <a:solidFill>
                  <a:srgbClr val="FF0000"/>
                </a:solidFill>
              </a:rPr>
              <a:t>entertainment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2EC9E5-FC37-0B19-4D33-9EA343C15868}"/>
              </a:ext>
            </a:extLst>
          </p:cNvPr>
          <p:cNvSpPr txBox="1"/>
          <p:nvPr/>
        </p:nvSpPr>
        <p:spPr>
          <a:xfrm>
            <a:off x="4201752" y="4701026"/>
            <a:ext cx="21653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dirty="0">
                <a:solidFill>
                  <a:srgbClr val="FF0000"/>
                </a:solidFill>
              </a:rPr>
              <a:t>achievements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F6482AC-C822-24BE-B927-FF9B71909C7A}"/>
              </a:ext>
            </a:extLst>
          </p:cNvPr>
          <p:cNvSpPr txBox="1"/>
          <p:nvPr/>
        </p:nvSpPr>
        <p:spPr>
          <a:xfrm>
            <a:off x="2092461" y="5101136"/>
            <a:ext cx="19578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dirty="0">
                <a:solidFill>
                  <a:srgbClr val="FF0000"/>
                </a:solidFill>
              </a:rPr>
              <a:t>management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B016AE4-9246-A0A9-2F43-F0A6BB418957}"/>
              </a:ext>
            </a:extLst>
          </p:cNvPr>
          <p:cNvSpPr txBox="1"/>
          <p:nvPr/>
        </p:nvSpPr>
        <p:spPr>
          <a:xfrm>
            <a:off x="1069848" y="6282994"/>
            <a:ext cx="13423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dirty="0">
                <a:solidFill>
                  <a:srgbClr val="FF0000"/>
                </a:solidFill>
              </a:rPr>
              <a:t>payment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7D3F78C-CE93-58DB-CD25-160F336823AF}"/>
              </a:ext>
            </a:extLst>
          </p:cNvPr>
          <p:cNvSpPr txBox="1"/>
          <p:nvPr/>
        </p:nvSpPr>
        <p:spPr>
          <a:xfrm>
            <a:off x="7404957" y="3868875"/>
            <a:ext cx="5104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dirty="0">
                <a:solidFill>
                  <a:srgbClr val="FF0000"/>
                </a:solidFill>
              </a:rPr>
              <a:t>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4A974EE-EF67-D6A1-2281-3E9444D6CAEA}"/>
              </a:ext>
            </a:extLst>
          </p:cNvPr>
          <p:cNvSpPr txBox="1"/>
          <p:nvPr/>
        </p:nvSpPr>
        <p:spPr>
          <a:xfrm>
            <a:off x="7412437" y="4300916"/>
            <a:ext cx="4431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dirty="0">
                <a:solidFill>
                  <a:srgbClr val="FF0000"/>
                </a:solidFill>
              </a:rPr>
              <a:t>c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846E951-4099-C925-100D-E6CFA6056351}"/>
              </a:ext>
            </a:extLst>
          </p:cNvPr>
          <p:cNvSpPr txBox="1"/>
          <p:nvPr/>
        </p:nvSpPr>
        <p:spPr>
          <a:xfrm>
            <a:off x="7412437" y="4785173"/>
            <a:ext cx="5104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dirty="0">
                <a:solidFill>
                  <a:srgbClr val="FF0000"/>
                </a:solidFill>
              </a:rPr>
              <a:t>a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1054EB2-A324-D364-48E3-2F5FA8F394E7}"/>
              </a:ext>
            </a:extLst>
          </p:cNvPr>
          <p:cNvSpPr txBox="1"/>
          <p:nvPr/>
        </p:nvSpPr>
        <p:spPr>
          <a:xfrm>
            <a:off x="7412437" y="5177860"/>
            <a:ext cx="3795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dirty="0">
                <a:solidFill>
                  <a:srgbClr val="FF0000"/>
                </a:solidFill>
              </a:rPr>
              <a:t>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E9A1A9A-1030-808E-85E9-51A3E9D50A58}"/>
              </a:ext>
            </a:extLst>
          </p:cNvPr>
          <p:cNvSpPr txBox="1"/>
          <p:nvPr/>
        </p:nvSpPr>
        <p:spPr>
          <a:xfrm>
            <a:off x="7412437" y="5946405"/>
            <a:ext cx="3795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dirty="0">
                <a:solidFill>
                  <a:srgbClr val="FF0000"/>
                </a:solidFill>
              </a:rPr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2424273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6" grpId="0"/>
      <p:bldP spid="8" grpId="0"/>
      <p:bldP spid="9" grpId="0"/>
      <p:bldP spid="10" grpId="0"/>
      <p:bldP spid="11" grpId="0"/>
      <p:bldP spid="12" grpId="0"/>
      <p:bldP spid="13" grpId="0"/>
      <p:bldP spid="1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11CB2-0819-AD69-2073-4F91B18376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D79ED18-1116-475F-F6F8-2F298A11E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71622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>
    <a:lnDef>
      <a:spPr>
        <a:ln w="19050">
          <a:solidFill>
            <a:srgbClr val="FF0000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sz="2000" dirty="0" smtClean="0">
            <a:solidFill>
              <a:srgbClr val="FF0000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Wood Type</Template>
  <TotalTime>489</TotalTime>
  <Words>231</Words>
  <Application>Microsoft Office PowerPoint</Application>
  <PresentationFormat>Widescreen</PresentationFormat>
  <Paragraphs>63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Rockwell</vt:lpstr>
      <vt:lpstr>Rockwell Condensed</vt:lpstr>
      <vt:lpstr>Wingdings</vt:lpstr>
      <vt:lpstr>Wood Type</vt:lpstr>
      <vt:lpstr>Unit 3 going global</vt:lpstr>
      <vt:lpstr>Lead-in</vt:lpstr>
      <vt:lpstr> Reading 1 </vt:lpstr>
      <vt:lpstr>Language development – p. 44</vt:lpstr>
      <vt:lpstr>Language development – p. 44</vt:lpstr>
      <vt:lpstr>Reading comprehension – details (p. 47)</vt:lpstr>
      <vt:lpstr>Reading comprehension – details (p. 47)</vt:lpstr>
      <vt:lpstr>Reading comprehension – the main idea (p. 47)</vt:lpstr>
      <vt:lpstr>Comprehension check – inference questions </vt:lpstr>
      <vt:lpstr> progress test 1 </vt:lpstr>
      <vt:lpstr> Reading 2 </vt:lpstr>
      <vt:lpstr>Language development – p. 50</vt:lpstr>
      <vt:lpstr>Language development – p. 50</vt:lpstr>
      <vt:lpstr>Reading comprehension – details (p. 53)</vt:lpstr>
      <vt:lpstr>Reading comprehension – details (p. 53)</vt:lpstr>
      <vt:lpstr>Reading comprehension – details (p. 53)</vt:lpstr>
      <vt:lpstr>Reading comprehension – the main idea (p. 53)</vt:lpstr>
      <vt:lpstr>Vocabulary extension – p. 54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Vu Thu Ha</dc:creator>
  <cp:lastModifiedBy>Vu Thu Ha</cp:lastModifiedBy>
  <cp:revision>9</cp:revision>
  <dcterms:created xsi:type="dcterms:W3CDTF">2025-11-26T03:37:35Z</dcterms:created>
  <dcterms:modified xsi:type="dcterms:W3CDTF">2025-12-04T14:35:07Z</dcterms:modified>
</cp:coreProperties>
</file>