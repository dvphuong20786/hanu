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9" r:id="rId2"/>
    <p:sldId id="280" r:id="rId3"/>
    <p:sldId id="256" r:id="rId4"/>
    <p:sldId id="257" r:id="rId5"/>
    <p:sldId id="259" r:id="rId6"/>
    <p:sldId id="260" r:id="rId7"/>
    <p:sldId id="261" r:id="rId8"/>
    <p:sldId id="262" r:id="rId9"/>
    <p:sldId id="271" r:id="rId10"/>
    <p:sldId id="258" r:id="rId11"/>
    <p:sldId id="263" r:id="rId12"/>
    <p:sldId id="265" r:id="rId13"/>
    <p:sldId id="266" r:id="rId14"/>
    <p:sldId id="267" r:id="rId15"/>
    <p:sldId id="270" r:id="rId16"/>
    <p:sldId id="268" r:id="rId17"/>
    <p:sldId id="272" r:id="rId18"/>
    <p:sldId id="278" r:id="rId19"/>
    <p:sldId id="273" r:id="rId20"/>
    <p:sldId id="274" r:id="rId21"/>
    <p:sldId id="275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6" autoAdjust="0"/>
    <p:restoredTop sz="94660"/>
  </p:normalViewPr>
  <p:slideViewPr>
    <p:cSldViewPr snapToGrid="0">
      <p:cViewPr varScale="1">
        <p:scale>
          <a:sx n="85" d="100"/>
          <a:sy n="85" d="100"/>
        </p:scale>
        <p:origin x="9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08:14:14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57 5983 0 0,'-3'-13'536'0'0,"0"4"-432"0"0,-4 1-104 0 0,-1-8 8216 0 0,21 11-8024 0 0,2 0-56 0 0,1 5-8 0 0,2 0-304 0 0,2 5-56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2T15:36:16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23 6847 0 0,'-15'-5'304'0'0,"8"-3"64"0"0,-14-2-296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2T11:02:23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53 17503 0 0,'-2'-11'776'0'0,"-3"0"160"0"0,-1 1-744 0 0,-1 1-192 0 0,-3 3 0 0 0,2 1 1024 0 0,-4 5 160 0 0,-1 0 40 0 0,2 3 8 0 0,-1 2-4528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3:01:11.4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612 148 9439 0 0,'0'0'2200'0'0,"0"-3"-1549"0"0,-1-1-416 0 0,-1 1 0 0 0,0-1-1 0 0,0 0 1 0 0,0 1 0 0 0,0-1 0 0 0,-1 1 0 0 0,0-1-1 0 0,-3-2 1 0 0,6 5 273 0 0,-18-14 240 0 0,18 15-696 0 0,-2-1 238 0 0,-2-3-57 0 0,0 2 1 0 0,0-1 0 0 0,0 0-1 0 0,0 1 1 0 0,0 0 0 0 0,-8-4-1 0 0,-1 0 130 0 0,11 6-227 0 0,-2-1-34 0 0,1 0-1 0 0,-1-1 0 0 0,0 1 1 0 0,1-1-1 0 0,-6-3 0 0 0,5 3-29 0 0,2 1 200 0 0,-9-5-25 0 0,-35-18 450 0 0,42 22-658 0 0,1 1 0 0 0,0 0 0 0 0,-1 0 0 0 0,1 0 0 0 0,0 1 0 0 0,-1-1 0 0 0,1 1 0 0 0,-4 0 0 0 0,-5-1 58 0 0,-13-3 167 0 0,11 2-40 0 0,-27-2 0 0 0,28 3-96 0 0,11 1-84 0 0,-1 0 0 0 0,0 0 0 0 0,1 0 0 0 0,-1 0 0 0 0,0 0 0 0 0,1 0 0 0 0,-6 2 0 0 0,-42 10 292 0 0,48-12-261 0 0,-9 7-6 0 0,-6 0-58 0 0,16-7-7 0 0,-1 0-1 0 0,1 0 1 0 0,-1 1 0 0 0,1-1 0 0 0,-1 1-1 0 0,1-1 1 0 0,-1 1 0 0 0,1 0 0 0 0,-1 0-1 0 0,1-1 1 0 0,0 1 0 0 0,0 0 0 0 0,-3 2-1 0 0,-1 1-2 0 0,-1 0 56 0 0,1-1 1 0 0,-1 1-1 0 0,1 0 0 0 0,-7 6 0 0 0,-2 3 153 0 0,6-7-123 0 0,1 1 1 0 0,1 1-1 0 0,-1-1 0 0 0,1 1 1 0 0,0 0-1 0 0,1 0 0 0 0,-7 14 1 0 0,8-9-35 0 0,5-9-55 0 0,0-1 4 0 0,-5 27 62 0 0,4-21-64 0 0,0-5 0 0 0,0 0 0 0 0,0-1 0 0 0,0 1 0 0 0,-1 0 0 0 0,1-1 0 0 0,-2 5 0 0 0,-2 4 30 0 0,-5 25 68 0 0,-2-2 30 0 0,-1 14 64 0 0,9-31-135 0 0,1-3-20 0 0,2 3 5 0 0,0-12-39 0 0,0-3 5 0 0,0 0-1 0 0,0 0 1 0 0,0 0 0 0 0,0 0-1 0 0,1 0 1 0 0,-1 0 0 0 0,3 5-1 0 0,1 7 46 0 0,1 1-42 0 0,3 5-11 0 0,4 15 0 0 0,-9-22 0 0 0,3 5 4 0 0,-5-14 7 0 0,1-1-1 0 0,-1 1 1 0 0,0 0-1 0 0,0 0 1 0 0,0 0-1 0 0,-1 5 0 0 0,0-4 37 0 0,1-2-26 0 0,5 17 31 0 0,-6-16-20 0 0,0-1 3 0 0,10 16-19 0 0,2 4 49 0 0,1-7 14 0 0,-10-13-26 0 0,30 37-42 0 0,-10-17-11 0 0,-12-14 0 0 0,1 1 0 0 0,1-2 11 0 0,4 2 18 0 0,18 8 82 0 0,-21-12-65 0 0,-12-5-39 0 0,0-1-1 0 0,1 0 0 0 0,-1 1 0 0 0,1-1 0 0 0,-1 0 0 0 0,1 0 0 0 0,-1-1 1 0 0,1 1-1 0 0,0-1 0 0 0,2 1 0 0 0,7 1 54 0 0,7 2-50 0 0,3-1 44 0 0,-21-4-53 0 0,0 1 0 0 0,1 1-1 0 0,-1-1 1 0 0,0 0-1 0 0,1 0 1 0 0,-1 0-1 0 0,0 1 1 0 0,0-1-1 0 0,1 1 1 0 0,-1-1 0 0 0,0 1-1 0 0,0-1 1 0 0,0 1-1 0 0,2 0 1 0 0,16 2 65 0 0,15-1 51 0 0,-10-4-53 0 0,32-4 72 0 0,-35 5-125 0 0,-12-1 0 0 0,20-5 95 0 0,-13 2-84 0 0,-13 4 20 0 0,6-4-31 0 0,24-15 53 0 0,-11 4-64 0 0,8-4 64 0 0,3-5-64 0 0,-29 24 0 0 0,-3 0 0 0 0,0 1 0 0 0,0-1 0 0 0,0 1 0 0 0,0-1 0 0 0,0 0 0 0 0,0 1 0 0 0,-1-1 0 0 0,1 0 0 0 0,0 0 0 0 0,0 1 0 0 0,0-1 0 0 0,-1 0 0 0 0,1 0 0 0 0,0 0 0 0 0,-1 0 0 0 0,1 0 0 0 0,0-1 0 0 0,19-26 64 0 0,-12 20-64 0 0,0 1 0 0 0,-1 0 0 0 0,-1-1 0 0 0,9-12 0 0 0,-11 12 11 0 0,9-13 106 0 0,-13 21-117 0 0,8-23 113 0 0,-3 8-98 0 0,-3 12-14 0 0,-1-25 62 0 0,-1 7 1 0 0,2-12-64 0 0,-2 20 0 0 0,0 1 0 0 0,-2 1 11 0 0,3 4 42 0 0,-7-11 22 0 0,1 7-22 0 0,0-1 14 0 0,1 3 7 0 0,-18-36 57 0 0,17 35-131 0 0,-9-13 0 0 0,1 3 0 0 0,10 14 3 0 0,-29-42 58 0 0,15 22-61 0 0,-2-7 0 0 0,-1 0 0 0 0,15 22 0 0 0,2 1 0 0 0,-2-1 0 0 0,-1-6 0 0 0,5 16 0 0 0,-14-23 0 0 0,14 21 1 0 0,-7-6 27 0 0,6 6-17 0 0,0 2-131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2T11:10:12.2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1672 73 6447 0 0,'-4'0'499'0'0,"-11"0"-163"0"0,-25 3 5025 0 0,38-3-4990 0 0,-10 2 244 0 0,6-2-334 0 0,1 0 0 0 0,-1 0 1 0 0,1-1-1 0 0,-1 1 0 0 0,-8-4 0 0 0,-4 1 785 0 0,16 3-633 0 0,-9-3 17 0 0,-2 0 28 0 0,11 2-240 0 0,-9 0 212 0 0,-23-2 746 0 0,23 3-911 0 0,1-1 0 0 0,-1 0 0 0 0,-12-4 0 0 0,21 5-158 0 0,0-1-6 0 0,-32-3 369 0 0,32 4-356 0 0,-11 1 137 0 0,3-1-97 0 0,-1 0 1 0 0,-13-3 0 0 0,-11 0 203 0 0,-1 1 13 0 0,-71-13-1 0 0,4 1 109 0 0,76 12-361 0 0,-120-6 418 0 0,135 8-504 0 0,-1 1 1 0 0,1 0 0 0 0,-18 4-1 0 0,0-1 159 0 0,0 1-79 0 0,24-3-100 0 0,0-1-1 0 0,-1 0 1 0 0,-9 0 0 0 0,-14 2 56 0 0,-57 10 198 0 0,46-8-199 0 0,-12 2-40 0 0,-90 16 191 0 0,120-18-156 0 0,-34 10 20 0 0,50-13-87 0 0,1 0-1 0 0,0 1 0 0 0,0-1 0 0 0,0 1 0 0 0,-11 7 1 0 0,11-6-3 0 0,-1 0 0 0 0,1 0 1 0 0,-1-1-1 0 0,-12 4 0 0 0,15-6-12 0 0,-12 10 0 0 0,9-7 0 0 0,-2 4 0 0 0,-13 14 0 0 0,18-19 0 0 0,-18 22 0 0 0,14-15 11 0 0,-5 4 44 0 0,13-14-55 0 0,-18 27-2 0 0,8-13 6 0 0,8-10-13 0 0,-7 20 67 0 0,3-12-47 0 0,-1 7-11 0 0,5-15 0 0 0,-2 17 0 0 0,1-8 0 0 0,0 10 0 0 0,4-19 0 0 0,-1-1 4 0 0,0 0 0 0 0,0-1 0 0 0,1 1 0 0 0,-1 0-1 0 0,1 0 1 0 0,-1 0 0 0 0,1 0 0 0 0,0 0 0 0 0,0 0 0 0 0,0-1 0 0 0,1 1-1 0 0,-1 0 1 0 0,0-1 0 0 0,3 4 0 0 0,1 1 13 0 0,3 9 35 0 0,-6-10-52 0 0,1 1 0 0 0,0 0 0 0 0,0-1 1 0 0,1 0-1 0 0,5 7 0 0 0,-7-11 0 0 0,47 66 64 0 0,-28-43-64 0 0,-16-20 0 0 0,4 2 11 0 0,5 1 29 0 0,2 1-28 0 0,6 0 0 0 0,-17-7 6 0 0,11 5 11 0 0,0-1 1 0 0,29 6-1 0 0,16 2-7 0 0,158 29 31 0 0,-136-31-53 0 0,-55-8 0 0 0,19 3 11 0 0,-3-1 57 0 0,1-1 1 0 0,58-2-1 0 0,-29-2-68 0 0,106-3 0 0 0,-138 2 1 0 0,-27 0 20 0 0,0 0 0 0 0,22-3 0 0 0,-31 1-21 0 0,-3 2 0 0 0,37 1 0 0 0,-10-2 0 0 0,-2-1 0 0 0,0 2 0 0 0,-5-2 0 0 0,19 2 0 0 0,1 0 0 0 0,-15-1 0 0 0,0-1 0 0 0,11-5 64 0 0,-17 2-64 0 0,-1-1 0 0 0,7 0 0 0 0,-23 5 0 0 0,19-6 0 0 0,15-8 64 0 0,-8 3-64 0 0,-4 1 0 0 0,-2 1 0 0 0,-19 9 0 0 0,15-7 0 0 0,-15 6 8 0 0,-1 0 0 0 0,0-1 0 0 0,0 1 0 0 0,-1-1 0 0 0,1 0 0 0 0,0 0 0 0 0,-1-1-1 0 0,0 1 1 0 0,7-8 0 0 0,-4 3-12 0 0,11-14 68 0 0,-15 19-42 0 0,9-15 9 0 0,-6 6-17 0 0,0 1 1 0 0,0-2-1 0 0,-2 1 0 0 0,1 0 0 0 0,-2-1 0 0 0,1 0 1 0 0,-2 0-1 0 0,3-24 0 0 0,-5 7-14 0 0,0 14 29 0 0,0-1 1 0 0,-2 0-1 0 0,-3-16 0 0 0,4 29-30 0 0,-1-6 46 0 0,-1 0-1 0 0,-1 0 1 0 0,1 1-1 0 0,-10-16 1 0 0,12 22-41 0 0,-1 0 0 0 0,0 1 1 0 0,1-1-1 0 0,-1 1 0 0 0,0-1 1 0 0,0 1-1 0 0,-1 0 0 0 0,1 0 1 0 0,0 0-1 0 0,-1 0 0 0 0,-3-2 1 0 0,-11-7 49 0 0,-11-5-32 0 0,-3 0 36 0 0,-55-22 1 0 0,76 35-59 0 0,-10-5 0 0 0,17 7 0 0 0,-14-3 0 0 0,-32-8 0 0 0,45 10 0 0 0,-17-2 0 0 0,9 3 0 0 0,0 0 0 0 0,-1-2 0 0 0,-1-2 0 0 0,11 3 0 0 0,3 2 0 0 0,0-1 0 0 0,-1 0 0 0 0,1 1 0 0 0,-1-1 0 0 0,1 1 0 0 0,-1-1 0 0 0,1 0 0 0 0,-1 1 0 0 0,1 0 0 0 0,-1-1 0 0 0,1 1 0 0 0,-1-1 0 0 0,0 1 0 0 0,1 0 0 0 0,-1-1 0 0 0,0 1 0 0 0,1 0 0 0 0,-1-1 0 0 0,0 1 0 0 0,0 0 0 0 0,-1-1-121 0 0,0 1 1 0 0,1-1-1 0 0,-1 0 0 0 0,0 1 0 0 0,0 0 1 0 0,0-1-1 0 0,0 1 0 0 0,0 0 0 0 0,0 0 1 0 0,1 0-1 0 0,-1 0 0 0 0,0 1 0 0 0,0-1 1 0 0,0 0-1 0 0,-2 2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2T11:10:14.7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1696 75 4143 0 0,'-1'-1'6763'0'0,"-2"-3"-6481"0"0,0 0 0 0 0,0 0 0 0 0,-1 1-1 0 0,1-1 1 0 0,-1 1 0 0 0,0 0 0 0 0,0 0 0 0 0,0 0 0 0 0,0 0-1 0 0,0 1 1 0 0,-1 0 0 0 0,1 0 0 0 0,-6-2 0 0 0,-6-1 418 0 0,-1 1 0 0 0,-26-2 0 0 0,23 3-197 0 0,-2 1 154 0 0,-29 0-1 0 0,-4 1 63 0 0,-30-6 345 0 0,-131 9-1 0 0,180 0-982 0 0,-221 20 698 0 0,192-13-415 0 0,-122 33 0 0 0,-64 42 374 0 0,221-73-628 0 0,0 1-1 0 0,0 1 0 0 0,1 2 1 0 0,-53 36-1 0 0,69-40-49 0 0,1 1 0 0 0,0 1 0 0 0,1 0 0 0 0,0 0-1 0 0,1 1 1 0 0,1 0 0 0 0,0 1 0 0 0,-8 19 0 0 0,14-27-8 0 0,1 0-1 0 0,1 0 1 0 0,-1-1 0 0 0,1 1-1 0 0,1 1 1 0 0,-1-1 0 0 0,1 0 0 0 0,0 0-1 0 0,2 12 1 0 0,0 1-52 0 0,-1-17 0 0 0,5 15 0 0 0,-3-7 25 0 0,2-1 0 0 0,-1 0 0 0 0,1 0-1 0 0,1 0 1 0 0,0-1 0 0 0,0 0 0 0 0,1 0 0 0 0,0 0 0 0 0,0-1-1 0 0,1 0 1 0 0,0 0 0 0 0,1-1 0 0 0,-1 0 0 0 0,1-1 0 0 0,11 6-1 0 0,13 6 62 0 0,0-2 0 0 0,1-2 0 0 0,1 0 0 0 0,40 8-1 0 0,-30-8 28 0 0,83 21 121 0 0,-123-33-226 0 0,0 0-6 0 0,16-2 10 0 0,-12-1 14 0 0,-4 1-22 0 0,-1 0 0 0 0,1 0 0 0 0,0 0-1 0 0,-1 1 1 0 0,1-1 0 0 0,4 2 0 0 0,58 10 30 0 0,31 4 7 0 0,32-7 23 0 0,-53-9 12 0 0,73 0 40 0 0,-70 1 1 0 0,89-2 86 0 0,-61-3-104 0 0,60-2 76 0 0,-71-1-5 0 0,127-9-6 0 0,-111 10-59 0 0,-49 4-93 0 0,1 3 28 0 0,-18 1-16 0 0,50-1-8 0 0,103-3 32 0 0,71-32 80 0 0,-266 33-128 0 0,83-9 64 0 0,-59 6-64 0 0,-11 2 0 0 0,28-7 0 0 0,-37 7 2 0 0,22-7 60 0 0,-18 4-62 0 0,0-1 11 0 0,2 0 42 0 0,-13 4-55 0 0,9-11 79 0 0,-3 5-35 0 0,-3 1-20 0 0,-4 4 20 0 0,3-7-31 0 0,-1 0 0 0 0,-2 5 31 0 0,0-2-39 0 0,0-1-1 0 0,-1 1 0 0 0,1 0 0 0 0,-2-13 1 0 0,0 13-4 0 0,1 3 7 0 0,-1 0 0 0 0,1 0 0 0 0,-1 0 0 0 0,0 0 1 0 0,0 0-1 0 0,-1 0 0 0 0,1 0 0 0 0,-3-3 0 0 0,0-2 3 0 0,-6-10 55 0 0,2 5-66 0 0,-1 1 0 0 0,-1 0 0 0 0,0 0-1 0 0,0 1 1 0 0,-2 0 0 0 0,1 1 0 0 0,-1 0 0 0 0,-1 1-1 0 0,0 0 1 0 0,-19-10 0 0 0,-55-30 2 0 0,-55-27 0 0 0,54 45-43 0 0,34 13 22 0 0,-105-36 21 0 0,137 48 0 0 0,0 1 0 0 0,-1 0 0 0 0,1 2 0 0 0,-36-3 0 0 0,-32-4 0 0 0,47 4 0 0 0,18 3 0 0 0,3-2 0 0 0,0 0 0 0 0,7 1 0 0 0,-37-10 0 0 0,16 9 0 0 0,-33-4 0 0 0,62 10-17 0 0,3 0 9 0 0,0 0 1 0 0,1 0-1 0 0,-1-1 0 0 0,1 1 0 0 0,-8-3 0 0 0,-23-4 8 0 0,12 3 0 0 0,-11 0 0 0 0,16 3-104 0 0,1 2-1 0 0,-25 3 1 0 0,10 0-407 0 0,19-2-415 0 0,-22 6-1 0 0,17-4 53 0 0,-10 3-479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2T11:10:32.3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1220 10 3223 0 0,'0'0'143'0'0,"-3"0"236"0"0,-3 1-581 0 0,-14 0 8641 0 0,17-1-7614 0 0,0 1-599 0 0,0 1-1 0 0,-1 0 1 0 0,1-1-1 0 0,-1 0 1 0 0,-6 1-1 0 0,9-1-178 0 0,-26 5 801 0 0,25-6-390 0 0,0 1-295 0 0,-1 0 0 0 0,1-1 0 0 0,-1 1 0 0 0,1-1 0 0 0,-1 1 0 0 0,1-1 0 0 0,-1 0 0 0 0,1 0 0 0 0,-5-1 0 0 0,5 1 100 0 0,-9 0 161 0 0,0 0 0 0 0,1-1 0 0 0,-1 0 0 0 0,-14-4 0 0 0,23 4-367 0 0,-1 0-1 0 0,1 1 1 0 0,-1 0 0 0 0,0-1-1 0 0,1 1 1 0 0,-1 0 0 0 0,0 0-1 0 0,0 0 1 0 0,-2 1 0 0 0,-22 0 321 0 0,-15-5 140 0 0,40 3-421 0 0,-20-2 384 0 0,-3 0-217 0 0,23 3-200 0 0,-10-1 16 0 0,-36-2 805 0 0,38 2-799 0 0,8 1-17 0 0,0 0-16 0 0,-17 0 49 0 0,17 0-33 0 0,0 0-16 0 0,0-1-43 0 0,-19 2 215 0 0,9 0-156 0 0,-23 3 149 0 0,23-3-155 0 0,-1 1 0 0 0,-16 5 0 0 0,4-2 15 0 0,-37 4 0 0 0,43-8-32 0 0,3 0-33 0 0,1 0-1 0 0,-24 6 0 0 0,-56 15 105 0 0,90-21-117 0 0,0 1 0 0 0,-1 0 0 0 0,1 0 0 0 0,0 0 0 0 0,-5 3 0 0 0,8-3 0 0 0,0-1 0 0 0,0 0 0 0 0,0 0 0 0 0,-1 0 0 0 0,1 0 0 0 0,-1 0 0 0 0,1-1 0 0 0,-1 1 0 0 0,-3 0 0 0 0,3-1 10 0 0,-1 0 0 0 0,0 1 1 0 0,1 0-1 0 0,-1-1 0 0 0,0 1 0 0 0,1 1 0 0 0,-1-1 1 0 0,-3 2-1 0 0,-8 3 26 0 0,2-2-36 0 0,9-3 0 0 0,-12 7 0 0 0,13-7 11 0 0,-15 8 38 0 0,14-7-17 0 0,-14 11 12 0 0,-1 5-44 0 0,-5 5 0 0 0,15-15 0 0 0,0 0 0 0 0,-5 7 0 0 0,3-2 0 0 0,-7 7 0 0 0,2-1 11 0 0,0 0 53 0 0,9-12-33 0 0,4-4-28 0 0,0 0-1 0 0,0 0 1 0 0,0 0 0 0 0,0 1 0 0 0,1-1 0 0 0,0 1-1 0 0,-4 7 1 0 0,1 0-3 0 0,-1 3 0 0 0,1 0 0 0 0,-4 20 0 0 0,8-29 0 0 0,-1 3 0 0 0,1-5 0 0 0,0-1 0 0 0,1 0 0 0 0,-1 0 0 0 0,1 0 0 0 0,-1 0 0 0 0,1 0 0 0 0,0 1 0 0 0,0 1 0 0 0,1 17 0 0 0,-1-11 0 0 0,0 2 0 0 0,-2 6-2 0 0,3-14 14 0 0,3 11 42 0 0,-3-12-53 0 0,7 16 51 0 0,2 0-30 0 0,-2-7 53 0 0,11 7-33 0 0,-12-11-34 0 0,16 16 37 0 0,-12-16-34 0 0,6 5 17 0 0,-8-7 5 0 0,2 0-30 0 0,15 8-3 0 0,-3-2 53 0 0,-19-9-45 0 0,19 6 48 0 0,-11-5-34 0 0,1-1 31 0 0,25 4 11 0 0,-33-6-64 0 0,21 1 0 0 0,-20-2 0 0 0,21 1 0 0 0,51 5 0 0 0,-41-4 0 0 0,204-2 72 0 0,-216-1-72 0 0,29-1 0 0 0,-28 1 0 0 0,0-4 0 0 0,33-5 0 0 0,-31 5 0 0 0,-24 5 0 0 0,20-5 0 0 0,24 0 0 0 0,-42 4 0 0 0,22-2 0 0 0,-12 2 0 0 0,10 0 0 0 0,34-7 0 0 0,-8 2 0 0 0,35-6 11 0 0,-78 11 18 0 0,-6 1-26 0 0,1 0 0 0 0,-1 0 0 0 0,0-1 0 0 0,0 1 0 0 0,0-1 0 0 0,0 0 0 0 0,4-2 0 0 0,29-7 8 0 0,-24 5 31 0 0,0 0-31 0 0,-1-1-11 0 0,-1-1 0 0 0,1 1 0 0 0,-1 0 11 0 0,6-2 44 0 0,-11 4-60 0 0,3-6 8 0 0,1 0-3 0 0,-1 2 0 0 0,5-3 0 0 0,-9 4 0 0 0,1-4 0 0 0,1-1 11 0 0,-1 2 11 0 0,-1 0 0 0 0,0 0 1 0 0,3-11-1 0 0,2-10 6 0 0,-1-12-30 0 0,-3 10 15 0 0,-3 27-7 0 0,-2 0 1 0 0,1 0 0 0 0,0 0 0 0 0,-1 0-1 0 0,0 0 1 0 0,-2-8 0 0 0,0-10-1 0 0,-4-14 58 0 0,4 25-54 0 0,1 4 4 0 0,-1-1-1 0 0,-1 1 1 0 0,-6-18-1 0 0,6 18-13 0 0,-2-10 17 0 0,-5-1 29 0 0,7 15-45 0 0,-19-22-1 0 0,14 16 0 0 0,1 2 11 0 0,-1-1 31 0 0,1 0-31 0 0,-2 2-11 0 0,-2 0 0 0 0,2 1 0 0 0,-9-4 0 0 0,14 11 0 0 0,-4-3 0 0 0,-1 0 0 0 0,5 4 0 0 0,-23-6 0 0 0,16 3 0 0 0,-37-5 0 0 0,13 2 0 0 0,14 4 0 0 0,18 0 0 0 0,-12 0 0 0 0,10 2-162 0 0,0-1-1 0 0,0 1 1 0 0,1-1-1 0 0,-1 1 1 0 0,0 1-1 0 0,-7 2 1 0 0,0 1-6118 0 0,-2-1-1751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3:10:49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0 4143 0 0,'0'0'462'0'0,"-1"2"39"0"0,-18 30 1456 0 0,-2 14-1567 0 0,13-31 94 0 0,1 1 0 0 0,-6 18 0 0 0,3 3-27 0 0,1 1 1 0 0,2 0 0 0 0,-3 63-1 0 0,6-38-353 0 0,-1 10-16 0 0,7 125 0 0 0,0-166-65 0 0,-4 48 0 0 0,-1-13 171 0 0,0 148 446 0 0,3-160-453 0 0,12 87 0 0 0,19 53-129 0 0,-29-187-58 0 0,21 168 0 0 0,-16-115 0 0 0,-3 2 37 0 0,-4-40 18 0 0,4 27 0 0 0,-3-45 1 0 0,-1-5-57 0 0,8 28-1 0 0,-6-25 3 0 0,0-1-4 0 0,8 25 123 0 0,-8-20-94 0 0,-2-5 518 0 0,-3 7-218 0 0,-2-5-644 0 0,3-3-2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4:28:44.9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913 133 4607 0 0,'0'0'7486'0'0,"-3"2"-6586"0"0,-9 5-356 0 0,11-7-486 0 0,1 0 0 0 0,-1 0 0 0 0,1 0 0 0 0,-1 0 0 0 0,1 0 1 0 0,-1 0-1 0 0,1 0 0 0 0,-1 0 0 0 0,1-1 0 0 0,-1 1 0 0 0,1 0 1 0 0,0 0-1 0 0,-1 0 0 0 0,1-1 0 0 0,-1 1 0 0 0,1 0 0 0 0,0-1 0 0 0,-1 1 1 0 0,1 0-1 0 0,0-1 0 0 0,-1 1 0 0 0,1 0 0 0 0,0-1 0 0 0,0 1 1 0 0,-1-1-1 0 0,-5-8 428 0 0,-7-5 666 0 0,12 12-336 0 0,-2 1-642 0 0,-8-2 264 0 0,-1-1 0 0 0,-23-2 0 0 0,33 6-192 0 0,-37-8 1316 0 0,37 7-1338 0 0,0 1-1 0 0,-70-31 1234 0 0,56 24-1217 0 0,-1 1 0 0 0,0 1 1 0 0,-30-5-1 0 0,-5-3-41 0 0,-2 2 100 0 0,48 10-274 0 0,0 0-1 0 0,1 0 1 0 0,-1 0 0 0 0,0 1 0 0 0,-6 0 0 0 0,-6-1 68 0 0,-43 4 66 0 0,53-3-135 0 0,1 1 1 0 0,-1-1-1 0 0,1 2 0 0 0,0-1 0 0 0,-1 1 0 0 0,-12 4 1 0 0,-50 29 60 0 0,65-32-76 0 0,-2 0 19 0 0,5-2-17 0 0,-1 1 1 0 0,0-1 0 0 0,0 1-1 0 0,1 0 1 0 0,-1 0 0 0 0,1 0-1 0 0,0 0 1 0 0,-1 1 0 0 0,1-1-1 0 0,-3 5 1 0 0,-17 24-12 0 0,13-18 0 0 0,0-3 0 0 0,-3 5 0 0 0,0 1 0 0 0,-16 27 0 0 0,18-25 31 0 0,-15 37 0 0 0,6-10-13 0 0,13-29 9 0 0,0-1 0 0 0,1 1 0 0 0,-4 24-1 0 0,4-14-9 0 0,1-12 14 0 0,2 0 0 0 0,-1-1 0 0 0,2 1 0 0 0,0 0 0 0 0,1 0 0 0 0,0 0 0 0 0,1 0 0 0 0,5 25 0 0 0,-3-18 20 0 0,-1-5-37 0 0,1-1 0 0 0,1 1 0 0 0,6 15-1 0 0,-8-23 5 0 0,1-1-1 0 0,0 1 0 0 0,7 10 1 0 0,-1-1-13 0 0,-4-9 16 0 0,24 38 206 0 0,-26-41-203 0 0,0-1 0 0 0,1 0-1 0 0,8 8 1 0 0,-5-6 16 0 0,-1 1 1 0 0,1 0-1 0 0,8 12 0 0 0,-11-15 13 0 0,8 5-31 0 0,-7-5 0 0 0,0 0-1 0 0,0-1 1 0 0,0 1 0 0 0,0-1 0 0 0,0-1 0 0 0,1 1-1 0 0,9 3 1 0 0,-8-4 24 0 0,21 3 240 0 0,16 2-64 0 0,-36-5-176 0 0,30 3 65 0 0,8-2-47 0 0,-34-2-55 0 0,36 2 204 0 0,68-5 0 0 0,-50-2-61 0 0,-43 1-100 0 0,-2-2 2 0 0,-10 2-43 0 0,37-11 53 0 0,-22 6-64 0 0,9-7 11 0 0,-26 12 16 0 0,22-12-1 0 0,-12-1 38 0 0,0 0-64 0 0,-8 8 28 0 0,-6 5-20 0 0,-1 0 0 0 0,0 0 0 0 0,0-1-1 0 0,-1 1 1 0 0,6-6 0 0 0,8-11 45 0 0,8-6 11 0 0,-8 6-64 0 0,-14 18 9 0 0,10-14 35 0 0,-8 7-33 0 0,0 0 0 0 0,0 0 0 0 0,-1 0 0 0 0,0 0 0 0 0,4-19 0 0 0,3-7-2 0 0,-6 17-9 0 0,0 0 0 0 0,2-23 0 0 0,-5-1 27 0 0,-2 23-9 0 0,4-25 1 0 0,0 26-19 0 0,-1 0 0 0 0,-3-19 64 0 0,1 33-64 0 0,-2-27 0 0 0,-1 13-5 0 0,-3-2 63 0 0,6 17-51 0 0,-1 0-3 0 0,-6-12-4 0 0,2 6 0 0 0,-2 0 11 0 0,0 0 31 0 0,-3-3-30 0 0,-6-12-13 0 0,5 9 43 0 0,8 12-39 0 0,-1 0 0 0 0,1 0 0 0 0,0 0 0 0 0,-1 0 1 0 0,0 0-1 0 0,-3-2 0 0 0,-3-2 8 0 0,-1-3 44 0 0,-12-3-57 0 0,-13-6 2 0 0,32 18-165 0 0,1-1-1 0 0,-1 0 1 0 0,0 0-1 0 0,1 0 1 0 0,0 0-1 0 0,-1-1 1 0 0,1 1-1 0 0,0-1 1 0 0,0 1-1 0 0,0-1 1 0 0,0 0-1 0 0,1 0 1 0 0,-1 1-1 0 0,1-1 1 0 0,0 0-1 0 0,-2-5 1 0 0,-1-7-1670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4:29:41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921 498 4607 0 0,'0'0'5835'0'0,"1"1"-5567"0"0,1 2-124 0 0,0-1 0 0 0,0 1 1 0 0,1-1-1 0 0,-1 0 0 0 0,1 1 0 0 0,-1-1 0 0 0,1 0 1 0 0,0-1-1 0 0,0 1 0 0 0,-1 0 0 0 0,1-1 0 0 0,1 0 0 0 0,-1 0 1 0 0,0 0-1 0 0,0 0 0 0 0,0 0 0 0 0,1 0 0 0 0,-1-1 1 0 0,0 0-1 0 0,4 1 0 0 0,11 1 456 0 0,-14-1-428 0 0,0-1 0 0 0,1 1-1 0 0,-1-1 1 0 0,1 0 0 0 0,-1 0 0 0 0,7-1 0 0 0,3-1 215 0 0,0 1 0 0 0,0 1 0 0 0,28 2 0 0 0,-20 0-94 0 0,47 7 182 0 0,-58-7-461 0 0,5 0 221 0 0,24 0-1 0 0,7 0 235 0 0,-41-2-347 0 0,1 1 0 0 0,-1-1 0 0 0,0 0 0 0 0,12-2 0 0 0,-5 0 105 0 0,-1 1-1 0 0,22 2 1 0 0,-7 0-113 0 0,31 6 0 0 0,-54-6-113 0 0,19 2 52 0 0,-6-2 2 0 0,0 0 0 0 0,0-1 0 0 0,0-1 0 0 0,-1-1 1 0 0,1-1-1 0 0,21-5 0 0 0,33-10 345 0 0,-49 9-292 0 0,-11 5-11 0 0,0 0 0 0 0,17-10 0 0 0,-13 4 34 0 0,0 0 0 0 0,22-22 0 0 0,-15 14-45 0 0,-19 15-69 0 0,0 0 0 0 0,0 1 0 0 0,0-1 0 0 0,0-1 0 0 0,0 1 0 0 0,0 0 0 0 0,-1-1 0 0 0,0 1 1 0 0,0-1-1 0 0,0 0 0 0 0,2-4 0 0 0,0 2 36 0 0,-2 0-56 0 0,1-5 6 0 0,-1 7-2 0 0,1-15 62 0 0,-1 10-42 0 0,-1 5-9 0 0,0 1 0 0 0,-1 0 0 0 0,1-1 0 0 0,-1 1 0 0 0,0-1 0 0 0,0 1-1 0 0,0-1 1 0 0,0 1 0 0 0,-2-5 0 0 0,2 1 18 0 0,0 5-17 0 0,0 0 1 0 0,0 0-1 0 0,0 0 0 0 0,0 0 1 0 0,-1 0-1 0 0,1 0 1 0 0,-1-1-1 0 0,0 1 1 0 0,0 0-1 0 0,0 0 0 0 0,0 1 1 0 0,-1-4-1 0 0,1 4-9 0 0,0-3 18 0 0,-1 0-1 0 0,0 0 0 0 0,0 0 1 0 0,-1 0-1 0 0,1 0 0 0 0,-1 0 1 0 0,0 1-1 0 0,1-1 0 0 0,-8-5 1 0 0,-16-18-32 0 0,20 20 16 0 0,-1 1 0 0 0,0 1 0 0 0,0-1-1 0 0,0 1 1 0 0,0 0 0 0 0,-1 1 0 0 0,0 0 0 0 0,0 0 0 0 0,0 0-1 0 0,-18-4 1 0 0,9 4-6 0 0,0-1 0 0 0,-29-14 0 0 0,7 0 15 0 0,30 13-8 0 0,-1 1 0 0 0,0 0 0 0 0,0 1 0 0 0,0 0 0 0 0,-1 1 0 0 0,-17-4 0 0 0,-6 2-7 0 0,-56-15 0 0 0,65 14 0 0 0,1 2 0 0 0,-1 0 0 0 0,0 1 0 0 0,-37 2 0 0 0,-22 0 0 0 0,-56 1 0 0 0,109 2 0 0 0,-29 7 0 0 0,38-5 0 0 0,0 0 0 0 0,-1-2 0 0 0,-27-1 0 0 0,22-1 0 0 0,-52 7 0 0 0,76-5 0 0 0,-15 3 0 0 0,14-4 0 0 0,0-1 0 0 0,-1 1 0 0 0,1-1 0 0 0,-11-1 0 0 0,5 0 0 0 0,0 0 0 0 0,-22 3 0 0 0,-9 2 0 0 0,-31 3 0 0 0,-2-2 0 0 0,-17 7 0 0 0,78-10 0 0 0,5-1 0 0 0,1 1 0 0 0,-1 0 0 0 0,-14 6 0 0 0,7-2 0 0 0,-1-1 0 0 0,-20 5 0 0 0,28-9 1 0 0,1 1 1 0 0,-1 0-1 0 0,1 0 0 0 0,0 1 0 0 0,0 0 0 0 0,0 0 0 0 0,0 1 1 0 0,-13 9-1 0 0,8-2 5 0 0,1 0 0 0 0,0 0-1 0 0,1 1 1 0 0,-10 13 0 0 0,17-19-14 0 0,0-1 0 0 0,0 1-1 0 0,-6 11 1 0 0,-32 56-23 0 0,36-61 31 0 0,1-1 0 0 0,1 2 0 0 0,1-1 0 0 0,3 1 0 0 0,3 0-11 0 0,3 0-31 0 0,4 1 31 0 0,4 2 11 0 0,-11-13 0 0 0,15 10 0 0 0,1-1 0 0 0,-14-10 0 0 0,0-1 0 0 0,40 15-53 0 0,70 22 42 0 0,-65-25 11 0 0,-34-10 0 0 0,25 9 0 0 0,-20-6 0 0 0,1 0 0 0 0,-1-2 0 0 0,2 0 0 0 0,37 1 0 0 0,-10-1 0 0 0,-28-3 11 0 0,0-1 0 0 0,0-1 0 0 0,35-7 0 0 0,-4 2 62 0 0,1-4-21 0 0,-29 5-14 0 0,32-3 0 0 0,23-5 37 0 0,-49 10-75 0 0,-26 2 10 0 0,21-2 33 0 0,-7 3-13 0 0,-6 0-8 0 0,26-3 1 0 0,-31 2-12 0 0,1 1 0 0 0,16 1 0 0 0,11 0 32 0 0,40-8 81 0 0,-67 6-129 0 0,-5 1 4 0 0,-1-1-1 0 0,1 1 1 0 0,0-1-1 0 0,0 0 1 0 0,-1 0-1 0 0,1-1 1 0 0,-1 1-1 0 0,1-1 1 0 0,-1 0 0 0 0,0 0-1 0 0,1 0 1 0 0,3-3-1 0 0,-5 4-789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0T14:29:47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481 560 2759 0 0,'0'0'2822'0'0,"3"2"-1417"0"0,-1 1-978 0 0,8 8 1337 0 0,1-8-1251 0 0,-3-1-174 0 0,1-1 0 0 0,-1 0 0 0 0,1 0-1 0 0,-1-1 1 0 0,1 0 0 0 0,0-1 0 0 0,14-2 0 0 0,-18 2-182 0 0,-1 1 0 0 0,1-1 0 0 0,-1 1 0 0 0,0 0 0 0 0,6 1 0 0 0,6-1 114 0 0,82-9 1048 0 0,46-1-109 0 0,97 10 406 0 0,-143-1-841 0 0,106 2-106 0 0,112 2 333 0 0,-207-3-624 0 0,-58 0-252 0 0,127-3 231 0 0,-56 0-198 0 0,-14 1-17 0 0,146 3 157 0 0,-97 3-232 0 0,-62-2-58 0 0,36-1 67 0 0,58 3 117 0 0,-110-5-62 0 0,6 0-58 0 0,61-3-13 0 0,-39-1-56 0 0,-16 3-5 0 0,53 1 66 0 0,-81 3-65 0 0,22 1 0 0 0,-42-1-1 0 0,81-7 0 0 0,-47 0 67 0 0,116 5-52 0 0,16 0 36 0 0,-106-2-50 0 0,98-3 17 0 0,-106 0 84 0 0,56-10-47 0 0,-102 8-31 0 0,1 3-1 0 0,68 1 1 0 0,-35 2 11 0 0,-7 0-4 0 0,49 1-14 0 0,-52-1 32 0 0,-65 1-47 0 0,107-4 62 0 0,-102 2-63 0 0,27-1 0 0 0,55 5 16 0 0,-76-1 72 0 0,-11-2-17 0 0,19 0-54 0 0,-9 1 68 0 0,-8 0-41 0 0,-1 0 0 0 0,0-1 0 0 0,0 0-1 0 0,12-3 1 0 0,19-2 36 0 0,15-4 96 0 0,66-8-176 0 0,-68 13 16 0 0,-46 4 32 0 0,12-6-16 0 0,-14 6-32 0 0,15-7 0 0 0,13-9 0 0 0,-22 12 0 0 0,0 0 0 0 0,-1 0 0 0 0,1-2 0 0 0,-1-1 0 0 0,1 2 0 0 0,5-2 0 0 0,-13 6 0 0 0,7-9 0 0 0,-4 5 11 0 0,-5 5 47 0 0,0-2 17 0 0,7-20 34 0 0,-7 21-39 0 0,-1-1 7 0 0,1 1-58 0 0,-1 0 1 0 0,0 0-1 0 0,1 0 0 0 0,-1 0 0 0 0,0 0 1 0 0,0 0-1 0 0,0 0 0 0 0,0 0 0 0 0,0-1 1 0 0,-1 1-1 0 0,1 0 0 0 0,-1 0 0 0 0,1 0 1 0 0,-1 0-1 0 0,0 0 0 0 0,0 0 0 0 0,0 0 0 0 0,-2-2 1 0 0,-11-29 74 0 0,12 29-46 0 0,-4-5-24 0 0,-5-4 4 0 0,7 11-4 0 0,0 0-16 0 0,-17-11-8 0 0,3 1 0 0 0,-1 0 0 0 0,-1 2 0 0 0,0 1 0 0 0,-1 0 0 0 0,-31-8 0 0 0,-56-12 2 0 0,66 16-5 0 0,-1 2 0 0 0,0 2 0 0 0,-67-5-1 0 0,-66 0-54 0 0,-19 0 63 0 0,0 8-5 0 0,166 6 0 0 0,-223-3 0 0 0,-54 0 0 0 0,159 1 0 0 0,90 2 0 0 0,-19-2 0 0 0,-85-6 44 0 0,66 5-24 0 0,-157-2-17 0 0,97 3-21 0 0,-191 8 17 0 0,169 0 9 0 0,122-4-19 0 0,-36 0-31 0 0,-160-11 31 0 0,162 9 45 0 0,5 1-4 0 0,-357-5-110 0 0,349 9 79 0 0,-28 1 15 0 0,111-7-7 0 0,-24 1 23 0 0,-36 3 0 0 0,-53 0-30 0 0,81-3 0 0 0,-331 6-80 0 0,202-9 80 0 0,150 3 0 0 0,-2 0 0 0 0,-34 3 0 0 0,37-1 0 0 0,-29-1 0 0 0,-2 0 0 0 0,-26 1 0 0 0,-9 0 0 0 0,-31 4 0 0 0,72-5 0 0 0,-66 0 80 0 0,92 0-83 0 0,-3 0-22 0 0,-31 4 0 0 0,47-4 21 0 0,-8 1 3 0 0,0 1 0 0 0,0 0-1 0 0,1 1 1 0 0,-20 8-1 0 0,-52 24 2 0 0,71-30-13 0 0,0 0 1 0 0,-19 5-1 0 0,-13 5-13 0 0,-26 11 26 0 0,12-6 0 0 0,23-8 0 0 0,22-8 0 0 0,1 0 0 0 0,-1 0 0 0 0,-21 14 0 0 0,13-11 11 0 0,18-6-1 0 0,1-1 5 0 0,-12 12 13 0 0,9-10-40 0 0,4-1 7 0 0,0-1 1 0 0,0 1-1 0 0,0-1 0 0 0,0 1 0 0 0,1-1 1 0 0,-1 1-1 0 0,0 0 0 0 0,1 0 1 0 0,0 0-1 0 0,-2 2 0 0 0,2-2 5 0 0,-1-1 0 0 0,1 1 0 0 0,0-1 0 0 0,0 1 0 0 0,0-1 0 0 0,0 1 0 0 0,0-1 0 0 0,0 1 0 0 0,1 0 0 0 0,-2 2 0 0 0,1 1 0 0 0,-4 8-11 0 0,3 1-31 0 0,2 1 31 0 0,2 0 11 0 0,3 0 0 0 0,3 1 0 0 0,2-1 0 0 0,3 4 0 0 0,-10-15 0 0 0,16 11 0 0 0,-9-6 5 0 0,1-1-1 0 0,0 0 1 0 0,0 0-1 0 0,1-2 1 0 0,0 1-1 0 0,0-2 1 0 0,19 7-1 0 0,2-2 14 0 0,59 10 0 0 0,41-7-18 0 0,-65-9 0 0 0,81 3 64 0 0,-106-3-64 0 0,-15 0 0 0 0,-17-2-15 0 0,-2 3-527 0 0,-3-2-1308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2T15:38:32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858 181 9759 0 0,'0'0'9792'0'0,"0"-3"-9345"0"0,-12-31 1530 0 0,11 32-1313 0 0,0 0-508 0 0,-4-4 95 0 0,1-1 1 0 0,-1 1-1 0 0,0 0 0 0 0,0 0 1 0 0,-9-7-1 0 0,12 12-123 0 0,-3-6 30 0 0,-15-3 92 0 0,7 4-123 0 0,3 1-99 0 0,-4-3 121 0 0,-2 0-10 0 0,-1 1-1 0 0,-19-6 1 0 0,4 5-12 0 0,0 1 0 0 0,0 2 0 0 0,0 1 0 0 0,-63 1 0 0 0,62 2-10 0 0,-27-1 248 0 0,53 2-335 0 0,-43 5 362 0 0,43-4-360 0 0,4-1-18 0 0,0 0-1 0 0,0 0 0 0 0,1 1 0 0 0,-1 0 1 0 0,0-1-1 0 0,0 1 0 0 0,1 0 1 0 0,-1 0-1 0 0,1 1 0 0 0,-1-1 0 0 0,1 1 1 0 0,-5 2-1 0 0,-3 3-13 0 0,-7 4 0 0 0,4 0 0 0 0,3-4 0 0 0,1 2 0 0 0,1 0 0 0 0,0 0 0 0 0,-3 6 0 0 0,1 1 0 0 0,-3 4 0 0 0,-1-3 20 0 0,5-7-5 0 0,0 0-1 0 0,-12 19 1 0 0,-18 26 60 0 0,32-44-33 0 0,0 1-31 0 0,0 0-11 0 0,2 1 11 0 0,0 0 31 0 0,0-1-31 0 0,0 0-11 0 0,1 1 0 0 0,-3 8 0 0 0,7-17 0 0 0,1 14 11 0 0,2 29 42 0 0,5 4 0 0 0,-8-40-40 0 0,0-7-13 0 0,0 0-1 0 0,0 0 1 0 0,0 0 0 0 0,1 0 0 0 0,-1 1-1 0 0,1-1 1 0 0,2 4 0 0 0,16 63 125 0 0,-7-29-69 0 0,-6-26 4 0 0,0 0 0 0 0,10 19-1 0 0,-12-26-35 0 0,-2-4-23 0 0,10 14 73 0 0,20 20 63 0 0,-26-30-98 0 0,-3-5-22 0 0,1 0 1 0 0,0 1-1 0 0,0-1 1 0 0,0-1 0 0 0,6 5-1 0 0,-8-6-10 0 0,4 3 14 0 0,-1 0 0 0 0,1-1 1 0 0,9 6-1 0 0,28 16 86 0 0,-26-13-22 0 0,-14-12-76 0 0,28 13 82 0 0,-4-3-15 0 0,0-1-1 0 0,-13-5-33 0 0,7 1-7 0 0,-20-5-17 0 0,25 2 4 0 0,-6 0 27 0 0,-1-1 0 0 0,2-1 0 0 0,-1-1 0 0 0,35-4 0 0 0,-7 0-38 0 0,-19 2-11 0 0,2 1 0 0 0,-20 0 20 0 0,0 0 0 0 0,20-5 1 0 0,-13 3-18 0 0,-6 0-3 0 0,2 0 11 0 0,-1-2 31 0 0,0 0-31 0 0,25-11-11 0 0,-34 15 0 0 0,17-11 11 0 0,-9 4 31 0 0,33-22 33 0 0,-34 21-75 0 0,0 1 0 0 0,2-5 17 0 0,-13 12 3 0 0,12-15 7 0 0,-5 6-27 0 0,0 0 11 0 0,-1-1 31 0 0,4-7-30 0 0,-3 1-13 0 0,12-37 65 0 0,-15 36-64 0 0,0 1 0 0 0,-2 13 0 0 0,4-16 11 0 0,-2-2 42 0 0,-3 18-53 0 0,3-25 0 0 0,-4-17 64 0 0,0 21-64 0 0,-2-24 0 0 0,0 4 64 0 0,2 33-64 0 0,-1-1 0 0 0,-1 1 0 0 0,-1-1 0 0 0,0 1 0 0 0,0 0 0 0 0,1-1 0 0 0,-1 0 0 0 0,0 0 0 0 0,-2 0 0 0 0,0 2 0 0 0,1 2 11 0 0,2 5 31 0 0,-3-6-31 0 0,-1-2-11 0 0,1 1 0 0 0,0-1 0 0 0,0 2 0 0 0,0-1 0 0 0,-3 0-16 0 0,4 4-65 0 0,3 5-15 0 0,-23-15-634 0 0,11 8 272 0 0,11 7 218 0 0,0 1 0 0 0,0-1 0 0 0,-1 1 0 0 0,1 0 0 0 0,0-1 0 0 0,0 1 0 0 0,-1 0 0 0 0,1 0 0 0 0,-1 1 0 0 0,-4-2 0 0 0,-7 0-1067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2T15:45:35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1 480 8783 0 0,'0'0'794'0'0,"0"-4"-652"0"0,2-14-78 0 0,-1 14 3112 0 0,18 28-1144 0 0,-5-6-1105 0 0,19 21 0 0 0,-19-23-495 0 0,20 28 1 0 0,-28-36-322 0 0,1 1 0 0 0,-1-1 1 0 0,1-1-1 0 0,1 1 0 0 0,-1-1 0 0 0,1-1 1 0 0,1 0-1 0 0,11 8 0 0 0,-18-13-31 0 0,2-2-11 0 0,0 1 0 0 0,0-1 0 0 0,0 0-1 0 0,0 0 1 0 0,0 0 0 0 0,1 0 0 0 0,-2-1-1 0 0,1 0 1 0 0,0 1 0 0 0,0-2 0 0 0,-1 1-1 0 0,1 0 1 0 0,4-5 0 0 0,5-4 143 0 0,0-1 1 0 0,10-14-1 0 0,-10 11-54 0 0,87-104 428 0 0,5-6-398 0 0,-71 87-138 0 0,104-103 256 0 0,-65 81-184 0 0,8-6-8 0 0,-68 53-54 0 0,-12 13-67 0 0,23-14 189 0 0,-23 13-265 0 0,1 0 1 0 0,-1 1-1 0 0,0 0 1 0 0,0-1-1 0 0,0 1 1 0 0,0 0-1 0 0,0-1 1 0 0,0 1-1 0 0,0 0 1 0 0,3 0-1 0 0,9 1-4138 0 0,-11-1 3087 0 0,9 3-5690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2T15:45:36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0 445 5983 0 0,'0'0'7224'0'0,"3"1"-7080"0"0,2 1-48 0 0,0 0-1 0 0,0 0 0 0 0,0 1 1 0 0,-1 0-1 0 0,1 0 1 0 0,-1 0-1 0 0,1 0 0 0 0,-1 0 1 0 0,0 1-1 0 0,0 0 1 0 0,-1 0-1 0 0,7 9 0 0 0,4 6 308 0 0,-6-9 23 0 0,-1 0 0 0 0,9 18-1 0 0,4 3 63 0 0,-19-29-344 0 0,11 22 320 0 0,-11-22-296 0 0,5 11 211 0 0,-4-12-310 0 0,3 5 1 0 0,-3-5 332 0 0,11-2 136 0 0,-8-4-423 0 0,1 0 1 0 0,-1 0 0 0 0,-1 0 0 0 0,1-1 0 0 0,-1 1 0 0 0,0-1 0 0 0,0 0 0 0 0,6-13 0 0 0,7-10 29 0 0,3-8-78 0 0,5-7 18 0 0,-13 27-73 0 0,11-26 0 0 0,8-13 46 0 0,-9 24-42 0 0,-4 2 34 0 0,3 1 0 0 0,0 0 0 0 0,36-35 0 0 0,115-85 334 0 0,-146 129 14 0 0,-17 26-5119 0 0,-7-4 3450 0 0,7 7-5359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2T15:45:39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41 443 3679 0 0,'0'0'488'0'0,"1"-3"74"0"0,5-9 168 0 0,-5 9 36 0 0,-16-9 704 0 0,14 11-1162 0 0,-9-5 503 0 0,10 6-569 0 0,-1 0 0 0 0,1-1 0 0 0,-1 1 0 0 0,1 0 0 0 0,0 0 0 0 0,-1 0 0 0 0,1-1 0 0 0,-1 1 0 0 0,1 0 0 0 0,-1 0 0 0 0,1 0 0 0 0,-1 0 0 0 0,1 0 0 0 0,0 0 0 0 0,-1 0 1 0 0,1 0-1 0 0,-1 0 0 0 0,1 0 0 0 0,-1 0 0 0 0,1 0 0 0 0,-1 0 0 0 0,1 0 0 0 0,0 0 0 0 0,-1 1 0 0 0,1-1 0 0 0,-1 0 0 0 0,0 0 0 0 0,-5 18 662 0 0,5-16-672 0 0,-2 25 856 0 0,3-13-709 0 0,1 0-1 0 0,1-1 1 0 0,3 17 0 0 0,0-3 73 0 0,-2-10-96 0 0,1-1 0 0 0,11 30 0 0 0,-6-21-60 0 0,-9-24 569 0 0,11-5-541 0 0,-8 2-281 0 0,-1 1 0 0 0,1-1 0 0 0,-1 0 0 0 0,0 0 0 0 0,1 0 0 0 0,-1-1 0 0 0,0 1 0 0 0,0 0 0 0 0,0-1 0 0 0,-1 1 0 0 0,1-1 0 0 0,-1 0 0 0 0,1 0 0 0 0,1-4 0 0 0,0 1 56 0 0,26-51 167 0 0,3 1-1 0 0,3 3 1 0 0,1 0 0 0 0,69-74-1 0 0,-74 98-206 0 0,2 1-1 0 0,52-34 0 0 0,-26 20-25 0 0,-31 22-33 0 0,-12 9 0 0 0,-1 0 0 0 0,16-16 0 0 0,-28 24 0 0 0,14-10 0 0 0,4 0-99 0 0,-19 12-39 0 0,9 1-1028 0 0,-7 1-919 0 0,7 3-5603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2T15:45:44.0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0 293 2759 0 0,'0'0'9472'0'0,"15"8"-6728"0"0,-11-2-2531 0 0,0 0 0 0 0,0 0 1 0 0,-1 0-1 0 0,0 0 0 0 0,0 1 0 0 0,3 8 0 0 0,10 48 538 0 0,-8-30-186 0 0,-4-17-339 0 0,-1-3 44 0 0,0 0 0 0 0,1 0 0 0 0,1-1 0 0 0,12 26 1680 0 0,-14-39-1736 0 0,0 0-156 0 0,1-1 0 0 0,-1 0 0 0 0,0 0 1 0 0,0 0-1 0 0,0 0 0 0 0,0 0 0 0 0,0-1 1 0 0,0 1-1 0 0,-1-1 0 0 0,1 0 0 0 0,3-4 1 0 0,4-7 163 0 0,10-21 0 0 0,-3 6-44 0 0,0 1-84 0 0,1 2 1 0 0,1 0 0 0 0,44-45-1 0 0,-2 19 14 0 0,70-45 0 0 0,-118 88-82 0 0,41-35 84 0 0,-14 9 14 0 0,-20 15-49 0 0,-11 13-64 0 0,-6 4 31 0 0,5-4-31 0 0,2-1-11 0 0,-2 1-19 0 0,-6 6-75 0 0,0 0-25 0 0,0 1-17 0 0,0-1 1 0 0,0 1-1 0 0,-1 0 0 0 0,1 0 0 0 0,0 0 1 0 0,0 0-1 0 0,0 0 0 0 0,0 0 0 0 0,0 1 1 0 0,2 0-1 0 0,7 3-1267 0 0</inkml:trace>
</inkml:ink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64E12-240F-4C2D-93FD-E1B7C4091AE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1CA9D5A7-7780-4C50-94E0-9F1E85F18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745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64E12-240F-4C2D-93FD-E1B7C4091AE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D5A7-7780-4C50-94E0-9F1E85F18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46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7D64E12-240F-4C2D-93FD-E1B7C4091AE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1CA9D5A7-7780-4C50-94E0-9F1E85F18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407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64E12-240F-4C2D-93FD-E1B7C4091AE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D5A7-7780-4C50-94E0-9F1E85F18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150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64E12-240F-4C2D-93FD-E1B7C4091AE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D5A7-7780-4C50-94E0-9F1E85F18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08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64E12-240F-4C2D-93FD-E1B7C4091AE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D5A7-7780-4C50-94E0-9F1E85F18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26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64E12-240F-4C2D-93FD-E1B7C4091AE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D5A7-7780-4C50-94E0-9F1E85F18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11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64E12-240F-4C2D-93FD-E1B7C4091AE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D5A7-7780-4C50-94E0-9F1E85F18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341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64E12-240F-4C2D-93FD-E1B7C4091AEB}" type="datetimeFigureOut">
              <a:rPr lang="en-US" smtClean="0"/>
              <a:t>11/20/2025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D5A7-7780-4C50-94E0-9F1E85F18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98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64E12-240F-4C2D-93FD-E1B7C4091AE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D5A7-7780-4C50-94E0-9F1E85F18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67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64E12-240F-4C2D-93FD-E1B7C4091AE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D5A7-7780-4C50-94E0-9F1E85F18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004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C7D64E12-240F-4C2D-93FD-E1B7C4091AEB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1CA9D5A7-7780-4C50-94E0-9F1E85F18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608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customXml" Target="../ink/ink1.xml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customXml" Target="../ink/ink6.xml"/><Relationship Id="rId4" Type="http://schemas.openxmlformats.org/officeDocument/2006/relationships/image" Target="../media/image14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customXml" Target="../ink/ink8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3" Type="http://schemas.openxmlformats.org/officeDocument/2006/relationships/image" Target="../media/image27.png"/><Relationship Id="rId7" Type="http://schemas.openxmlformats.org/officeDocument/2006/relationships/customXml" Target="../ink/ink10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5" Type="http://schemas.openxmlformats.org/officeDocument/2006/relationships/customXml" Target="../ink/ink9.xml"/><Relationship Id="rId10" Type="http://schemas.openxmlformats.org/officeDocument/2006/relationships/image" Target="../media/image230.png"/><Relationship Id="rId4" Type="http://schemas.openxmlformats.org/officeDocument/2006/relationships/image" Target="../media/image29.png"/><Relationship Id="rId9" Type="http://schemas.openxmlformats.org/officeDocument/2006/relationships/customXml" Target="../ink/ink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0.png"/><Relationship Id="rId5" Type="http://schemas.openxmlformats.org/officeDocument/2006/relationships/customXml" Target="../ink/ink12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13" Type="http://schemas.openxmlformats.org/officeDocument/2006/relationships/image" Target="../media/image400.png"/><Relationship Id="rId3" Type="http://schemas.openxmlformats.org/officeDocument/2006/relationships/image" Target="../media/image39.png"/><Relationship Id="rId7" Type="http://schemas.openxmlformats.org/officeDocument/2006/relationships/image" Target="../media/image370.png"/><Relationship Id="rId12" Type="http://schemas.openxmlformats.org/officeDocument/2006/relationships/customXml" Target="../ink/ink16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.xml"/><Relationship Id="rId11" Type="http://schemas.openxmlformats.org/officeDocument/2006/relationships/image" Target="../media/image390.png"/><Relationship Id="rId5" Type="http://schemas.openxmlformats.org/officeDocument/2006/relationships/image" Target="../media/image41.png"/><Relationship Id="rId10" Type="http://schemas.openxmlformats.org/officeDocument/2006/relationships/customXml" Target="../ink/ink15.xml"/><Relationship Id="rId4" Type="http://schemas.openxmlformats.org/officeDocument/2006/relationships/image" Target="../media/image40.png"/><Relationship Id="rId9" Type="http://schemas.openxmlformats.org/officeDocument/2006/relationships/image" Target="../media/image38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A23F9-BCDE-F287-E113-7B550AB76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12196"/>
            <a:ext cx="10058400" cy="573604"/>
          </a:xfrm>
        </p:spPr>
        <p:txBody>
          <a:bodyPr>
            <a:normAutofit fontScale="90000"/>
          </a:bodyPr>
          <a:lstStyle/>
          <a:p>
            <a:r>
              <a:rPr lang="en-US" dirty="0"/>
              <a:t>Syllabus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87DCF68-696B-219D-79FE-52456F352C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54"/>
          <a:stretch>
            <a:fillRect/>
          </a:stretch>
        </p:blipFill>
        <p:spPr>
          <a:xfrm>
            <a:off x="1357576" y="1246890"/>
            <a:ext cx="5099322" cy="4583629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7BD147D-B953-9192-71F0-E03E74CD08C4}"/>
                  </a:ext>
                </a:extLst>
              </p14:cNvPr>
              <p14:cNvContentPartPr/>
              <p14:nvPr/>
            </p14:nvContentPartPr>
            <p14:xfrm>
              <a:off x="2762106" y="1142223"/>
              <a:ext cx="29880" cy="20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7BD147D-B953-9192-71F0-E03E74CD08C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53466" y="1133583"/>
                <a:ext cx="47520" cy="3816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6C2C9418-82D9-0585-FF1A-241EA4FA37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51" y="785763"/>
            <a:ext cx="889757" cy="5901137"/>
          </a:xfrm>
          <a:prstGeom prst="rect">
            <a:avLst/>
          </a:prstGeom>
        </p:spPr>
      </p:pic>
      <p:pic>
        <p:nvPicPr>
          <p:cNvPr id="10" name="Picture 9" descr="A close-up of a white board&#10;&#10;AI-generated content may be incorrect.">
            <a:extLst>
              <a:ext uri="{FF2B5EF4-FFF2-40B4-BE49-F238E27FC236}">
                <a16:creationId xmlns:a16="http://schemas.microsoft.com/office/drawing/2014/main" id="{3F7455DA-15CF-17C9-0820-71EA134D25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1063" y="1380098"/>
            <a:ext cx="4366996" cy="8759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C33BB3-081F-662D-8E56-94DB4EC32B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37"/>
          <a:stretch>
            <a:fillRect/>
          </a:stretch>
        </p:blipFill>
        <p:spPr>
          <a:xfrm>
            <a:off x="6796047" y="785763"/>
            <a:ext cx="827694" cy="58048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B59816A-7586-C5F0-5B5C-2269E6EC6AF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9457" y="2305983"/>
            <a:ext cx="4560527" cy="4284597"/>
          </a:xfrm>
          <a:prstGeom prst="rect">
            <a:avLst/>
          </a:prstGeom>
        </p:spPr>
      </p:pic>
      <p:pic>
        <p:nvPicPr>
          <p:cNvPr id="15" name="Picture 14" descr="A close-up of a text&#10;&#10;AI-generated content may be incorrect.">
            <a:extLst>
              <a:ext uri="{FF2B5EF4-FFF2-40B4-BE49-F238E27FC236}">
                <a16:creationId xmlns:a16="http://schemas.microsoft.com/office/drawing/2014/main" id="{C8324F2C-5478-16EA-5DA6-21F5119A5A2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576" y="5914666"/>
            <a:ext cx="2645081" cy="675915"/>
          </a:xfrm>
          <a:prstGeom prst="rect">
            <a:avLst/>
          </a:prstGeom>
        </p:spPr>
      </p:pic>
      <p:pic>
        <p:nvPicPr>
          <p:cNvPr id="17" name="Picture 16" descr="A yellow sign with black text&#10;&#10;AI-generated content may be incorrect.">
            <a:extLst>
              <a:ext uri="{FF2B5EF4-FFF2-40B4-BE49-F238E27FC236}">
                <a16:creationId xmlns:a16="http://schemas.microsoft.com/office/drawing/2014/main" id="{A7F2FC5D-EA99-0EA1-2A3E-07E837E61C2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753" y="785763"/>
            <a:ext cx="2681696" cy="54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496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96DD1-AA82-7B39-6185-D2FC89C72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 allocation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D0CD8-DE12-A66C-CBDF-D1867A60E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7" y="2121408"/>
            <a:ext cx="11030525" cy="4050792"/>
          </a:xfrm>
        </p:spPr>
        <p:txBody>
          <a:bodyPr>
            <a:normAutofit/>
          </a:bodyPr>
          <a:lstStyle/>
          <a:p>
            <a:r>
              <a:rPr lang="en-US" sz="2500" dirty="0"/>
              <a:t>Participation : 10%</a:t>
            </a:r>
          </a:p>
          <a:p>
            <a:r>
              <a:rPr lang="en-US" sz="2500" dirty="0"/>
              <a:t>Midcourse test : 30%</a:t>
            </a:r>
          </a:p>
          <a:p>
            <a:r>
              <a:rPr lang="en-US" sz="2500" dirty="0"/>
              <a:t>Final test: 60%</a:t>
            </a:r>
          </a:p>
          <a:p>
            <a:pPr lvl="1"/>
            <a:endParaRPr lang="en-US" sz="2500" dirty="0"/>
          </a:p>
        </p:txBody>
      </p:sp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1A1EE0B6-5CF5-D07F-E4FF-2651871A6D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7213" y="3216612"/>
            <a:ext cx="8199987" cy="348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457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DA6F6-2032-6C72-30D8-99197FEF24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1</a:t>
            </a:r>
            <a:br>
              <a:rPr lang="en-US" dirty="0"/>
            </a:br>
            <a:r>
              <a:rPr lang="en-US" dirty="0"/>
              <a:t>happiness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9146F-280E-02AB-5395-359E2EEC2D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close up of text&#10;&#10;AI-generated content may be incorrect.">
            <a:extLst>
              <a:ext uri="{FF2B5EF4-FFF2-40B4-BE49-F238E27FC236}">
                <a16:creationId xmlns:a16="http://schemas.microsoft.com/office/drawing/2014/main" id="{BB2608A7-1B2B-AACF-2BE5-F164DCFB4A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435" y="4542570"/>
            <a:ext cx="7578285" cy="183279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905A338-5DA6-485D-7622-47C2B02CD053}"/>
                  </a:ext>
                </a:extLst>
              </p14:cNvPr>
              <p14:cNvContentPartPr/>
              <p14:nvPr/>
            </p14:nvContentPartPr>
            <p14:xfrm>
              <a:off x="45186" y="2144463"/>
              <a:ext cx="15840" cy="8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905A338-5DA6-485D-7622-47C2B02CD05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186" y="2135463"/>
                <a:ext cx="33480" cy="2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0924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9E16D-E786-B09F-7F90-D63BBC496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913" y="224394"/>
            <a:ext cx="10895335" cy="61147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Lead – in </a:t>
            </a:r>
          </a:p>
        </p:txBody>
      </p:sp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1F800D-175D-B4C8-A4DC-A91510C51A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434" y="150063"/>
            <a:ext cx="5562118" cy="6557874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477AB80-FEA6-8579-DD0A-114D2EBDF5E5}"/>
                  </a:ext>
                </a:extLst>
              </p14:cNvPr>
              <p14:cNvContentPartPr/>
              <p14:nvPr/>
            </p14:nvContentPartPr>
            <p14:xfrm>
              <a:off x="9376026" y="4164783"/>
              <a:ext cx="30960" cy="19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477AB80-FEA6-8579-DD0A-114D2EBDF5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67026" y="4156143"/>
                <a:ext cx="48600" cy="3708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E7AE831-F7DC-177E-2C12-A7C84E4AC503}"/>
              </a:ext>
            </a:extLst>
          </p:cNvPr>
          <p:cNvSpPr txBox="1"/>
          <p:nvPr/>
        </p:nvSpPr>
        <p:spPr>
          <a:xfrm>
            <a:off x="7687441" y="910995"/>
            <a:ext cx="3954919" cy="3781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Measure</a:t>
            </a:r>
            <a:r>
              <a:rPr lang="en-US" dirty="0">
                <a:solidFill>
                  <a:srgbClr val="0070C0"/>
                </a:solidFill>
              </a:rPr>
              <a:t> happiness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Database </a:t>
            </a:r>
            <a:r>
              <a:rPr lang="en-US" dirty="0"/>
              <a:t>/ˈ</a:t>
            </a:r>
            <a:r>
              <a:rPr lang="en-US" dirty="0" err="1"/>
              <a:t>deɪ.tə.beɪs</a:t>
            </a:r>
            <a:r>
              <a:rPr lang="en-US" dirty="0"/>
              <a:t>/: an organized set of data that is stored in a computer and can be looked at and used in various ways</a:t>
            </a:r>
            <a:endParaRPr lang="en-US" dirty="0">
              <a:solidFill>
                <a:srgbClr val="0070C0"/>
              </a:solidFill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Scientific report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Rate </a:t>
            </a:r>
            <a:r>
              <a:rPr lang="en-US" dirty="0" err="1">
                <a:solidFill>
                  <a:srgbClr val="0070C0"/>
                </a:solidFill>
              </a:rPr>
              <a:t>sth</a:t>
            </a:r>
            <a:r>
              <a:rPr lang="en-US" dirty="0">
                <a:solidFill>
                  <a:srgbClr val="0070C0"/>
                </a:solidFill>
              </a:rPr>
              <a:t> on a scale from … to….</a:t>
            </a:r>
          </a:p>
          <a:p>
            <a:pPr algn="l">
              <a:lnSpc>
                <a:spcPct val="150000"/>
              </a:lnSpc>
            </a:pP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FE3DC4-300D-0E78-FEA0-82D2C212F1F4}"/>
              </a:ext>
            </a:extLst>
          </p:cNvPr>
          <p:cNvCxnSpPr/>
          <p:nvPr/>
        </p:nvCxnSpPr>
        <p:spPr>
          <a:xfrm>
            <a:off x="4824442" y="1985875"/>
            <a:ext cx="106586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883C055-E6B5-9D34-55C3-15DC4D4810C7}"/>
              </a:ext>
            </a:extLst>
          </p:cNvPr>
          <p:cNvCxnSpPr/>
          <p:nvPr/>
        </p:nvCxnSpPr>
        <p:spPr>
          <a:xfrm>
            <a:off x="4515902" y="2681492"/>
            <a:ext cx="128464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A1BE37D-1253-CD65-143E-9A5F9D71D041}"/>
              </a:ext>
            </a:extLst>
          </p:cNvPr>
          <p:cNvCxnSpPr/>
          <p:nvPr/>
        </p:nvCxnSpPr>
        <p:spPr>
          <a:xfrm>
            <a:off x="4947858" y="2883445"/>
            <a:ext cx="212051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BAB5B08-0691-7063-503E-185D34F88108}"/>
              </a:ext>
            </a:extLst>
          </p:cNvPr>
          <p:cNvCxnSpPr/>
          <p:nvPr/>
        </p:nvCxnSpPr>
        <p:spPr>
          <a:xfrm>
            <a:off x="4919809" y="3556623"/>
            <a:ext cx="117619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79C1A59-5E92-A187-5399-7CFCECF86684}"/>
              </a:ext>
            </a:extLst>
          </p:cNvPr>
          <p:cNvCxnSpPr>
            <a:cxnSpLocks/>
          </p:cNvCxnSpPr>
          <p:nvPr/>
        </p:nvCxnSpPr>
        <p:spPr>
          <a:xfrm flipV="1">
            <a:off x="5093713" y="3769796"/>
            <a:ext cx="1256599" cy="1121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7878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99176-B98F-933E-3831-1EB12DF20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79515"/>
            <a:ext cx="10058400" cy="506286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Reading skill 1 – inferring meaning from context (p. 7)</a:t>
            </a:r>
          </a:p>
        </p:txBody>
      </p:sp>
      <p:pic>
        <p:nvPicPr>
          <p:cNvPr id="5" name="Content Placeholder 4" descr="A close up of a paper&#10;&#10;AI-generated content may be incorrect.">
            <a:extLst>
              <a:ext uri="{FF2B5EF4-FFF2-40B4-BE49-F238E27FC236}">
                <a16:creationId xmlns:a16="http://schemas.microsoft.com/office/drawing/2014/main" id="{ED71CA4C-7B22-CE5B-08FE-E2D5405E9A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86" y="817237"/>
            <a:ext cx="5548108" cy="4613065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A48A2B-952D-A454-5448-B95C79AB5822}"/>
              </a:ext>
            </a:extLst>
          </p:cNvPr>
          <p:cNvCxnSpPr>
            <a:cxnSpLocks/>
          </p:cNvCxnSpPr>
          <p:nvPr/>
        </p:nvCxnSpPr>
        <p:spPr>
          <a:xfrm>
            <a:off x="5116153" y="4852491"/>
            <a:ext cx="50207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1B19ACF-D89E-F67B-D8B3-87A6CC8FADC1}"/>
              </a:ext>
            </a:extLst>
          </p:cNvPr>
          <p:cNvCxnSpPr>
            <a:cxnSpLocks/>
          </p:cNvCxnSpPr>
          <p:nvPr/>
        </p:nvCxnSpPr>
        <p:spPr>
          <a:xfrm>
            <a:off x="231180" y="5430302"/>
            <a:ext cx="115444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2A1746-9205-3FD7-3F98-9DB17B94F2D4}"/>
              </a:ext>
            </a:extLst>
          </p:cNvPr>
          <p:cNvCxnSpPr>
            <a:cxnSpLocks/>
          </p:cNvCxnSpPr>
          <p:nvPr/>
        </p:nvCxnSpPr>
        <p:spPr>
          <a:xfrm>
            <a:off x="1385625" y="3400951"/>
            <a:ext cx="798221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3BE4B62-2FD5-4F07-49B8-F3819FC8F8C1}"/>
              </a:ext>
            </a:extLst>
          </p:cNvPr>
          <p:cNvCxnSpPr>
            <a:cxnSpLocks/>
          </p:cNvCxnSpPr>
          <p:nvPr/>
        </p:nvCxnSpPr>
        <p:spPr>
          <a:xfrm>
            <a:off x="452768" y="4095166"/>
            <a:ext cx="95366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57D917-B6D2-4FB6-EFF0-5D58F15092A4}"/>
              </a:ext>
            </a:extLst>
          </p:cNvPr>
          <p:cNvCxnSpPr>
            <a:cxnSpLocks/>
          </p:cNvCxnSpPr>
          <p:nvPr/>
        </p:nvCxnSpPr>
        <p:spPr>
          <a:xfrm>
            <a:off x="2247909" y="3400951"/>
            <a:ext cx="87675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Content Placeholder 4" descr="A person lying on a chair looking at her phone&#10;&#10;AI-generated content may be incorrect.">
            <a:extLst>
              <a:ext uri="{FF2B5EF4-FFF2-40B4-BE49-F238E27FC236}">
                <a16:creationId xmlns:a16="http://schemas.microsoft.com/office/drawing/2014/main" id="{7186AA5A-1A0E-509B-3694-F178726B21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982" y="817237"/>
            <a:ext cx="6201546" cy="589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12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4B012-F412-FBAD-854D-2301CB385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23416"/>
            <a:ext cx="10058400" cy="628299"/>
          </a:xfrm>
        </p:spPr>
        <p:txBody>
          <a:bodyPr>
            <a:normAutofit fontScale="90000"/>
          </a:bodyPr>
          <a:lstStyle/>
          <a:p>
            <a:r>
              <a:rPr lang="en-US" dirty="0"/>
              <a:t>Practice 1 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7CE406-9468-0151-47F7-C4CD4800A1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34" y="1016891"/>
            <a:ext cx="5512578" cy="5479276"/>
          </a:xfrm>
        </p:spPr>
      </p:pic>
      <p:pic>
        <p:nvPicPr>
          <p:cNvPr id="7" name="Picture 6" descr="A close-up of a text&#10;&#10;AI-generated content may be incorrect.">
            <a:extLst>
              <a:ext uri="{FF2B5EF4-FFF2-40B4-BE49-F238E27FC236}">
                <a16:creationId xmlns:a16="http://schemas.microsoft.com/office/drawing/2014/main" id="{9D93FFF6-4A74-5E3F-4645-F84F97479E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477" y="70755"/>
            <a:ext cx="6182601" cy="58980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7BFCC2-02C5-2F61-D5A0-AF09F037F2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146" y="5942430"/>
            <a:ext cx="6035565" cy="79215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3788FA-53C6-AAD3-21CF-3854DC16451C}"/>
              </a:ext>
            </a:extLst>
          </p:cNvPr>
          <p:cNvCxnSpPr>
            <a:cxnSpLocks/>
          </p:cNvCxnSpPr>
          <p:nvPr/>
        </p:nvCxnSpPr>
        <p:spPr>
          <a:xfrm>
            <a:off x="7988378" y="1093914"/>
            <a:ext cx="31415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2665300-CD00-AC04-9897-DF2D1D25747A}"/>
              </a:ext>
            </a:extLst>
          </p:cNvPr>
          <p:cNvCxnSpPr/>
          <p:nvPr/>
        </p:nvCxnSpPr>
        <p:spPr>
          <a:xfrm>
            <a:off x="10793286" y="3429000"/>
            <a:ext cx="63951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39E1227-A4EC-404B-4D7E-11A92ACE3145}"/>
              </a:ext>
            </a:extLst>
          </p:cNvPr>
          <p:cNvCxnSpPr/>
          <p:nvPr/>
        </p:nvCxnSpPr>
        <p:spPr>
          <a:xfrm>
            <a:off x="6282994" y="3865163"/>
            <a:ext cx="1105134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46EDEFC-6E01-438E-7356-C54FEDE5D13C}"/>
              </a:ext>
            </a:extLst>
          </p:cNvPr>
          <p:cNvCxnSpPr>
            <a:cxnSpLocks/>
          </p:cNvCxnSpPr>
          <p:nvPr/>
        </p:nvCxnSpPr>
        <p:spPr>
          <a:xfrm>
            <a:off x="6961782" y="6580314"/>
            <a:ext cx="129586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78BD5F-C47B-D795-6546-74112723C5BE}"/>
              </a:ext>
            </a:extLst>
          </p:cNvPr>
          <p:cNvCxnSpPr>
            <a:cxnSpLocks/>
          </p:cNvCxnSpPr>
          <p:nvPr/>
        </p:nvCxnSpPr>
        <p:spPr>
          <a:xfrm flipV="1">
            <a:off x="7388128" y="6170798"/>
            <a:ext cx="3343450" cy="5048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005FA8A-1577-B918-C54B-BBACF2426470}"/>
              </a:ext>
            </a:extLst>
          </p:cNvPr>
          <p:cNvCxnSpPr>
            <a:cxnSpLocks/>
          </p:cNvCxnSpPr>
          <p:nvPr/>
        </p:nvCxnSpPr>
        <p:spPr>
          <a:xfrm>
            <a:off x="9934984" y="6496167"/>
            <a:ext cx="164367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376CF75-E6C5-25FB-2D4A-3B8DE3E03B42}"/>
              </a:ext>
            </a:extLst>
          </p:cNvPr>
          <p:cNvCxnSpPr/>
          <p:nvPr/>
        </p:nvCxnSpPr>
        <p:spPr>
          <a:xfrm flipV="1">
            <a:off x="6524216" y="4650537"/>
            <a:ext cx="4959077" cy="61708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1CF7C74-9F0D-D7F5-33D3-FA522885BEF6}"/>
              </a:ext>
            </a:extLst>
          </p:cNvPr>
          <p:cNvCxnSpPr/>
          <p:nvPr/>
        </p:nvCxnSpPr>
        <p:spPr>
          <a:xfrm>
            <a:off x="6226896" y="5116152"/>
            <a:ext cx="65073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318D112-43BB-42F4-90A5-B6A1035EC114}"/>
              </a:ext>
            </a:extLst>
          </p:cNvPr>
          <p:cNvCxnSpPr/>
          <p:nvPr/>
        </p:nvCxnSpPr>
        <p:spPr>
          <a:xfrm>
            <a:off x="8448383" y="1093914"/>
            <a:ext cx="1884898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A603B5B-87E9-6826-74CB-4D30B38A0CCE}"/>
              </a:ext>
            </a:extLst>
          </p:cNvPr>
          <p:cNvSpPr txBox="1"/>
          <p:nvPr/>
        </p:nvSpPr>
        <p:spPr>
          <a:xfrm>
            <a:off x="762935" y="4650537"/>
            <a:ext cx="1318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strict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88A299-92D6-8E2D-B1B6-14822F24B194}"/>
              </a:ext>
            </a:extLst>
          </p:cNvPr>
          <p:cNvSpPr txBox="1"/>
          <p:nvPr/>
        </p:nvSpPr>
        <p:spPr>
          <a:xfrm>
            <a:off x="726472" y="4067117"/>
            <a:ext cx="1385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Look after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F5AA07-5FC1-BDE2-425F-B14421034538}"/>
              </a:ext>
            </a:extLst>
          </p:cNvPr>
          <p:cNvSpPr txBox="1"/>
          <p:nvPr/>
        </p:nvSpPr>
        <p:spPr>
          <a:xfrm>
            <a:off x="762935" y="5301276"/>
            <a:ext cx="1189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decent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2905502-8BFB-E2B2-1F86-AB3E7F3323BE}"/>
              </a:ext>
            </a:extLst>
          </p:cNvPr>
          <p:cNvSpPr txBox="1"/>
          <p:nvPr/>
        </p:nvSpPr>
        <p:spPr>
          <a:xfrm>
            <a:off x="824643" y="5881290"/>
            <a:ext cx="11892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Happy medium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8E2526-BA6E-E2F3-12C7-BE09ECFE06D8}"/>
              </a:ext>
            </a:extLst>
          </p:cNvPr>
          <p:cNvSpPr txBox="1"/>
          <p:nvPr/>
        </p:nvSpPr>
        <p:spPr>
          <a:xfrm>
            <a:off x="2081242" y="1885814"/>
            <a:ext cx="1800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(Page 7)</a:t>
            </a:r>
          </a:p>
        </p:txBody>
      </p:sp>
    </p:spTree>
    <p:extLst>
      <p:ext uri="{BB962C8B-B14F-4D97-AF65-F5344CB8AC3E}">
        <p14:creationId xmlns:p14="http://schemas.microsoft.com/office/powerpoint/2010/main" val="2852204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4C0E6-4399-CC78-7F6E-6AE707732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68295"/>
            <a:ext cx="10058400" cy="431956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Reading skill 2 – identifying the main idea (p. 8)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579B78C-AD4D-8265-6C0C-4446250E4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517" y="863911"/>
            <a:ext cx="11309389" cy="592957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The main idea of a paragraph </a:t>
            </a:r>
            <a:r>
              <a:rPr lang="en-US" b="1" dirty="0"/>
              <a:t>is the </a:t>
            </a:r>
            <a:r>
              <a:rPr lang="en-US" b="1" dirty="0">
                <a:solidFill>
                  <a:srgbClr val="0070C0"/>
                </a:solidFill>
              </a:rPr>
              <a:t>most important idea, or the idea that the paragraph is about</a:t>
            </a:r>
            <a:r>
              <a:rPr lang="en-US" b="1" dirty="0"/>
              <a:t>. A good paragraph has </a:t>
            </a:r>
            <a:r>
              <a:rPr lang="en-US" b="1" dirty="0">
                <a:solidFill>
                  <a:srgbClr val="0070C0"/>
                </a:solidFill>
              </a:rPr>
              <a:t>one main idea and one or more supporting ideas</a:t>
            </a:r>
            <a:r>
              <a:rPr lang="en-US" b="1" dirty="0"/>
              <a:t>. Read the paragraph below and think about its main idea.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i="1" dirty="0"/>
              <a:t>Researchers have found that </a:t>
            </a:r>
            <a:r>
              <a:rPr lang="en-US" i="1" dirty="0">
                <a:highlight>
                  <a:srgbClr val="FFFF00"/>
                </a:highlight>
              </a:rPr>
              <a:t>the sunny weather </a:t>
            </a:r>
            <a:r>
              <a:rPr lang="en-US" i="1" dirty="0"/>
              <a:t>in </a:t>
            </a:r>
            <a:r>
              <a:rPr lang="en-US" i="1" dirty="0">
                <a:solidFill>
                  <a:srgbClr val="7030A0"/>
                </a:solidFill>
              </a:rPr>
              <a:t>Mexico</a:t>
            </a:r>
            <a:r>
              <a:rPr lang="en-US" i="1" dirty="0"/>
              <a:t> is one of the </a:t>
            </a:r>
            <a:r>
              <a:rPr lang="en-US" i="1" dirty="0">
                <a:highlight>
                  <a:srgbClr val="00FF00"/>
                </a:highlight>
              </a:rPr>
              <a:t>reasons that people there are happy. </a:t>
            </a:r>
            <a:r>
              <a:rPr lang="en-US" i="1" dirty="0">
                <a:solidFill>
                  <a:srgbClr val="7030A0"/>
                </a:solidFill>
              </a:rPr>
              <a:t>Mexico</a:t>
            </a:r>
            <a:r>
              <a:rPr lang="en-US" i="1" dirty="0"/>
              <a:t> has </a:t>
            </a:r>
            <a:r>
              <a:rPr lang="en-US" i="1" dirty="0">
                <a:highlight>
                  <a:srgbClr val="FFFF00"/>
                </a:highlight>
              </a:rPr>
              <a:t>many hours of sunlight</a:t>
            </a:r>
            <a:r>
              <a:rPr lang="en-US" i="1" dirty="0"/>
              <a:t>, </a:t>
            </a:r>
            <a:r>
              <a:rPr lang="en-US" i="1" dirty="0">
                <a:solidFill>
                  <a:srgbClr val="FF0000"/>
                </a:solidFill>
              </a:rPr>
              <a:t>so </a:t>
            </a:r>
            <a:r>
              <a:rPr lang="en-US" i="1" dirty="0"/>
              <a:t>people </a:t>
            </a:r>
            <a:r>
              <a:rPr lang="en-US" i="1" dirty="0">
                <a:solidFill>
                  <a:srgbClr val="7030A0"/>
                </a:solidFill>
              </a:rPr>
              <a:t>in Mexico </a:t>
            </a:r>
            <a:r>
              <a:rPr lang="en-US" i="1" dirty="0"/>
              <a:t>get </a:t>
            </a:r>
            <a:r>
              <a:rPr lang="en-US" i="1" dirty="0">
                <a:solidFill>
                  <a:srgbClr val="0070C0"/>
                </a:solidFill>
              </a:rPr>
              <a:t>a lot of vitamin D</a:t>
            </a:r>
            <a:r>
              <a:rPr lang="en-US" i="1" dirty="0"/>
              <a:t>. </a:t>
            </a:r>
            <a:r>
              <a:rPr lang="en-US" i="1" dirty="0">
                <a:solidFill>
                  <a:srgbClr val="0070C0"/>
                </a:solidFill>
              </a:rPr>
              <a:t>Vitamin D</a:t>
            </a:r>
            <a:r>
              <a:rPr lang="en-US" i="1" dirty="0"/>
              <a:t> is important for </a:t>
            </a:r>
            <a:r>
              <a:rPr lang="en-US" i="1" dirty="0">
                <a:solidFill>
                  <a:srgbClr val="0070C0"/>
                </a:solidFill>
              </a:rPr>
              <a:t>overall health and </a:t>
            </a:r>
            <a:r>
              <a:rPr lang="en-US" i="1" dirty="0">
                <a:highlight>
                  <a:srgbClr val="00FF00"/>
                </a:highlight>
              </a:rPr>
              <a:t>well-being</a:t>
            </a:r>
            <a:r>
              <a:rPr lang="en-US" i="1" dirty="0"/>
              <a:t>. Also, studies show that when people </a:t>
            </a:r>
            <a:r>
              <a:rPr lang="en-US" i="1" dirty="0">
                <a:solidFill>
                  <a:srgbClr val="0070C0"/>
                </a:solidFill>
              </a:rPr>
              <a:t>tan</a:t>
            </a:r>
            <a:r>
              <a:rPr lang="en-US" i="1" dirty="0"/>
              <a:t>, they make </a:t>
            </a:r>
            <a:r>
              <a:rPr lang="en-US" i="1" dirty="0">
                <a:highlight>
                  <a:srgbClr val="00FF00"/>
                </a:highlight>
              </a:rPr>
              <a:t>more endorphins, chemicals in our bodies that make us feel happy.</a:t>
            </a:r>
            <a:endParaRPr lang="en-US" dirty="0">
              <a:highlight>
                <a:srgbClr val="00FF00"/>
              </a:highlight>
            </a:endParaRPr>
          </a:p>
          <a:p>
            <a:pPr>
              <a:lnSpc>
                <a:spcPct val="150000"/>
              </a:lnSpc>
            </a:pPr>
            <a:r>
              <a:rPr lang="en-US" b="1" dirty="0"/>
              <a:t>Which of these statements is the main idea of the paragraph?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a. </a:t>
            </a:r>
            <a:r>
              <a:rPr lang="en-US" i="1" dirty="0"/>
              <a:t>People in </a:t>
            </a:r>
            <a:r>
              <a:rPr lang="en-US" i="1" dirty="0">
                <a:solidFill>
                  <a:srgbClr val="FF0000"/>
                </a:solidFill>
              </a:rPr>
              <a:t>Mexico</a:t>
            </a:r>
            <a:r>
              <a:rPr lang="en-US" i="1" dirty="0"/>
              <a:t> are </a:t>
            </a:r>
            <a:r>
              <a:rPr lang="en-US" i="1" dirty="0">
                <a:solidFill>
                  <a:srgbClr val="FF0000"/>
                </a:solidFill>
              </a:rPr>
              <a:t>happy</a:t>
            </a:r>
            <a:r>
              <a:rPr lang="en-US" i="1" dirty="0"/>
              <a:t> because they get a lot of </a:t>
            </a:r>
            <a:r>
              <a:rPr lang="en-US" i="1" dirty="0">
                <a:solidFill>
                  <a:srgbClr val="FF0000"/>
                </a:solidFill>
              </a:rPr>
              <a:t>vitamin D.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b. </a:t>
            </a:r>
            <a:r>
              <a:rPr lang="en-US" i="1" dirty="0">
                <a:solidFill>
                  <a:srgbClr val="FF0000"/>
                </a:solidFill>
              </a:rPr>
              <a:t>Tanning</a:t>
            </a:r>
            <a:r>
              <a:rPr lang="en-US" i="1" dirty="0"/>
              <a:t> helps us create more </a:t>
            </a:r>
            <a:r>
              <a:rPr lang="en-US" i="1" dirty="0">
                <a:solidFill>
                  <a:srgbClr val="FF0000"/>
                </a:solidFill>
              </a:rPr>
              <a:t>endorphins</a:t>
            </a:r>
            <a:r>
              <a:rPr lang="en-US" i="1" dirty="0"/>
              <a:t>, which make us feel </a:t>
            </a:r>
            <a:r>
              <a:rPr lang="en-US" i="1" dirty="0">
                <a:solidFill>
                  <a:srgbClr val="FF0000"/>
                </a:solidFill>
              </a:rPr>
              <a:t>happy</a:t>
            </a:r>
            <a:r>
              <a:rPr lang="en-US" i="1" dirty="0"/>
              <a:t>.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c. </a:t>
            </a:r>
            <a:r>
              <a:rPr lang="en-US" i="1" dirty="0">
                <a:solidFill>
                  <a:srgbClr val="FF0000"/>
                </a:solidFill>
              </a:rPr>
              <a:t>Mexico </a:t>
            </a:r>
            <a:r>
              <a:rPr lang="en-US" i="1" dirty="0"/>
              <a:t>gets a lot of </a:t>
            </a:r>
            <a:r>
              <a:rPr lang="en-US" i="1" dirty="0">
                <a:solidFill>
                  <a:srgbClr val="FF0000"/>
                </a:solidFill>
              </a:rPr>
              <a:t>sun</a:t>
            </a:r>
            <a:r>
              <a:rPr lang="en-US" i="1" dirty="0"/>
              <a:t>, which may make people there </a:t>
            </a:r>
            <a:r>
              <a:rPr lang="en-US" i="1" dirty="0">
                <a:solidFill>
                  <a:srgbClr val="FF0000"/>
                </a:solidFill>
              </a:rPr>
              <a:t>happier</a:t>
            </a:r>
            <a:r>
              <a:rPr lang="en-US" i="1" dirty="0"/>
              <a:t>.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The last sentence is the main idea. The other two sentences are supporting ideas that explain the main idea.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0A81DC7-9304-E258-9018-07F0601E568A}"/>
                  </a:ext>
                </a:extLst>
              </p14:cNvPr>
              <p14:cNvContentPartPr/>
              <p14:nvPr/>
            </p14:nvContentPartPr>
            <p14:xfrm>
              <a:off x="431826" y="5467353"/>
              <a:ext cx="292320" cy="3204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0A81DC7-9304-E258-9018-07F0601E568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3186" y="5458713"/>
                <a:ext cx="309960" cy="33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9217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98CE2-E279-FD22-5E9F-11108A524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224393"/>
            <a:ext cx="10058400" cy="381467"/>
          </a:xfrm>
        </p:spPr>
        <p:txBody>
          <a:bodyPr>
            <a:normAutofit fontScale="90000"/>
          </a:bodyPr>
          <a:lstStyle/>
          <a:p>
            <a:r>
              <a:rPr lang="en-US" dirty="0"/>
              <a:t>Practice 2</a:t>
            </a:r>
          </a:p>
        </p:txBody>
      </p:sp>
      <p:pic>
        <p:nvPicPr>
          <p:cNvPr id="5" name="Content Placeholder 4" descr="A close-up of a paper&#10;&#10;AI-generated content may be incorrect.">
            <a:extLst>
              <a:ext uri="{FF2B5EF4-FFF2-40B4-BE49-F238E27FC236}">
                <a16:creationId xmlns:a16="http://schemas.microsoft.com/office/drawing/2014/main" id="{7BC4D465-4D93-1149-423E-2604C721BC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612" y="879481"/>
            <a:ext cx="9777909" cy="575412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72AFED-A062-B22A-31CD-8A2EEE065D10}"/>
              </a:ext>
            </a:extLst>
          </p:cNvPr>
          <p:cNvSpPr txBox="1"/>
          <p:nvPr/>
        </p:nvSpPr>
        <p:spPr>
          <a:xfrm>
            <a:off x="3377109" y="1469772"/>
            <a:ext cx="1531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Page 8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3874BA-F7D8-1506-13EA-41A5828F42DA}"/>
              </a:ext>
            </a:extLst>
          </p:cNvPr>
          <p:cNvCxnSpPr>
            <a:cxnSpLocks/>
          </p:cNvCxnSpPr>
          <p:nvPr/>
        </p:nvCxnSpPr>
        <p:spPr>
          <a:xfrm>
            <a:off x="2070022" y="2726371"/>
            <a:ext cx="85269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288F77B-CB17-B4A0-66A4-55EC29969294}"/>
              </a:ext>
            </a:extLst>
          </p:cNvPr>
          <p:cNvCxnSpPr>
            <a:cxnSpLocks/>
          </p:cNvCxnSpPr>
          <p:nvPr/>
        </p:nvCxnSpPr>
        <p:spPr>
          <a:xfrm>
            <a:off x="6782267" y="2821739"/>
            <a:ext cx="106586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8B5EDC-D2E6-9994-5312-15BA0B7AEFA5}"/>
              </a:ext>
            </a:extLst>
          </p:cNvPr>
          <p:cNvCxnSpPr/>
          <p:nvPr/>
        </p:nvCxnSpPr>
        <p:spPr>
          <a:xfrm>
            <a:off x="6647632" y="3264913"/>
            <a:ext cx="141928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CC1B511-7C11-AEF9-B5F0-49473733B3F5}"/>
              </a:ext>
            </a:extLst>
          </p:cNvPr>
          <p:cNvCxnSpPr/>
          <p:nvPr/>
        </p:nvCxnSpPr>
        <p:spPr>
          <a:xfrm>
            <a:off x="8010817" y="3752967"/>
            <a:ext cx="137838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3570995-2C6A-7DA4-1C25-EDD3C6720167}"/>
              </a:ext>
            </a:extLst>
          </p:cNvPr>
          <p:cNvCxnSpPr/>
          <p:nvPr/>
        </p:nvCxnSpPr>
        <p:spPr>
          <a:xfrm>
            <a:off x="880741" y="4521512"/>
            <a:ext cx="134074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85C8FF4-76A1-0DEF-79EC-1682A888D4F4}"/>
              </a:ext>
            </a:extLst>
          </p:cNvPr>
          <p:cNvSpPr txBox="1"/>
          <p:nvPr/>
        </p:nvSpPr>
        <p:spPr>
          <a:xfrm>
            <a:off x="4583220" y="395045"/>
            <a:ext cx="61090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200" dirty="0">
                <a:solidFill>
                  <a:srgbClr val="0070C0"/>
                </a:solidFill>
              </a:rPr>
              <a:t>Topic – controlling idea – supporting details.</a:t>
            </a:r>
          </a:p>
          <a:p>
            <a:pPr algn="l"/>
            <a:endParaRPr lang="en-US" sz="2200" dirty="0">
              <a:solidFill>
                <a:srgbClr val="0070C0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678355C-D8DF-B110-2A36-4F5FCABD2C40}"/>
              </a:ext>
            </a:extLst>
          </p:cNvPr>
          <p:cNvCxnSpPr/>
          <p:nvPr/>
        </p:nvCxnSpPr>
        <p:spPr>
          <a:xfrm>
            <a:off x="3584672" y="2726371"/>
            <a:ext cx="746106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4A67BCA-F541-C7C6-79C9-B3F6D83CA27D}"/>
              </a:ext>
            </a:extLst>
          </p:cNvPr>
          <p:cNvCxnSpPr/>
          <p:nvPr/>
        </p:nvCxnSpPr>
        <p:spPr>
          <a:xfrm>
            <a:off x="8201551" y="2821739"/>
            <a:ext cx="353418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3DD198D-0CA4-3A33-DFD6-2D5962E364B1}"/>
              </a:ext>
            </a:extLst>
          </p:cNvPr>
          <p:cNvCxnSpPr>
            <a:cxnSpLocks/>
          </p:cNvCxnSpPr>
          <p:nvPr/>
        </p:nvCxnSpPr>
        <p:spPr>
          <a:xfrm>
            <a:off x="1015377" y="3141497"/>
            <a:ext cx="1856849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F9A2E71-3AD2-2639-3661-04E15935BFA1}"/>
              </a:ext>
            </a:extLst>
          </p:cNvPr>
          <p:cNvCxnSpPr/>
          <p:nvPr/>
        </p:nvCxnSpPr>
        <p:spPr>
          <a:xfrm>
            <a:off x="1166842" y="3612721"/>
            <a:ext cx="4308338" cy="72928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C5A9EE8-C145-498D-0AC1-2BBF2017EA0B}"/>
              </a:ext>
            </a:extLst>
          </p:cNvPr>
          <p:cNvCxnSpPr/>
          <p:nvPr/>
        </p:nvCxnSpPr>
        <p:spPr>
          <a:xfrm>
            <a:off x="1492211" y="4055897"/>
            <a:ext cx="2395391" cy="44878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2EE36EF-2D71-49B9-7753-7DB87D95A84D}"/>
              </a:ext>
            </a:extLst>
          </p:cNvPr>
          <p:cNvCxnSpPr/>
          <p:nvPr/>
        </p:nvCxnSpPr>
        <p:spPr>
          <a:xfrm>
            <a:off x="4583220" y="4572000"/>
            <a:ext cx="4409315" cy="78537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6973965-C21E-4F37-D39B-06A693FFCF06}"/>
              </a:ext>
            </a:extLst>
          </p:cNvPr>
          <p:cNvSpPr txBox="1"/>
          <p:nvPr/>
        </p:nvSpPr>
        <p:spPr>
          <a:xfrm>
            <a:off x="1873678" y="5132982"/>
            <a:ext cx="7393738" cy="960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</a:rPr>
              <a:t>In Denmark, people can easily walk or cycle from one place to another, so they can stay fit and be happier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2E72A4F-1FFB-E165-DD1A-5A95067303F5}"/>
                  </a:ext>
                </a:extLst>
              </p14:cNvPr>
              <p14:cNvContentPartPr/>
              <p14:nvPr/>
            </p14:nvContentPartPr>
            <p14:xfrm>
              <a:off x="2116266" y="2014863"/>
              <a:ext cx="715680" cy="276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2E72A4F-1FFB-E165-DD1A-5A95067303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07266" y="2006223"/>
                <a:ext cx="73332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77C0098-BB9B-0F7E-00E9-C412E8F0F04F}"/>
                  </a:ext>
                </a:extLst>
              </p14:cNvPr>
              <p14:cNvContentPartPr/>
              <p14:nvPr/>
            </p14:nvContentPartPr>
            <p14:xfrm>
              <a:off x="3911946" y="2019903"/>
              <a:ext cx="1123200" cy="304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77C0098-BB9B-0F7E-00E9-C412E8F0F04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02946" y="2010903"/>
                <a:ext cx="114084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4123500-52DF-0D57-EA57-9404C2957554}"/>
                  </a:ext>
                </a:extLst>
              </p14:cNvPr>
              <p14:cNvContentPartPr/>
              <p14:nvPr/>
            </p14:nvContentPartPr>
            <p14:xfrm>
              <a:off x="1110426" y="2029263"/>
              <a:ext cx="546480" cy="258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4123500-52DF-0D57-EA57-9404C295755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01426" y="2020263"/>
                <a:ext cx="564120" cy="27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9341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6FB10-8C7A-D77E-95F9-291FE7A81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226362"/>
          </a:xfrm>
        </p:spPr>
        <p:txBody>
          <a:bodyPr/>
          <a:lstStyle/>
          <a:p>
            <a:r>
              <a:rPr lang="en-US" dirty="0"/>
              <a:t>Reading 1 – group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F3778-9ED8-4850-EB15-3C38BC59A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500" dirty="0"/>
              <a:t>Vocabulary : A &amp; B page 4</a:t>
            </a:r>
          </a:p>
          <a:p>
            <a:pPr>
              <a:lnSpc>
                <a:spcPct val="200000"/>
              </a:lnSpc>
            </a:pPr>
            <a:r>
              <a:rPr lang="en-US" sz="2500" dirty="0"/>
              <a:t> Reading:</a:t>
            </a:r>
          </a:p>
          <a:p>
            <a:pPr lvl="1">
              <a:lnSpc>
                <a:spcPct val="200000"/>
              </a:lnSpc>
            </a:pPr>
            <a:r>
              <a:rPr lang="en-US" sz="2500" dirty="0"/>
              <a:t>Main ideas: A page 8 – reading passage page 5, 6</a:t>
            </a:r>
          </a:p>
          <a:p>
            <a:pPr lvl="1">
              <a:lnSpc>
                <a:spcPct val="200000"/>
              </a:lnSpc>
            </a:pPr>
            <a:r>
              <a:rPr lang="en-US" sz="2500" dirty="0"/>
              <a:t>Comprehension: A &amp; B, page 5, 6, 7</a:t>
            </a:r>
          </a:p>
        </p:txBody>
      </p:sp>
    </p:spTree>
    <p:extLst>
      <p:ext uri="{BB962C8B-B14F-4D97-AF65-F5344CB8AC3E}">
        <p14:creationId xmlns:p14="http://schemas.microsoft.com/office/powerpoint/2010/main" val="1857710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66A3-E115-4CA6-DA78-3DF33F285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29026"/>
            <a:ext cx="10058400" cy="460005"/>
          </a:xfrm>
        </p:spPr>
        <p:txBody>
          <a:bodyPr>
            <a:normAutofit fontScale="90000"/>
          </a:bodyPr>
          <a:lstStyle/>
          <a:p>
            <a:r>
              <a:rPr lang="en-US" dirty="0"/>
              <a:t>Reading 1. vocabulary development  </a:t>
            </a:r>
          </a:p>
        </p:txBody>
      </p:sp>
      <p:pic>
        <p:nvPicPr>
          <p:cNvPr id="5" name="Content Placeholder 4" descr="A screenshot of a book&#10;&#10;AI-generated content may be incorrect.">
            <a:extLst>
              <a:ext uri="{FF2B5EF4-FFF2-40B4-BE49-F238E27FC236}">
                <a16:creationId xmlns:a16="http://schemas.microsoft.com/office/drawing/2014/main" id="{473D9C2E-318B-256A-8CFE-36257F74F0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86"/>
          <a:stretch>
            <a:fillRect/>
          </a:stretch>
        </p:blipFill>
        <p:spPr>
          <a:xfrm>
            <a:off x="100978" y="633909"/>
            <a:ext cx="8644725" cy="6095065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88E2E3-249A-F3BF-D9E1-6DCE4C794137}"/>
              </a:ext>
            </a:extLst>
          </p:cNvPr>
          <p:cNvSpPr txBox="1"/>
          <p:nvPr/>
        </p:nvSpPr>
        <p:spPr>
          <a:xfrm>
            <a:off x="2372952" y="2115358"/>
            <a:ext cx="191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socialize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47D5B9-7D90-AF84-7E37-EA05BADB0A99}"/>
              </a:ext>
            </a:extLst>
          </p:cNvPr>
          <p:cNvSpPr txBox="1"/>
          <p:nvPr/>
        </p:nvSpPr>
        <p:spPr>
          <a:xfrm>
            <a:off x="5463961" y="2485348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access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09743D-7843-7BBF-C30A-FEFE631D6C9B}"/>
              </a:ext>
            </a:extLst>
          </p:cNvPr>
          <p:cNvSpPr txBox="1"/>
          <p:nvPr/>
        </p:nvSpPr>
        <p:spPr>
          <a:xfrm>
            <a:off x="5463961" y="3039547"/>
            <a:ext cx="196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equal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E13765-97D3-2DCF-25F1-5344A31D6DC9}"/>
              </a:ext>
            </a:extLst>
          </p:cNvPr>
          <p:cNvSpPr txBox="1"/>
          <p:nvPr/>
        </p:nvSpPr>
        <p:spPr>
          <a:xfrm>
            <a:off x="1783921" y="3386239"/>
            <a:ext cx="2131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Freedom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8C8996-41C8-49D2-7A40-D1E56100DDEB}"/>
              </a:ext>
            </a:extLst>
          </p:cNvPr>
          <p:cNvSpPr txBox="1"/>
          <p:nvPr/>
        </p:nvSpPr>
        <p:spPr>
          <a:xfrm>
            <a:off x="5368594" y="3681441"/>
            <a:ext cx="2614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Basic necessities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EB1DE8-6C85-7D60-283C-663186F2A843}"/>
              </a:ext>
            </a:extLst>
          </p:cNvPr>
          <p:cNvSpPr txBox="1"/>
          <p:nvPr/>
        </p:nvSpPr>
        <p:spPr>
          <a:xfrm>
            <a:off x="1127573" y="4812277"/>
            <a:ext cx="729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4BAEEA-D19B-0A1D-2E8C-9270DFFADF9A}"/>
              </a:ext>
            </a:extLst>
          </p:cNvPr>
          <p:cNvSpPr txBox="1"/>
          <p:nvPr/>
        </p:nvSpPr>
        <p:spPr>
          <a:xfrm>
            <a:off x="1256599" y="5181609"/>
            <a:ext cx="47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F8444E-8ADE-F12A-0991-384FBD3EBEE4}"/>
              </a:ext>
            </a:extLst>
          </p:cNvPr>
          <p:cNvSpPr txBox="1"/>
          <p:nvPr/>
        </p:nvSpPr>
        <p:spPr>
          <a:xfrm>
            <a:off x="1231356" y="5470486"/>
            <a:ext cx="47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5B7635-CED4-A54F-9800-4031E202B14B}"/>
              </a:ext>
            </a:extLst>
          </p:cNvPr>
          <p:cNvSpPr txBox="1"/>
          <p:nvPr/>
        </p:nvSpPr>
        <p:spPr>
          <a:xfrm>
            <a:off x="1206113" y="5810853"/>
            <a:ext cx="471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B8DB7B-DA76-8B35-ABAC-78ABCD3DC64F}"/>
              </a:ext>
            </a:extLst>
          </p:cNvPr>
          <p:cNvSpPr txBox="1"/>
          <p:nvPr/>
        </p:nvSpPr>
        <p:spPr>
          <a:xfrm>
            <a:off x="1206113" y="6128695"/>
            <a:ext cx="521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d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73DD701-9E9F-EB93-70CA-21D16A122FF2}"/>
              </a:ext>
            </a:extLst>
          </p:cNvPr>
          <p:cNvCxnSpPr>
            <a:cxnSpLocks/>
          </p:cNvCxnSpPr>
          <p:nvPr/>
        </p:nvCxnSpPr>
        <p:spPr>
          <a:xfrm>
            <a:off x="1953618" y="3039547"/>
            <a:ext cx="96208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F42223E-8DAE-D5BE-B220-D0D5DC1C67EC}"/>
              </a:ext>
            </a:extLst>
          </p:cNvPr>
          <p:cNvSpPr txBox="1"/>
          <p:nvPr/>
        </p:nvSpPr>
        <p:spPr>
          <a:xfrm>
            <a:off x="8588628" y="845794"/>
            <a:ext cx="34247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Pay: </a:t>
            </a:r>
            <a:r>
              <a:rPr lang="en-US" dirty="0"/>
              <a:t>the </a:t>
            </a:r>
            <a:r>
              <a:rPr lang="en-US" b="1" dirty="0"/>
              <a:t>money </a:t>
            </a:r>
            <a:r>
              <a:rPr lang="en-US" dirty="0"/>
              <a:t>that somebody gets for doing </a:t>
            </a:r>
            <a:r>
              <a:rPr lang="en-US" b="1" dirty="0"/>
              <a:t>regular work</a:t>
            </a:r>
          </a:p>
          <a:p>
            <a:r>
              <a:rPr lang="en-US" dirty="0">
                <a:solidFill>
                  <a:srgbClr val="FF0000"/>
                </a:solidFill>
              </a:rPr>
              <a:t>Payment: </a:t>
            </a:r>
            <a:r>
              <a:rPr lang="en-US" dirty="0"/>
              <a:t>the </a:t>
            </a:r>
            <a:r>
              <a:rPr lang="en-US" b="1" dirty="0"/>
              <a:t>act</a:t>
            </a:r>
            <a:r>
              <a:rPr lang="en-US" dirty="0"/>
              <a:t> of paying somebody/something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B8516E-1756-E359-BC61-0742D83FF4EE}"/>
              </a:ext>
            </a:extLst>
          </p:cNvPr>
          <p:cNvSpPr txBox="1"/>
          <p:nvPr/>
        </p:nvSpPr>
        <p:spPr>
          <a:xfrm>
            <a:off x="8588628" y="2323122"/>
            <a:ext cx="330418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Democratic </a:t>
            </a:r>
            <a:r>
              <a:rPr lang="en-US" dirty="0"/>
              <a:t>/ˌ</a:t>
            </a:r>
            <a:r>
              <a:rPr lang="en-US" dirty="0" err="1"/>
              <a:t>deməˈkrætɪk</a:t>
            </a:r>
            <a:r>
              <a:rPr lang="en-US" dirty="0"/>
              <a:t>/: based on the principle that all members have an equal right to be involved in running an organization</a:t>
            </a:r>
          </a:p>
          <a:p>
            <a:r>
              <a:rPr lang="en-US" dirty="0">
                <a:solidFill>
                  <a:srgbClr val="FF0000"/>
                </a:solidFill>
              </a:rPr>
              <a:t>Obtain </a:t>
            </a:r>
            <a:r>
              <a:rPr lang="en-US" dirty="0"/>
              <a:t>/</a:t>
            </a:r>
            <a:r>
              <a:rPr lang="en-US" dirty="0" err="1"/>
              <a:t>əbˈteɪn</a:t>
            </a:r>
            <a:r>
              <a:rPr lang="en-US" dirty="0"/>
              <a:t>/: to get something, especially by making an effort</a:t>
            </a:r>
          </a:p>
          <a:p>
            <a:r>
              <a:rPr lang="en-US" dirty="0">
                <a:solidFill>
                  <a:srgbClr val="FF0000"/>
                </a:solidFill>
              </a:rPr>
              <a:t>Struggle: </a:t>
            </a:r>
            <a:r>
              <a:rPr lang="en-US" dirty="0"/>
              <a:t>a hard fight in which people try to obtain or achieve something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8157226-EB60-0847-F2F8-81BEBFF6C043}"/>
              </a:ext>
            </a:extLst>
          </p:cNvPr>
          <p:cNvCxnSpPr>
            <a:cxnSpLocks/>
          </p:cNvCxnSpPr>
          <p:nvPr/>
        </p:nvCxnSpPr>
        <p:spPr>
          <a:xfrm>
            <a:off x="6961781" y="3384149"/>
            <a:ext cx="37585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FA4B90-45DE-E478-91C4-189B7D41C363}"/>
              </a:ext>
            </a:extLst>
          </p:cNvPr>
          <p:cNvCxnSpPr/>
          <p:nvPr/>
        </p:nvCxnSpPr>
        <p:spPr>
          <a:xfrm>
            <a:off x="5032005" y="3681441"/>
            <a:ext cx="85830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721F1D5-26A9-DC08-31BC-8519875E9A47}"/>
              </a:ext>
            </a:extLst>
          </p:cNvPr>
          <p:cNvCxnSpPr/>
          <p:nvPr/>
        </p:nvCxnSpPr>
        <p:spPr>
          <a:xfrm>
            <a:off x="4423340" y="3999799"/>
            <a:ext cx="7433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6EF1B26-1BA5-637A-73FC-86B5D485783A}"/>
              </a:ext>
            </a:extLst>
          </p:cNvPr>
          <p:cNvCxnSpPr/>
          <p:nvPr/>
        </p:nvCxnSpPr>
        <p:spPr>
          <a:xfrm>
            <a:off x="1953618" y="4263460"/>
            <a:ext cx="55397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122DB09-C5C1-9C0F-03F3-A6AA56F041BF}"/>
              </a:ext>
            </a:extLst>
          </p:cNvPr>
          <p:cNvSpPr txBox="1"/>
          <p:nvPr/>
        </p:nvSpPr>
        <p:spPr>
          <a:xfrm>
            <a:off x="5999698" y="3948393"/>
            <a:ext cx="1480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</a:t>
            </a:r>
            <a:r>
              <a:rPr lang="en-US" dirty="0" err="1"/>
              <a:t>nəˈsesəti</a:t>
            </a:r>
            <a:r>
              <a:rPr lang="en-US" dirty="0"/>
              <a:t>/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341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387B3-D78E-6987-B7ED-EB6880044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58903"/>
            <a:ext cx="10058400" cy="428235"/>
          </a:xfrm>
        </p:spPr>
        <p:txBody>
          <a:bodyPr>
            <a:noAutofit/>
          </a:bodyPr>
          <a:lstStyle/>
          <a:p>
            <a:r>
              <a:rPr lang="en-US" sz="3000" dirty="0"/>
              <a:t>Reading 1. main ideas </a:t>
            </a:r>
          </a:p>
        </p:txBody>
      </p:sp>
      <p:pic>
        <p:nvPicPr>
          <p:cNvPr id="7" name="Picture 6" descr="A close-up of a document&#10;&#10;AI-generated content may be incorrect.">
            <a:extLst>
              <a:ext uri="{FF2B5EF4-FFF2-40B4-BE49-F238E27FC236}">
                <a16:creationId xmlns:a16="http://schemas.microsoft.com/office/drawing/2014/main" id="{0C14EED5-81FA-FE4D-D9A4-8910CA0C9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9" y="348755"/>
            <a:ext cx="6812191" cy="4638372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7B42EB3-BA5B-1097-510F-5BFFC09BC9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26" y="4875876"/>
            <a:ext cx="6682081" cy="582475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3E08C5B-A9C1-7071-534D-12BCE1013693}"/>
              </a:ext>
            </a:extLst>
          </p:cNvPr>
          <p:cNvSpPr txBox="1"/>
          <p:nvPr/>
        </p:nvSpPr>
        <p:spPr>
          <a:xfrm>
            <a:off x="6869220" y="185463"/>
            <a:ext cx="5273227" cy="6323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700" b="1" dirty="0"/>
              <a:t>A. MATCH</a:t>
            </a:r>
            <a:br>
              <a:rPr lang="en-US" sz="1700" dirty="0"/>
            </a:br>
            <a:r>
              <a:rPr lang="en-US" sz="1700" i="1" dirty="0"/>
              <a:t>Look back at the reading passage on pages 5–6. Match each main idea below with a paragraph (B–H) from the reading passage.</a:t>
            </a:r>
          </a:p>
          <a:p>
            <a:pPr>
              <a:lnSpc>
                <a:spcPct val="150000"/>
              </a:lnSpc>
            </a:pPr>
            <a:r>
              <a:rPr lang="en-US" sz="1700" dirty="0"/>
              <a:t>_____ One reason people in this country are generally happy is that the government provides financial support to poorer members of society.</a:t>
            </a:r>
          </a:p>
          <a:p>
            <a:pPr>
              <a:lnSpc>
                <a:spcPct val="150000"/>
              </a:lnSpc>
            </a:pPr>
            <a:r>
              <a:rPr lang="en-US" sz="1700" dirty="0"/>
              <a:t>_____ You don’t need to have a lot of money to be happy.</a:t>
            </a:r>
          </a:p>
          <a:p>
            <a:pPr>
              <a:lnSpc>
                <a:spcPct val="150000"/>
              </a:lnSpc>
            </a:pPr>
            <a:r>
              <a:rPr lang="en-US" sz="1700" dirty="0"/>
              <a:t>_____ Spending time with family and friends can contribute to happiness.</a:t>
            </a:r>
          </a:p>
          <a:p>
            <a:pPr>
              <a:lnSpc>
                <a:spcPct val="150000"/>
              </a:lnSpc>
            </a:pPr>
            <a:r>
              <a:rPr lang="en-US" sz="1700" dirty="0"/>
              <a:t>_____ There are different answers to the question, “What makes people happy?”</a:t>
            </a:r>
          </a:p>
          <a:p>
            <a:pPr>
              <a:lnSpc>
                <a:spcPct val="150000"/>
              </a:lnSpc>
            </a:pPr>
            <a:r>
              <a:rPr lang="en-US" sz="1700" dirty="0"/>
              <a:t>_____ Most people in this country are willing to give up certain freedoms to gain more safety and stability.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D88975-95BD-09B6-8E3B-12AC50D44941}"/>
              </a:ext>
            </a:extLst>
          </p:cNvPr>
          <p:cNvSpPr txBox="1"/>
          <p:nvPr/>
        </p:nvSpPr>
        <p:spPr>
          <a:xfrm>
            <a:off x="8296917" y="273020"/>
            <a:ext cx="1077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Page 8</a:t>
            </a:r>
          </a:p>
        </p:txBody>
      </p:sp>
      <p:pic>
        <p:nvPicPr>
          <p:cNvPr id="17" name="Picture 16" descr="A close up of a text&#10;&#10;AI-generated content may be incorrect.">
            <a:extLst>
              <a:ext uri="{FF2B5EF4-FFF2-40B4-BE49-F238E27FC236}">
                <a16:creationId xmlns:a16="http://schemas.microsoft.com/office/drawing/2014/main" id="{F3F633FF-8ABF-35D0-0266-038D6FD58A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25" y="5550383"/>
            <a:ext cx="6620373" cy="124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397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DF9DE-A59B-5A69-BF2F-851024C7A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3B46D-9281-AFEE-1C67-E2A58B40C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58903"/>
            <a:ext cx="10058400" cy="428235"/>
          </a:xfrm>
        </p:spPr>
        <p:txBody>
          <a:bodyPr>
            <a:noAutofit/>
          </a:bodyPr>
          <a:lstStyle/>
          <a:p>
            <a:r>
              <a:rPr lang="en-US" sz="3000" dirty="0"/>
              <a:t>Reading 1. main ideas </a:t>
            </a:r>
          </a:p>
        </p:txBody>
      </p:sp>
      <p:pic>
        <p:nvPicPr>
          <p:cNvPr id="7" name="Picture 6" descr="A close-up of a document&#10;&#10;AI-generated content may be incorrect.">
            <a:extLst>
              <a:ext uri="{FF2B5EF4-FFF2-40B4-BE49-F238E27FC236}">
                <a16:creationId xmlns:a16="http://schemas.microsoft.com/office/drawing/2014/main" id="{BB8A220C-1322-60EA-FF06-4BFE11A08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9" y="487137"/>
            <a:ext cx="6812191" cy="4499989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B426DFF-89FD-AE7A-87B5-79D15BF338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26" y="4875876"/>
            <a:ext cx="6682081" cy="582475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CF53BA6-546B-805C-4CEF-38C8158A64BE}"/>
              </a:ext>
            </a:extLst>
          </p:cNvPr>
          <p:cNvSpPr txBox="1"/>
          <p:nvPr/>
        </p:nvSpPr>
        <p:spPr>
          <a:xfrm>
            <a:off x="6869220" y="185463"/>
            <a:ext cx="5273227" cy="6323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700" b="1" dirty="0"/>
              <a:t>A. MATCH</a:t>
            </a:r>
            <a:br>
              <a:rPr lang="en-US" sz="1700" dirty="0"/>
            </a:br>
            <a:r>
              <a:rPr lang="en-US" sz="1700" i="1" dirty="0"/>
              <a:t>Look back at the reading passage on pages 5–6. Match each main idea below with a paragraph (B–H) from the reading passage.</a:t>
            </a:r>
          </a:p>
          <a:p>
            <a:pPr>
              <a:lnSpc>
                <a:spcPct val="150000"/>
              </a:lnSpc>
            </a:pPr>
            <a:r>
              <a:rPr lang="en-US" sz="1700" dirty="0"/>
              <a:t>_____ </a:t>
            </a:r>
            <a:r>
              <a:rPr lang="en-US" sz="1700" dirty="0">
                <a:solidFill>
                  <a:srgbClr val="0070C0"/>
                </a:solidFill>
              </a:rPr>
              <a:t>One reason </a:t>
            </a:r>
            <a:r>
              <a:rPr lang="en-US" sz="1700" dirty="0"/>
              <a:t>people in this country are </a:t>
            </a:r>
            <a:r>
              <a:rPr lang="en-US" sz="1700" dirty="0">
                <a:solidFill>
                  <a:srgbClr val="0070C0"/>
                </a:solidFill>
              </a:rPr>
              <a:t>generally happy </a:t>
            </a:r>
            <a:r>
              <a:rPr lang="en-US" sz="1700" dirty="0"/>
              <a:t>is that the government provides </a:t>
            </a:r>
            <a:r>
              <a:rPr lang="en-US" sz="1700" dirty="0">
                <a:solidFill>
                  <a:srgbClr val="7030A0"/>
                </a:solidFill>
              </a:rPr>
              <a:t>financial support </a:t>
            </a:r>
            <a:r>
              <a:rPr lang="en-US" sz="1700" dirty="0"/>
              <a:t>to </a:t>
            </a:r>
            <a:r>
              <a:rPr lang="en-US" sz="1700" dirty="0">
                <a:solidFill>
                  <a:srgbClr val="7030A0"/>
                </a:solidFill>
              </a:rPr>
              <a:t>poorer members of society</a:t>
            </a:r>
            <a:r>
              <a:rPr lang="en-US" sz="17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700" dirty="0"/>
              <a:t>_____ You </a:t>
            </a:r>
            <a:r>
              <a:rPr lang="en-US" sz="1700" dirty="0">
                <a:solidFill>
                  <a:srgbClr val="7030A0"/>
                </a:solidFill>
              </a:rPr>
              <a:t>don’t</a:t>
            </a:r>
            <a:r>
              <a:rPr lang="en-US" sz="1700" dirty="0"/>
              <a:t> need to have a lot of </a:t>
            </a:r>
            <a:r>
              <a:rPr lang="en-US" sz="1700" dirty="0">
                <a:solidFill>
                  <a:srgbClr val="7030A0"/>
                </a:solidFill>
              </a:rPr>
              <a:t>money</a:t>
            </a:r>
            <a:r>
              <a:rPr lang="en-US" sz="1700" dirty="0"/>
              <a:t> to be </a:t>
            </a:r>
            <a:r>
              <a:rPr lang="en-US" sz="1700" dirty="0">
                <a:solidFill>
                  <a:srgbClr val="0070C0"/>
                </a:solidFill>
              </a:rPr>
              <a:t>happy.</a:t>
            </a:r>
          </a:p>
          <a:p>
            <a:pPr>
              <a:lnSpc>
                <a:spcPct val="150000"/>
              </a:lnSpc>
            </a:pPr>
            <a:r>
              <a:rPr lang="en-US" sz="1700" dirty="0"/>
              <a:t>_____ </a:t>
            </a:r>
            <a:r>
              <a:rPr lang="en-US" sz="1700" dirty="0">
                <a:solidFill>
                  <a:srgbClr val="7030A0"/>
                </a:solidFill>
              </a:rPr>
              <a:t>Spending time with family and friends </a:t>
            </a:r>
            <a:r>
              <a:rPr lang="en-US" sz="1700" dirty="0"/>
              <a:t>can contribute to </a:t>
            </a:r>
            <a:r>
              <a:rPr lang="en-US" sz="1700" dirty="0">
                <a:solidFill>
                  <a:srgbClr val="0070C0"/>
                </a:solidFill>
              </a:rPr>
              <a:t>happiness</a:t>
            </a:r>
            <a:r>
              <a:rPr lang="en-US" sz="17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700" dirty="0"/>
              <a:t>_____ There are </a:t>
            </a:r>
            <a:r>
              <a:rPr lang="en-US" sz="1700" dirty="0">
                <a:solidFill>
                  <a:srgbClr val="7030A0"/>
                </a:solidFill>
              </a:rPr>
              <a:t>different answers </a:t>
            </a:r>
            <a:r>
              <a:rPr lang="en-US" sz="1700" dirty="0"/>
              <a:t>to the question, “What makes people </a:t>
            </a:r>
            <a:r>
              <a:rPr lang="en-US" sz="1700" dirty="0">
                <a:solidFill>
                  <a:srgbClr val="0070C0"/>
                </a:solidFill>
              </a:rPr>
              <a:t>happy</a:t>
            </a:r>
            <a:r>
              <a:rPr lang="en-US" sz="1700" dirty="0"/>
              <a:t>?”</a:t>
            </a:r>
          </a:p>
          <a:p>
            <a:pPr>
              <a:lnSpc>
                <a:spcPct val="150000"/>
              </a:lnSpc>
            </a:pPr>
            <a:r>
              <a:rPr lang="en-US" sz="1700" dirty="0"/>
              <a:t>_____ </a:t>
            </a:r>
            <a:r>
              <a:rPr lang="en-US" sz="1700" dirty="0">
                <a:solidFill>
                  <a:srgbClr val="7030A0"/>
                </a:solidFill>
              </a:rPr>
              <a:t>Most people </a:t>
            </a:r>
            <a:r>
              <a:rPr lang="en-US" sz="1700" dirty="0"/>
              <a:t>in this country are willing to </a:t>
            </a:r>
            <a:r>
              <a:rPr lang="en-US" sz="1700" dirty="0">
                <a:solidFill>
                  <a:srgbClr val="7030A0"/>
                </a:solidFill>
              </a:rPr>
              <a:t>give up certain freedoms</a:t>
            </a:r>
            <a:r>
              <a:rPr lang="en-US" sz="1700" dirty="0"/>
              <a:t> to </a:t>
            </a:r>
            <a:r>
              <a:rPr lang="en-US" sz="1700" dirty="0">
                <a:solidFill>
                  <a:srgbClr val="0070C0"/>
                </a:solidFill>
              </a:rPr>
              <a:t>gain more safety and stability.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9107B9-AFAE-2226-0EA0-76F650538F45}"/>
              </a:ext>
            </a:extLst>
          </p:cNvPr>
          <p:cNvSpPr txBox="1"/>
          <p:nvPr/>
        </p:nvSpPr>
        <p:spPr>
          <a:xfrm>
            <a:off x="8296917" y="273020"/>
            <a:ext cx="1077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Page 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348B7B-4077-04D4-279E-C393A3E249FE}"/>
              </a:ext>
            </a:extLst>
          </p:cNvPr>
          <p:cNvSpPr txBox="1"/>
          <p:nvPr/>
        </p:nvSpPr>
        <p:spPr>
          <a:xfrm>
            <a:off x="7137344" y="1795141"/>
            <a:ext cx="577811" cy="375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0D4C00-7A8F-E4F5-40EF-4E816A923685}"/>
              </a:ext>
            </a:extLst>
          </p:cNvPr>
          <p:cNvSpPr txBox="1"/>
          <p:nvPr/>
        </p:nvSpPr>
        <p:spPr>
          <a:xfrm>
            <a:off x="7097141" y="5270422"/>
            <a:ext cx="658218" cy="375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D</a:t>
            </a:r>
          </a:p>
        </p:txBody>
      </p:sp>
      <p:pic>
        <p:nvPicPr>
          <p:cNvPr id="17" name="Picture 16" descr="A close up of a text&#10;&#10;AI-generated content may be incorrect.">
            <a:extLst>
              <a:ext uri="{FF2B5EF4-FFF2-40B4-BE49-F238E27FC236}">
                <a16:creationId xmlns:a16="http://schemas.microsoft.com/office/drawing/2014/main" id="{9795EBB4-B6CA-FD76-F482-D86894E6D3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25" y="5550383"/>
            <a:ext cx="6620373" cy="1248714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B1123FD-B9AE-6175-390B-813BADF75EAD}"/>
              </a:ext>
            </a:extLst>
          </p:cNvPr>
          <p:cNvCxnSpPr>
            <a:cxnSpLocks/>
          </p:cNvCxnSpPr>
          <p:nvPr/>
        </p:nvCxnSpPr>
        <p:spPr>
          <a:xfrm>
            <a:off x="1868068" y="2715151"/>
            <a:ext cx="162123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E74739-E57D-2CB8-DFD1-1A4CFAFBA9F2}"/>
              </a:ext>
            </a:extLst>
          </p:cNvPr>
          <p:cNvCxnSpPr/>
          <p:nvPr/>
        </p:nvCxnSpPr>
        <p:spPr>
          <a:xfrm>
            <a:off x="3680039" y="3236864"/>
            <a:ext cx="72927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A8B636B-0D1F-C96F-4C75-988D9D056A82}"/>
              </a:ext>
            </a:extLst>
          </p:cNvPr>
          <p:cNvCxnSpPr>
            <a:cxnSpLocks/>
          </p:cNvCxnSpPr>
          <p:nvPr/>
        </p:nvCxnSpPr>
        <p:spPr>
          <a:xfrm flipV="1">
            <a:off x="712447" y="4875876"/>
            <a:ext cx="3881992" cy="4393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85DCAD7-B88F-B9BE-D5EF-369E168105D4}"/>
              </a:ext>
            </a:extLst>
          </p:cNvPr>
          <p:cNvCxnSpPr>
            <a:cxnSpLocks/>
          </p:cNvCxnSpPr>
          <p:nvPr/>
        </p:nvCxnSpPr>
        <p:spPr>
          <a:xfrm>
            <a:off x="3564104" y="4622487"/>
            <a:ext cx="271889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8BA49B2-603B-1637-95EF-F69A96F3945A}"/>
                  </a:ext>
                </a:extLst>
              </p14:cNvPr>
              <p14:cNvContentPartPr/>
              <p14:nvPr/>
            </p14:nvContentPartPr>
            <p14:xfrm>
              <a:off x="-152094" y="3957063"/>
              <a:ext cx="42840" cy="701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8BA49B2-603B-1637-95EF-F69A96F3945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61094" y="3948063"/>
                <a:ext cx="60480" cy="71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2907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AD97C-B31B-0AB7-6676-F9DC11D44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3B5F6-8A84-EABF-8E5B-41207EF1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58903"/>
            <a:ext cx="10058400" cy="428235"/>
          </a:xfrm>
        </p:spPr>
        <p:txBody>
          <a:bodyPr>
            <a:noAutofit/>
          </a:bodyPr>
          <a:lstStyle/>
          <a:p>
            <a:r>
              <a:rPr lang="en-US" sz="3000" dirty="0"/>
              <a:t>Reading 1. main ideas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1CBEFE-B5DA-3294-A54F-1AE6185B7935}"/>
              </a:ext>
            </a:extLst>
          </p:cNvPr>
          <p:cNvSpPr txBox="1"/>
          <p:nvPr/>
        </p:nvSpPr>
        <p:spPr>
          <a:xfrm>
            <a:off x="6869220" y="185463"/>
            <a:ext cx="5273227" cy="6323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700" b="1" dirty="0"/>
              <a:t>A. MATCH</a:t>
            </a:r>
            <a:br>
              <a:rPr lang="en-US" sz="1700" dirty="0"/>
            </a:br>
            <a:r>
              <a:rPr lang="en-US" sz="1700" i="1" dirty="0"/>
              <a:t>Look back at the reading passage on pages 5–6. Match each main idea below with a paragraph (B–H) from the reading passage.</a:t>
            </a:r>
          </a:p>
          <a:p>
            <a:pPr>
              <a:lnSpc>
                <a:spcPct val="150000"/>
              </a:lnSpc>
            </a:pPr>
            <a:r>
              <a:rPr lang="en-US" sz="1700" dirty="0"/>
              <a:t>_____ </a:t>
            </a:r>
            <a:r>
              <a:rPr lang="en-US" sz="1700" dirty="0">
                <a:solidFill>
                  <a:srgbClr val="0070C0"/>
                </a:solidFill>
              </a:rPr>
              <a:t>One reason </a:t>
            </a:r>
            <a:r>
              <a:rPr lang="en-US" sz="1700" dirty="0"/>
              <a:t>people in this country are </a:t>
            </a:r>
            <a:r>
              <a:rPr lang="en-US" sz="1700" dirty="0">
                <a:solidFill>
                  <a:srgbClr val="0070C0"/>
                </a:solidFill>
              </a:rPr>
              <a:t>generally happy </a:t>
            </a:r>
            <a:r>
              <a:rPr lang="en-US" sz="1700" dirty="0"/>
              <a:t>is that the government provides </a:t>
            </a:r>
            <a:r>
              <a:rPr lang="en-US" sz="1700" dirty="0">
                <a:solidFill>
                  <a:srgbClr val="7030A0"/>
                </a:solidFill>
              </a:rPr>
              <a:t>financial support </a:t>
            </a:r>
            <a:r>
              <a:rPr lang="en-US" sz="1700" dirty="0"/>
              <a:t>to </a:t>
            </a:r>
            <a:r>
              <a:rPr lang="en-US" sz="1700" dirty="0">
                <a:solidFill>
                  <a:srgbClr val="7030A0"/>
                </a:solidFill>
              </a:rPr>
              <a:t>poorer members of society</a:t>
            </a:r>
            <a:r>
              <a:rPr lang="en-US" sz="17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700" dirty="0"/>
              <a:t>_____ You </a:t>
            </a:r>
            <a:r>
              <a:rPr lang="en-US" sz="1700" dirty="0">
                <a:solidFill>
                  <a:srgbClr val="7030A0"/>
                </a:solidFill>
              </a:rPr>
              <a:t>don’t</a:t>
            </a:r>
            <a:r>
              <a:rPr lang="en-US" sz="1700" dirty="0"/>
              <a:t> need to have a lot of </a:t>
            </a:r>
            <a:r>
              <a:rPr lang="en-US" sz="1700" dirty="0">
                <a:solidFill>
                  <a:srgbClr val="7030A0"/>
                </a:solidFill>
              </a:rPr>
              <a:t>money</a:t>
            </a:r>
            <a:r>
              <a:rPr lang="en-US" sz="1700" dirty="0"/>
              <a:t> to be </a:t>
            </a:r>
            <a:r>
              <a:rPr lang="en-US" sz="1700" dirty="0">
                <a:solidFill>
                  <a:srgbClr val="0070C0"/>
                </a:solidFill>
              </a:rPr>
              <a:t>happy.</a:t>
            </a:r>
          </a:p>
          <a:p>
            <a:pPr>
              <a:lnSpc>
                <a:spcPct val="150000"/>
              </a:lnSpc>
            </a:pPr>
            <a:r>
              <a:rPr lang="en-US" sz="1700" dirty="0"/>
              <a:t>_____ </a:t>
            </a:r>
            <a:r>
              <a:rPr lang="en-US" sz="1700" dirty="0">
                <a:solidFill>
                  <a:srgbClr val="7030A0"/>
                </a:solidFill>
              </a:rPr>
              <a:t>Spending time with family and friends </a:t>
            </a:r>
            <a:r>
              <a:rPr lang="en-US" sz="1700" dirty="0"/>
              <a:t>can contribute to </a:t>
            </a:r>
            <a:r>
              <a:rPr lang="en-US" sz="1700" dirty="0">
                <a:solidFill>
                  <a:srgbClr val="0070C0"/>
                </a:solidFill>
              </a:rPr>
              <a:t>happiness</a:t>
            </a:r>
            <a:r>
              <a:rPr lang="en-US" sz="17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700" dirty="0"/>
              <a:t>_____ There are </a:t>
            </a:r>
            <a:r>
              <a:rPr lang="en-US" sz="1700" dirty="0">
                <a:solidFill>
                  <a:srgbClr val="7030A0"/>
                </a:solidFill>
              </a:rPr>
              <a:t>different answers </a:t>
            </a:r>
            <a:r>
              <a:rPr lang="en-US" sz="1700" dirty="0"/>
              <a:t>to the question, “What makes people </a:t>
            </a:r>
            <a:r>
              <a:rPr lang="en-US" sz="1700" dirty="0">
                <a:solidFill>
                  <a:srgbClr val="0070C0"/>
                </a:solidFill>
              </a:rPr>
              <a:t>happy</a:t>
            </a:r>
            <a:r>
              <a:rPr lang="en-US" sz="1700" dirty="0"/>
              <a:t>?”</a:t>
            </a:r>
          </a:p>
          <a:p>
            <a:pPr>
              <a:lnSpc>
                <a:spcPct val="150000"/>
              </a:lnSpc>
            </a:pPr>
            <a:r>
              <a:rPr lang="en-US" sz="1700" dirty="0"/>
              <a:t>_____ </a:t>
            </a:r>
            <a:r>
              <a:rPr lang="en-US" sz="1700" dirty="0">
                <a:solidFill>
                  <a:srgbClr val="7030A0"/>
                </a:solidFill>
              </a:rPr>
              <a:t>Most people </a:t>
            </a:r>
            <a:r>
              <a:rPr lang="en-US" sz="1700" dirty="0"/>
              <a:t>in this country are willing to </a:t>
            </a:r>
            <a:r>
              <a:rPr lang="en-US" sz="1700" dirty="0">
                <a:solidFill>
                  <a:srgbClr val="7030A0"/>
                </a:solidFill>
              </a:rPr>
              <a:t>give up certain freedoms</a:t>
            </a:r>
            <a:r>
              <a:rPr lang="en-US" sz="1700" dirty="0"/>
              <a:t> to </a:t>
            </a:r>
            <a:r>
              <a:rPr lang="en-US" sz="1700" dirty="0">
                <a:solidFill>
                  <a:srgbClr val="0070C0"/>
                </a:solidFill>
              </a:rPr>
              <a:t>gain more safety and stability.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7BC3A0-E55F-14A0-7770-60737C6A6C0A}"/>
              </a:ext>
            </a:extLst>
          </p:cNvPr>
          <p:cNvSpPr txBox="1"/>
          <p:nvPr/>
        </p:nvSpPr>
        <p:spPr>
          <a:xfrm>
            <a:off x="8296917" y="273020"/>
            <a:ext cx="1077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Page 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85CCBD-7A33-9FBB-DCAF-FD2CEA7D5EEC}"/>
              </a:ext>
            </a:extLst>
          </p:cNvPr>
          <p:cNvSpPr txBox="1"/>
          <p:nvPr/>
        </p:nvSpPr>
        <p:spPr>
          <a:xfrm>
            <a:off x="7137344" y="1795141"/>
            <a:ext cx="577811" cy="375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29D722-0C9C-EF76-F864-85CB038D1360}"/>
              </a:ext>
            </a:extLst>
          </p:cNvPr>
          <p:cNvSpPr txBox="1"/>
          <p:nvPr/>
        </p:nvSpPr>
        <p:spPr>
          <a:xfrm>
            <a:off x="7097141" y="5270422"/>
            <a:ext cx="658218" cy="375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9137D5-5A2D-8C1C-84A3-DDFB6CBEA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paper&#10;&#10;AI-generated content may be incorrect.">
            <a:extLst>
              <a:ext uri="{FF2B5EF4-FFF2-40B4-BE49-F238E27FC236}">
                <a16:creationId xmlns:a16="http://schemas.microsoft.com/office/drawing/2014/main" id="{E6C60BA5-4552-3BF7-FB0B-A78986C54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46" y="544151"/>
            <a:ext cx="6644323" cy="62549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D9CBF5-142C-6A1B-84B7-67C724B1B82B}"/>
              </a:ext>
            </a:extLst>
          </p:cNvPr>
          <p:cNvSpPr txBox="1"/>
          <p:nvPr/>
        </p:nvSpPr>
        <p:spPr>
          <a:xfrm>
            <a:off x="6967393" y="3734164"/>
            <a:ext cx="4151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6F7605-A7AB-2034-D4EA-269F84AF6AC7}"/>
              </a:ext>
            </a:extLst>
          </p:cNvPr>
          <p:cNvSpPr txBox="1"/>
          <p:nvPr/>
        </p:nvSpPr>
        <p:spPr>
          <a:xfrm>
            <a:off x="6967393" y="4569220"/>
            <a:ext cx="611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66C13F-53E1-CA95-6E36-A11E43364C56}"/>
              </a:ext>
            </a:extLst>
          </p:cNvPr>
          <p:cNvSpPr txBox="1"/>
          <p:nvPr/>
        </p:nvSpPr>
        <p:spPr>
          <a:xfrm>
            <a:off x="7053196" y="2986706"/>
            <a:ext cx="746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E766D82-AE1F-E408-FA02-91DBE840520F}"/>
              </a:ext>
            </a:extLst>
          </p:cNvPr>
          <p:cNvCxnSpPr/>
          <p:nvPr/>
        </p:nvCxnSpPr>
        <p:spPr>
          <a:xfrm>
            <a:off x="920010" y="4274680"/>
            <a:ext cx="98732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65AB1B-BB80-64B5-DFFF-32708A6B9360}"/>
              </a:ext>
            </a:extLst>
          </p:cNvPr>
          <p:cNvCxnSpPr/>
          <p:nvPr/>
        </p:nvCxnSpPr>
        <p:spPr>
          <a:xfrm>
            <a:off x="5963234" y="4212972"/>
            <a:ext cx="6283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1A76F84-E19D-1676-5064-8DE5F73F9BDE}"/>
              </a:ext>
            </a:extLst>
          </p:cNvPr>
          <p:cNvCxnSpPr/>
          <p:nvPr/>
        </p:nvCxnSpPr>
        <p:spPr>
          <a:xfrm flipV="1">
            <a:off x="532933" y="4527121"/>
            <a:ext cx="2333683" cy="4209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36F6CCB-3BB8-BDB5-3480-4118614EA2D7}"/>
              </a:ext>
            </a:extLst>
          </p:cNvPr>
          <p:cNvCxnSpPr>
            <a:cxnSpLocks/>
          </p:cNvCxnSpPr>
          <p:nvPr/>
        </p:nvCxnSpPr>
        <p:spPr>
          <a:xfrm flipV="1">
            <a:off x="493664" y="3356038"/>
            <a:ext cx="1542699" cy="1561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A8CB61A-2ED0-0752-0F14-C76A3AAA8CEC}"/>
              </a:ext>
            </a:extLst>
          </p:cNvPr>
          <p:cNvCxnSpPr>
            <a:cxnSpLocks/>
          </p:cNvCxnSpPr>
          <p:nvPr/>
        </p:nvCxnSpPr>
        <p:spPr>
          <a:xfrm flipV="1">
            <a:off x="3242474" y="3029301"/>
            <a:ext cx="2625393" cy="4487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54E862F-70FB-E537-F2F1-7604483F0432}"/>
              </a:ext>
            </a:extLst>
          </p:cNvPr>
          <p:cNvCxnSpPr/>
          <p:nvPr/>
        </p:nvCxnSpPr>
        <p:spPr>
          <a:xfrm flipV="1">
            <a:off x="493664" y="6664461"/>
            <a:ext cx="4695416" cy="5609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385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94B8B-F193-F81E-6A90-8A22C366F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98" y="157076"/>
            <a:ext cx="10443850" cy="471224"/>
          </a:xfrm>
        </p:spPr>
        <p:txBody>
          <a:bodyPr>
            <a:noAutofit/>
          </a:bodyPr>
          <a:lstStyle/>
          <a:p>
            <a:r>
              <a:rPr lang="en-US" sz="4000" dirty="0"/>
              <a:t>Reading 1. reading comprehension </a:t>
            </a:r>
          </a:p>
        </p:txBody>
      </p:sp>
      <p:pic>
        <p:nvPicPr>
          <p:cNvPr id="7" name="Picture 6" descr="A close-up of a text&#10;&#10;AI-generated content may be incorrect.">
            <a:extLst>
              <a:ext uri="{FF2B5EF4-FFF2-40B4-BE49-F238E27FC236}">
                <a16:creationId xmlns:a16="http://schemas.microsoft.com/office/drawing/2014/main" id="{DA42465C-88EA-D167-A6B5-CF5ABE0CC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02" y="680193"/>
            <a:ext cx="5897787" cy="4626694"/>
          </a:xfrm>
          <a:prstGeom prst="rect">
            <a:avLst/>
          </a:prstGeom>
        </p:spPr>
      </p:pic>
      <p:pic>
        <p:nvPicPr>
          <p:cNvPr id="8" name="Content Placeholder 4" descr="A close-up of a paper&#10;&#10;AI-generated content may be incorrect.">
            <a:extLst>
              <a:ext uri="{FF2B5EF4-FFF2-40B4-BE49-F238E27FC236}">
                <a16:creationId xmlns:a16="http://schemas.microsoft.com/office/drawing/2014/main" id="{109E2066-FB22-59D7-E335-CE9D85DAE7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8889" y="745807"/>
            <a:ext cx="6085386" cy="4504981"/>
          </a:xfrm>
          <a:prstGeom prst="rect">
            <a:avLst/>
          </a:prstGeom>
        </p:spPr>
      </p:pic>
      <p:pic>
        <p:nvPicPr>
          <p:cNvPr id="12" name="Picture 11" descr="A close up of text&#10;&#10;AI-generated content may be incorrect.">
            <a:extLst>
              <a:ext uri="{FF2B5EF4-FFF2-40B4-BE49-F238E27FC236}">
                <a16:creationId xmlns:a16="http://schemas.microsoft.com/office/drawing/2014/main" id="{476C75E5-F27F-05F0-FCBE-4A204933F0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368" y="5368295"/>
            <a:ext cx="9904880" cy="133262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AB2C5F5-231B-CDBC-F4E6-AEADC09610BA}"/>
                  </a:ext>
                </a:extLst>
              </p14:cNvPr>
              <p14:cNvContentPartPr/>
              <p14:nvPr/>
            </p14:nvContentPartPr>
            <p14:xfrm>
              <a:off x="1607946" y="5773983"/>
              <a:ext cx="380880" cy="3373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AB2C5F5-231B-CDBC-F4E6-AEADC09610B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99306" y="5764983"/>
                <a:ext cx="398520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6D038FC-5C68-8239-147A-36B629832D1B}"/>
                  </a:ext>
                </a:extLst>
              </p14:cNvPr>
              <p14:cNvContentPartPr/>
              <p14:nvPr/>
            </p14:nvContentPartPr>
            <p14:xfrm>
              <a:off x="399786" y="1234023"/>
              <a:ext cx="708120" cy="205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6D038FC-5C68-8239-147A-36B629832D1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0786" y="1225383"/>
                <a:ext cx="72576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9FD10B3-DCB1-E2CE-896C-F91E9AB14E16}"/>
                  </a:ext>
                </a:extLst>
              </p14:cNvPr>
              <p14:cNvContentPartPr/>
              <p14:nvPr/>
            </p14:nvContentPartPr>
            <p14:xfrm>
              <a:off x="7331226" y="944583"/>
              <a:ext cx="2365200" cy="2134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9FD10B3-DCB1-E2CE-896C-F91E9AB14E1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22226" y="935583"/>
                <a:ext cx="2382840" cy="23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2346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F3F34-977A-7755-C962-413617F3C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60EE8-1962-C878-8C7A-A35C1D44B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398" y="157076"/>
            <a:ext cx="10443850" cy="471224"/>
          </a:xfrm>
        </p:spPr>
        <p:txBody>
          <a:bodyPr>
            <a:noAutofit/>
          </a:bodyPr>
          <a:lstStyle/>
          <a:p>
            <a:r>
              <a:rPr lang="en-US" sz="4000" dirty="0"/>
              <a:t>Reading 1. reading comprehension </a:t>
            </a:r>
          </a:p>
        </p:txBody>
      </p:sp>
      <p:pic>
        <p:nvPicPr>
          <p:cNvPr id="7" name="Picture 6" descr="A close-up of a text&#10;&#10;AI-generated content may be incorrect.">
            <a:extLst>
              <a:ext uri="{FF2B5EF4-FFF2-40B4-BE49-F238E27FC236}">
                <a16:creationId xmlns:a16="http://schemas.microsoft.com/office/drawing/2014/main" id="{E5906048-A801-A7EC-F11C-57CDCCDA8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02" y="680193"/>
            <a:ext cx="5897787" cy="3538389"/>
          </a:xfrm>
          <a:prstGeom prst="rect">
            <a:avLst/>
          </a:prstGeom>
        </p:spPr>
      </p:pic>
      <p:pic>
        <p:nvPicPr>
          <p:cNvPr id="8" name="Content Placeholder 4" descr="A close-up of a paper&#10;&#10;AI-generated content may be incorrect.">
            <a:extLst>
              <a:ext uri="{FF2B5EF4-FFF2-40B4-BE49-F238E27FC236}">
                <a16:creationId xmlns:a16="http://schemas.microsoft.com/office/drawing/2014/main" id="{3CB53786-F2A9-ED18-35C0-BC12D21268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8889" y="745807"/>
            <a:ext cx="6085386" cy="3399847"/>
          </a:xfrm>
          <a:prstGeom prst="rect">
            <a:avLst/>
          </a:prstGeom>
        </p:spPr>
      </p:pic>
      <p:pic>
        <p:nvPicPr>
          <p:cNvPr id="4" name="Picture 3" descr="A yellow and white circles&#10;&#10;AI-generated content may be incorrect.">
            <a:extLst>
              <a:ext uri="{FF2B5EF4-FFF2-40B4-BE49-F238E27FC236}">
                <a16:creationId xmlns:a16="http://schemas.microsoft.com/office/drawing/2014/main" id="{6D27516B-DA7D-3CD8-677E-A3EC44CEC9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949"/>
          <a:stretch>
            <a:fillRect/>
          </a:stretch>
        </p:blipFill>
        <p:spPr>
          <a:xfrm>
            <a:off x="106116" y="4336089"/>
            <a:ext cx="11600413" cy="24630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5A2166-8434-CD82-5D35-5F3C717E1852}"/>
              </a:ext>
            </a:extLst>
          </p:cNvPr>
          <p:cNvSpPr txBox="1"/>
          <p:nvPr/>
        </p:nvSpPr>
        <p:spPr>
          <a:xfrm>
            <a:off x="4667368" y="5875793"/>
            <a:ext cx="1671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Mexico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294573-F31A-E130-F841-AE89AD584792}"/>
              </a:ext>
            </a:extLst>
          </p:cNvPr>
          <p:cNvSpPr txBox="1"/>
          <p:nvPr/>
        </p:nvSpPr>
        <p:spPr>
          <a:xfrm>
            <a:off x="4583220" y="5060054"/>
            <a:ext cx="1912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Singapore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F0D65A-C492-D615-3C71-62D33542E10A}"/>
              </a:ext>
            </a:extLst>
          </p:cNvPr>
          <p:cNvSpPr txBox="1"/>
          <p:nvPr/>
        </p:nvSpPr>
        <p:spPr>
          <a:xfrm>
            <a:off x="4717856" y="6362632"/>
            <a:ext cx="2311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Singapore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450CF1-BFC4-BC9F-1CF7-F155435A5C89}"/>
              </a:ext>
            </a:extLst>
          </p:cNvPr>
          <p:cNvSpPr txBox="1"/>
          <p:nvPr/>
        </p:nvSpPr>
        <p:spPr>
          <a:xfrm>
            <a:off x="5132982" y="4808254"/>
            <a:ext cx="1480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Both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3BD288-C029-A4DB-858A-1F99AB4F1210}"/>
              </a:ext>
            </a:extLst>
          </p:cNvPr>
          <p:cNvSpPr txBox="1"/>
          <p:nvPr/>
        </p:nvSpPr>
        <p:spPr>
          <a:xfrm>
            <a:off x="4667368" y="5467923"/>
            <a:ext cx="1509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Both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D4279F8-F569-F937-32DA-14CEE8BD69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9407" y="4737485"/>
            <a:ext cx="5723883" cy="1223752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D981BEF-D383-EFB4-57BB-4B04ABB08091}"/>
              </a:ext>
            </a:extLst>
          </p:cNvPr>
          <p:cNvCxnSpPr/>
          <p:nvPr/>
        </p:nvCxnSpPr>
        <p:spPr>
          <a:xfrm>
            <a:off x="454395" y="880741"/>
            <a:ext cx="158757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C2342D7-CE3F-E4C4-C14A-06F547A06210}"/>
              </a:ext>
            </a:extLst>
          </p:cNvPr>
          <p:cNvCxnSpPr/>
          <p:nvPr/>
        </p:nvCxnSpPr>
        <p:spPr>
          <a:xfrm flipV="1">
            <a:off x="914400" y="3938091"/>
            <a:ext cx="3881993" cy="3926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7227517-E76B-FB68-2006-3D8DA68A3BE1}"/>
              </a:ext>
            </a:extLst>
          </p:cNvPr>
          <p:cNvCxnSpPr/>
          <p:nvPr/>
        </p:nvCxnSpPr>
        <p:spPr>
          <a:xfrm flipV="1">
            <a:off x="1739043" y="2782469"/>
            <a:ext cx="4033458" cy="4487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19FAB35-CEBC-C705-13A1-71386E21270E}"/>
              </a:ext>
            </a:extLst>
          </p:cNvPr>
          <p:cNvCxnSpPr/>
          <p:nvPr/>
        </p:nvCxnSpPr>
        <p:spPr>
          <a:xfrm>
            <a:off x="409516" y="3001252"/>
            <a:ext cx="121172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AB74BE6-FCD2-A466-42BB-47D685A9753A}"/>
              </a:ext>
            </a:extLst>
          </p:cNvPr>
          <p:cNvCxnSpPr/>
          <p:nvPr/>
        </p:nvCxnSpPr>
        <p:spPr>
          <a:xfrm flipV="1">
            <a:off x="7747156" y="2081242"/>
            <a:ext cx="4022238" cy="4487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864D25F-C3B4-8E99-C95E-D3D087B2D085}"/>
              </a:ext>
            </a:extLst>
          </p:cNvPr>
          <p:cNvCxnSpPr/>
          <p:nvPr/>
        </p:nvCxnSpPr>
        <p:spPr>
          <a:xfrm>
            <a:off x="6339093" y="2300025"/>
            <a:ext cx="145294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308DAC3-2319-96CC-226C-474630FF2AC7}"/>
              </a:ext>
            </a:extLst>
          </p:cNvPr>
          <p:cNvCxnSpPr>
            <a:cxnSpLocks/>
          </p:cNvCxnSpPr>
          <p:nvPr/>
        </p:nvCxnSpPr>
        <p:spPr>
          <a:xfrm flipV="1">
            <a:off x="8263259" y="2445730"/>
            <a:ext cx="2810518" cy="4502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5AC3C3D-127E-22C9-850E-B327FF0BC7C6}"/>
              </a:ext>
            </a:extLst>
          </p:cNvPr>
          <p:cNvCxnSpPr/>
          <p:nvPr/>
        </p:nvCxnSpPr>
        <p:spPr>
          <a:xfrm flipV="1">
            <a:off x="740496" y="3214425"/>
            <a:ext cx="4799197" cy="5609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F597F1A-0030-DF82-A9E0-FC3F0E2C91C2}"/>
              </a:ext>
            </a:extLst>
          </p:cNvPr>
          <p:cNvCxnSpPr/>
          <p:nvPr/>
        </p:nvCxnSpPr>
        <p:spPr>
          <a:xfrm>
            <a:off x="454395" y="3429000"/>
            <a:ext cx="68439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805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0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1B71B-EBA9-52EB-3C02-17C241545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571" y="134636"/>
            <a:ext cx="10230677" cy="62829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Vocabulary extension – word partners </a:t>
            </a:r>
          </a:p>
        </p:txBody>
      </p:sp>
      <p:pic>
        <p:nvPicPr>
          <p:cNvPr id="5" name="Content Placeholder 4" descr="A paper with text and words&#10;&#10;AI-generated content may be incorrect.">
            <a:extLst>
              <a:ext uri="{FF2B5EF4-FFF2-40B4-BE49-F238E27FC236}">
                <a16:creationId xmlns:a16="http://schemas.microsoft.com/office/drawing/2014/main" id="{B40CDA4D-772F-8E8F-39CA-F6658A7FB7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53" y="823188"/>
            <a:ext cx="11387380" cy="574191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1126FB-8F93-6E56-734A-680686EC18DC}"/>
              </a:ext>
            </a:extLst>
          </p:cNvPr>
          <p:cNvSpPr txBox="1"/>
          <p:nvPr/>
        </p:nvSpPr>
        <p:spPr>
          <a:xfrm>
            <a:off x="3399548" y="3995644"/>
            <a:ext cx="2277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Make a living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416F6C-B44A-D0B8-D7AD-471F3A377B53}"/>
              </a:ext>
            </a:extLst>
          </p:cNvPr>
          <p:cNvSpPr txBox="1"/>
          <p:nvPr/>
        </p:nvSpPr>
        <p:spPr>
          <a:xfrm>
            <a:off x="7500324" y="4414925"/>
            <a:ext cx="2933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Standard of living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A427C2-EB67-A68D-24C3-05E58247C6AD}"/>
              </a:ext>
            </a:extLst>
          </p:cNvPr>
          <p:cNvSpPr txBox="1"/>
          <p:nvPr/>
        </p:nvSpPr>
        <p:spPr>
          <a:xfrm>
            <a:off x="2288804" y="4688351"/>
            <a:ext cx="2883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Cost of living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B586F7-3064-D5CB-48B7-4609FD10E4A6}"/>
              </a:ext>
            </a:extLst>
          </p:cNvPr>
          <p:cNvSpPr txBox="1"/>
          <p:nvPr/>
        </p:nvSpPr>
        <p:spPr>
          <a:xfrm>
            <a:off x="7073978" y="1127573"/>
            <a:ext cx="2193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Page 14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78DCA7-BD5C-91CC-F8A1-B2C629BCD149}"/>
              </a:ext>
            </a:extLst>
          </p:cNvPr>
          <p:cNvSpPr txBox="1"/>
          <p:nvPr/>
        </p:nvSpPr>
        <p:spPr>
          <a:xfrm>
            <a:off x="1868069" y="5598596"/>
            <a:ext cx="250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Living the dream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745186-2C38-D703-C4D6-E3B5BA692C2D}"/>
              </a:ext>
            </a:extLst>
          </p:cNvPr>
          <p:cNvSpPr txBox="1"/>
          <p:nvPr/>
        </p:nvSpPr>
        <p:spPr>
          <a:xfrm>
            <a:off x="8263259" y="6052991"/>
            <a:ext cx="270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Do for a living </a:t>
            </a:r>
          </a:p>
        </p:txBody>
      </p:sp>
    </p:spTree>
    <p:extLst>
      <p:ext uri="{BB962C8B-B14F-4D97-AF65-F5344CB8AC3E}">
        <p14:creationId xmlns:p14="http://schemas.microsoft.com/office/powerpoint/2010/main" val="341871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8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99562-50D5-26C5-60D8-00394CB4B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215979"/>
            <a:ext cx="10058400" cy="33939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Vocabulary extension – word forms</a:t>
            </a:r>
            <a:endParaRPr lang="en-US" dirty="0"/>
          </a:p>
        </p:txBody>
      </p:sp>
      <p:pic>
        <p:nvPicPr>
          <p:cNvPr id="5" name="Content Placeholder 4" descr="A close-up of a paper&#10;&#10;AI-generated content may be incorrect.">
            <a:extLst>
              <a:ext uri="{FF2B5EF4-FFF2-40B4-BE49-F238E27FC236}">
                <a16:creationId xmlns:a16="http://schemas.microsoft.com/office/drawing/2014/main" id="{1D0B1361-A279-412F-220B-DB15BAA2DB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833" y="746104"/>
            <a:ext cx="11353974" cy="5778112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59E3F8-8EA7-9CDB-3970-0185D549A268}"/>
              </a:ext>
            </a:extLst>
          </p:cNvPr>
          <p:cNvSpPr txBox="1"/>
          <p:nvPr/>
        </p:nvSpPr>
        <p:spPr>
          <a:xfrm>
            <a:off x="6928123" y="1093914"/>
            <a:ext cx="1638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Page 14</a:t>
            </a:r>
          </a:p>
        </p:txBody>
      </p:sp>
    </p:spTree>
    <p:extLst>
      <p:ext uri="{BB962C8B-B14F-4D97-AF65-F5344CB8AC3E}">
        <p14:creationId xmlns:p14="http://schemas.microsoft.com/office/powerpoint/2010/main" val="2584547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CB13D-B977-B47F-DDE6-5D65CFCF4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2 – work in pair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408EC-1688-42F6-6468-306BEF767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332" y="2490758"/>
            <a:ext cx="9680915" cy="368144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dirty="0"/>
              <a:t>Vocabulary – A page 10</a:t>
            </a:r>
          </a:p>
          <a:p>
            <a:pPr>
              <a:lnSpc>
                <a:spcPct val="150000"/>
              </a:lnSpc>
            </a:pPr>
            <a:r>
              <a:rPr lang="en-US" sz="4000" dirty="0"/>
              <a:t>Reading – A, B, C page 11 - 13</a:t>
            </a:r>
          </a:p>
        </p:txBody>
      </p:sp>
    </p:spTree>
    <p:extLst>
      <p:ext uri="{BB962C8B-B14F-4D97-AF65-F5344CB8AC3E}">
        <p14:creationId xmlns:p14="http://schemas.microsoft.com/office/powerpoint/2010/main" val="16216797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EE27A-DF8C-1180-5CC1-E0788B9DF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286102"/>
            <a:ext cx="10058400" cy="673178"/>
          </a:xfrm>
        </p:spPr>
        <p:txBody>
          <a:bodyPr>
            <a:normAutofit fontScale="90000"/>
          </a:bodyPr>
          <a:lstStyle/>
          <a:p>
            <a:r>
              <a:rPr lang="en-US" dirty="0"/>
              <a:t>Reading 2 – vocabulary </a:t>
            </a:r>
          </a:p>
        </p:txBody>
      </p:sp>
      <p:pic>
        <p:nvPicPr>
          <p:cNvPr id="5" name="Content Placeholder 4" descr="A close up of a questionnaire&#10;&#10;AI-generated content may be incorrect.">
            <a:extLst>
              <a:ext uri="{FF2B5EF4-FFF2-40B4-BE49-F238E27FC236}">
                <a16:creationId xmlns:a16="http://schemas.microsoft.com/office/drawing/2014/main" id="{2E55AC4A-266B-BA78-1753-8DFBD62DFE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76" y="1047348"/>
            <a:ext cx="7971867" cy="552455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51DEF5-4FE0-37DE-6C40-89E9F3B88E85}"/>
              </a:ext>
            </a:extLst>
          </p:cNvPr>
          <p:cNvSpPr txBox="1"/>
          <p:nvPr/>
        </p:nvSpPr>
        <p:spPr>
          <a:xfrm>
            <a:off x="2232707" y="2620314"/>
            <a:ext cx="2019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Long-term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D8ABFE-0D94-34B6-2C6C-C8B04FD8957E}"/>
              </a:ext>
            </a:extLst>
          </p:cNvPr>
          <p:cNvSpPr txBox="1"/>
          <p:nvPr/>
        </p:nvSpPr>
        <p:spPr>
          <a:xfrm>
            <a:off x="1816798" y="3031756"/>
            <a:ext cx="1952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communities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6B2AB8-FA28-93EF-B6DC-27829B6B9411}"/>
              </a:ext>
            </a:extLst>
          </p:cNvPr>
          <p:cNvSpPr txBox="1"/>
          <p:nvPr/>
        </p:nvSpPr>
        <p:spPr>
          <a:xfrm>
            <a:off x="4877734" y="2980372"/>
            <a:ext cx="1823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support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81170A-053B-E63B-2DF0-514C31AA9D6C}"/>
              </a:ext>
            </a:extLst>
          </p:cNvPr>
          <p:cNvSpPr txBox="1"/>
          <p:nvPr/>
        </p:nvSpPr>
        <p:spPr>
          <a:xfrm>
            <a:off x="2232707" y="3950032"/>
            <a:ext cx="223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Well-being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3EDEC8-5151-5872-50EA-CE43720C59B2}"/>
              </a:ext>
            </a:extLst>
          </p:cNvPr>
          <p:cNvSpPr txBox="1"/>
          <p:nvPr/>
        </p:nvSpPr>
        <p:spPr>
          <a:xfrm>
            <a:off x="2339293" y="4362412"/>
            <a:ext cx="2019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volunteered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53A99F-AF4D-4936-52C3-FD8583EEEAB7}"/>
              </a:ext>
            </a:extLst>
          </p:cNvPr>
          <p:cNvSpPr txBox="1"/>
          <p:nvPr/>
        </p:nvSpPr>
        <p:spPr>
          <a:xfrm>
            <a:off x="2869420" y="4648489"/>
            <a:ext cx="1929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grateful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E41D51-0354-60E3-2A34-B4594D278B31}"/>
              </a:ext>
            </a:extLst>
          </p:cNvPr>
          <p:cNvSpPr txBox="1"/>
          <p:nvPr/>
        </p:nvSpPr>
        <p:spPr>
          <a:xfrm>
            <a:off x="2339293" y="5032046"/>
            <a:ext cx="1480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mood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B6E1A1-3FB3-EB15-E8B2-12366F97FC0E}"/>
              </a:ext>
            </a:extLst>
          </p:cNvPr>
          <p:cNvSpPr txBox="1"/>
          <p:nvPr/>
        </p:nvSpPr>
        <p:spPr>
          <a:xfrm>
            <a:off x="1310437" y="5318123"/>
            <a:ext cx="1593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factors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4D0ADB-E737-D9EA-D148-EB5CC80A69A4}"/>
              </a:ext>
            </a:extLst>
          </p:cNvPr>
          <p:cNvSpPr txBox="1"/>
          <p:nvPr/>
        </p:nvSpPr>
        <p:spPr>
          <a:xfrm>
            <a:off x="3820285" y="5736636"/>
            <a:ext cx="1744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track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065BF5-0F2E-3F7F-F24D-2B79D261F232}"/>
              </a:ext>
            </a:extLst>
          </p:cNvPr>
          <p:cNvSpPr txBox="1"/>
          <p:nvPr/>
        </p:nvSpPr>
        <p:spPr>
          <a:xfrm>
            <a:off x="3651208" y="6120193"/>
            <a:ext cx="1744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boost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41AC58E-A298-64AF-F1B9-ED98BC01F9E9}"/>
              </a:ext>
            </a:extLst>
          </p:cNvPr>
          <p:cNvCxnSpPr>
            <a:cxnSpLocks/>
          </p:cNvCxnSpPr>
          <p:nvPr/>
        </p:nvCxnSpPr>
        <p:spPr>
          <a:xfrm>
            <a:off x="3259936" y="4016487"/>
            <a:ext cx="101815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1539284-BBB1-AE07-B3BE-A2E2ED3D56B7}"/>
              </a:ext>
            </a:extLst>
          </p:cNvPr>
          <p:cNvSpPr txBox="1"/>
          <p:nvPr/>
        </p:nvSpPr>
        <p:spPr>
          <a:xfrm>
            <a:off x="8283672" y="2739597"/>
            <a:ext cx="4280290" cy="3366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Retirement 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Interpersonal AND intrapersonal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(btw ppl)	(within person’s mind)		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Well-being: </a:t>
            </a:r>
            <a:r>
              <a:rPr lang="en-US" dirty="0"/>
              <a:t>general health &amp; happiness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Temperature</a:t>
            </a:r>
            <a:r>
              <a:rPr lang="en-US" dirty="0"/>
              <a:t> /ˈ</a:t>
            </a:r>
            <a:r>
              <a:rPr lang="en-US" dirty="0" err="1"/>
              <a:t>tem.prə.tʃər</a:t>
            </a:r>
            <a:r>
              <a:rPr lang="en-US" dirty="0"/>
              <a:t>/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Boost one’s confidence</a:t>
            </a:r>
          </a:p>
        </p:txBody>
      </p:sp>
    </p:spTree>
    <p:extLst>
      <p:ext uri="{BB962C8B-B14F-4D97-AF65-F5344CB8AC3E}">
        <p14:creationId xmlns:p14="http://schemas.microsoft.com/office/powerpoint/2010/main" val="3770104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8" grpId="0"/>
      <p:bldP spid="9" grpId="0"/>
      <p:bldP spid="10" grpId="0"/>
      <p:bldP spid="11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3973C-A4FB-9A99-ED00-3983B2A67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17" y="140246"/>
            <a:ext cx="10718731" cy="403906"/>
          </a:xfrm>
        </p:spPr>
        <p:txBody>
          <a:bodyPr>
            <a:normAutofit fontScale="90000"/>
          </a:bodyPr>
          <a:lstStyle/>
          <a:p>
            <a:r>
              <a:rPr lang="en-US" dirty="0"/>
              <a:t>Reading 2 – main ideas</a:t>
            </a:r>
          </a:p>
        </p:txBody>
      </p:sp>
      <p:pic>
        <p:nvPicPr>
          <p:cNvPr id="5" name="Content Placeholder 4" descr="A page of a magazine&#10;&#10;AI-generated content may be incorrect.">
            <a:extLst>
              <a:ext uri="{FF2B5EF4-FFF2-40B4-BE49-F238E27FC236}">
                <a16:creationId xmlns:a16="http://schemas.microsoft.com/office/drawing/2014/main" id="{A913A94E-ACD4-5AD2-5F7D-600974698F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34" y="768934"/>
            <a:ext cx="6248137" cy="5948820"/>
          </a:xfrm>
        </p:spPr>
      </p:pic>
      <p:pic>
        <p:nvPicPr>
          <p:cNvPr id="7" name="Picture 6" descr="A page of a book&#10;&#10;AI-generated content may be incorrect.">
            <a:extLst>
              <a:ext uri="{FF2B5EF4-FFF2-40B4-BE49-F238E27FC236}">
                <a16:creationId xmlns:a16="http://schemas.microsoft.com/office/drawing/2014/main" id="{C255A47D-8969-D622-650B-85D89E7331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083" y="78350"/>
            <a:ext cx="5690453" cy="478536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411009-163E-E8CF-D654-E65F5D9DFA62}"/>
              </a:ext>
            </a:extLst>
          </p:cNvPr>
          <p:cNvCxnSpPr>
            <a:cxnSpLocks/>
          </p:cNvCxnSpPr>
          <p:nvPr/>
        </p:nvCxnSpPr>
        <p:spPr>
          <a:xfrm>
            <a:off x="409517" y="2507588"/>
            <a:ext cx="224392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6C4D8D0-62D6-4C92-5A03-BD5DA035572F}"/>
              </a:ext>
            </a:extLst>
          </p:cNvPr>
          <p:cNvCxnSpPr/>
          <p:nvPr/>
        </p:nvCxnSpPr>
        <p:spPr>
          <a:xfrm>
            <a:off x="942449" y="3152717"/>
            <a:ext cx="124537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3F101AD7-A129-D3DA-1E6C-5C16AD91C2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404" y="4863710"/>
            <a:ext cx="5423810" cy="18540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8A82335-7F29-14F3-227A-805408ABF3B8}"/>
                  </a:ext>
                </a:extLst>
              </p14:cNvPr>
              <p14:cNvContentPartPr/>
              <p14:nvPr/>
            </p14:nvContentPartPr>
            <p14:xfrm>
              <a:off x="6751947" y="5933989"/>
              <a:ext cx="367200" cy="343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8A82335-7F29-14F3-227A-805408ABF3B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43307" y="5925349"/>
                <a:ext cx="384840" cy="361080"/>
              </a:xfrm>
              <a:prstGeom prst="rect">
                <a:avLst/>
              </a:prstGeom>
            </p:spPr>
          </p:pic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C71E36-14B1-79D3-1812-C5D6418523AA}"/>
              </a:ext>
            </a:extLst>
          </p:cNvPr>
          <p:cNvCxnSpPr/>
          <p:nvPr/>
        </p:nvCxnSpPr>
        <p:spPr>
          <a:xfrm>
            <a:off x="718868" y="2921479"/>
            <a:ext cx="188055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938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4D275-9F5B-6A0F-35DE-AC785F554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57891"/>
            <a:ext cx="10058400" cy="389059"/>
          </a:xfrm>
        </p:spPr>
        <p:txBody>
          <a:bodyPr>
            <a:noAutofit/>
          </a:bodyPr>
          <a:lstStyle/>
          <a:p>
            <a:r>
              <a:rPr lang="en-US" sz="3500" dirty="0">
                <a:solidFill>
                  <a:srgbClr val="FF0000"/>
                </a:solidFill>
              </a:rPr>
              <a:t>Reading 2 – details  </a:t>
            </a:r>
          </a:p>
        </p:txBody>
      </p:sp>
      <p:pic>
        <p:nvPicPr>
          <p:cNvPr id="5" name="Content Placeholder 4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A16D14D9-8AE6-BE3F-B672-9AA8FE5B25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533"/>
          <a:stretch>
            <a:fillRect/>
          </a:stretch>
        </p:blipFill>
        <p:spPr>
          <a:xfrm>
            <a:off x="178976" y="446949"/>
            <a:ext cx="6266701" cy="1799783"/>
          </a:xfrm>
        </p:spPr>
      </p:pic>
      <p:pic>
        <p:nvPicPr>
          <p:cNvPr id="7" name="Picture 6" descr="A close-up of a paper&#10;&#10;AI-generated content may be incorrect.">
            <a:extLst>
              <a:ext uri="{FF2B5EF4-FFF2-40B4-BE49-F238E27FC236}">
                <a16:creationId xmlns:a16="http://schemas.microsoft.com/office/drawing/2014/main" id="{9FDD82C9-79E5-8594-5602-214F0D9163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30" y="2472960"/>
            <a:ext cx="3043948" cy="4327148"/>
          </a:xfrm>
          <a:prstGeom prst="rect">
            <a:avLst/>
          </a:prstGeom>
        </p:spPr>
      </p:pic>
      <p:pic>
        <p:nvPicPr>
          <p:cNvPr id="9" name="Picture 8" descr="A close-up of a text&#10;&#10;AI-generated content may be incorrect.">
            <a:extLst>
              <a:ext uri="{FF2B5EF4-FFF2-40B4-BE49-F238E27FC236}">
                <a16:creationId xmlns:a16="http://schemas.microsoft.com/office/drawing/2014/main" id="{CBAAF6DC-C558-2FC8-BAAB-8B73124EAA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0278" y="2472960"/>
            <a:ext cx="3152716" cy="4229712"/>
          </a:xfrm>
          <a:prstGeom prst="rect">
            <a:avLst/>
          </a:prstGeom>
        </p:spPr>
      </p:pic>
      <p:pic>
        <p:nvPicPr>
          <p:cNvPr id="10" name="Content Placeholder 4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C0587820-F5E5-F9F7-9302-06D35EE532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475"/>
          <a:stretch>
            <a:fillRect/>
          </a:stretch>
        </p:blipFill>
        <p:spPr>
          <a:xfrm>
            <a:off x="6445678" y="732082"/>
            <a:ext cx="5615426" cy="1514651"/>
          </a:xfrm>
          <a:prstGeom prst="rect">
            <a:avLst/>
          </a:prstGeom>
        </p:spPr>
      </p:pic>
      <p:pic>
        <p:nvPicPr>
          <p:cNvPr id="12" name="Picture 11" descr="A page of a book&#10;&#10;AI-generated content may be incorrect.">
            <a:extLst>
              <a:ext uri="{FF2B5EF4-FFF2-40B4-BE49-F238E27FC236}">
                <a16:creationId xmlns:a16="http://schemas.microsoft.com/office/drawing/2014/main" id="{65898646-C5E9-BE58-7F8C-F6B87DDAC9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994" y="2472960"/>
            <a:ext cx="5778110" cy="417080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6AB7C95-3135-7E69-31AC-94BAEF77BB87}"/>
                  </a:ext>
                </a:extLst>
              </p14:cNvPr>
              <p14:cNvContentPartPr/>
              <p14:nvPr/>
            </p14:nvContentPartPr>
            <p14:xfrm>
              <a:off x="490506" y="1173273"/>
              <a:ext cx="334800" cy="241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6AB7C95-3135-7E69-31AC-94BAEF77BB8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1866" y="1164273"/>
                <a:ext cx="35244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1DF772C-CD77-E903-6E49-29412542AE40}"/>
                  </a:ext>
                </a:extLst>
              </p14:cNvPr>
              <p14:cNvContentPartPr/>
              <p14:nvPr/>
            </p14:nvContentPartPr>
            <p14:xfrm>
              <a:off x="540186" y="1552713"/>
              <a:ext cx="253800" cy="231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1DF772C-CD77-E903-6E49-29412542AE4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31186" y="1543713"/>
                <a:ext cx="27144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220924D-CBFE-1463-00B6-B5EFD5478B29}"/>
                  </a:ext>
                </a:extLst>
              </p14:cNvPr>
              <p14:cNvContentPartPr/>
              <p14:nvPr/>
            </p14:nvContentPartPr>
            <p14:xfrm>
              <a:off x="6777186" y="736233"/>
              <a:ext cx="250200" cy="2361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220924D-CBFE-1463-00B6-B5EFD5478B2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768186" y="727233"/>
                <a:ext cx="26784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73C0061-B7C5-77F3-5466-C6D395B35BDA}"/>
                  </a:ext>
                </a:extLst>
              </p14:cNvPr>
              <p14:cNvContentPartPr/>
              <p14:nvPr/>
            </p14:nvContentPartPr>
            <p14:xfrm>
              <a:off x="6775746" y="1734513"/>
              <a:ext cx="253080" cy="1994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73C0061-B7C5-77F3-5466-C6D395B35BD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766746" y="1725873"/>
                <a:ext cx="270720" cy="217080"/>
              </a:xfrm>
              <a:prstGeom prst="rect">
                <a:avLst/>
              </a:prstGeom>
            </p:spPr>
          </p:pic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D455ABA-7470-4DD9-B37B-C8FA2BFB8B61}"/>
              </a:ext>
            </a:extLst>
          </p:cNvPr>
          <p:cNvCxnSpPr/>
          <p:nvPr/>
        </p:nvCxnSpPr>
        <p:spPr>
          <a:xfrm>
            <a:off x="1666115" y="5396642"/>
            <a:ext cx="12005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B1A469-E7B1-1D90-D1D2-70F0C37A77AC}"/>
              </a:ext>
            </a:extLst>
          </p:cNvPr>
          <p:cNvCxnSpPr/>
          <p:nvPr/>
        </p:nvCxnSpPr>
        <p:spPr>
          <a:xfrm>
            <a:off x="4566390" y="5621036"/>
            <a:ext cx="152961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A46951D-F7F5-BEA4-0BB2-50C5EF3556C7}"/>
              </a:ext>
            </a:extLst>
          </p:cNvPr>
          <p:cNvCxnSpPr>
            <a:cxnSpLocks/>
          </p:cNvCxnSpPr>
          <p:nvPr/>
        </p:nvCxnSpPr>
        <p:spPr>
          <a:xfrm>
            <a:off x="7174954" y="3926870"/>
            <a:ext cx="190733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D0E2A0E-C7D9-7309-3A64-86E5FC26E37D}"/>
              </a:ext>
            </a:extLst>
          </p:cNvPr>
          <p:cNvCxnSpPr/>
          <p:nvPr/>
        </p:nvCxnSpPr>
        <p:spPr>
          <a:xfrm>
            <a:off x="7303980" y="4285899"/>
            <a:ext cx="175587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0503482-EB36-B333-8CEE-51FA473E453D}"/>
              </a:ext>
            </a:extLst>
          </p:cNvPr>
          <p:cNvCxnSpPr/>
          <p:nvPr/>
        </p:nvCxnSpPr>
        <p:spPr>
          <a:xfrm>
            <a:off x="9531077" y="2737590"/>
            <a:ext cx="190172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0CFE727-D8BB-85C2-6E37-BF00CFE59473}"/>
              </a:ext>
            </a:extLst>
          </p:cNvPr>
          <p:cNvCxnSpPr/>
          <p:nvPr/>
        </p:nvCxnSpPr>
        <p:spPr>
          <a:xfrm>
            <a:off x="9497418" y="4644928"/>
            <a:ext cx="172782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E101544-B5D5-2619-4A09-D3E874049A54}"/>
              </a:ext>
            </a:extLst>
          </p:cNvPr>
          <p:cNvCxnSpPr/>
          <p:nvPr/>
        </p:nvCxnSpPr>
        <p:spPr>
          <a:xfrm>
            <a:off x="403907" y="6355921"/>
            <a:ext cx="163245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90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FF00A-B8D5-57CD-FC9F-FF324D345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E9F8C-8250-98C4-C63D-1CD85C7C1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17" y="140246"/>
            <a:ext cx="10718731" cy="403906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Reading 2 – infer meanings</a:t>
            </a:r>
          </a:p>
        </p:txBody>
      </p:sp>
      <p:pic>
        <p:nvPicPr>
          <p:cNvPr id="5" name="Content Placeholder 4" descr="A page of a magazine&#10;&#10;AI-generated content may be incorrect.">
            <a:extLst>
              <a:ext uri="{FF2B5EF4-FFF2-40B4-BE49-F238E27FC236}">
                <a16:creationId xmlns:a16="http://schemas.microsoft.com/office/drawing/2014/main" id="{2EAB1A85-0233-C70E-DE64-DFC016ACDC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34" y="768934"/>
            <a:ext cx="6248137" cy="5948820"/>
          </a:xfrm>
        </p:spPr>
      </p:pic>
      <p:pic>
        <p:nvPicPr>
          <p:cNvPr id="7" name="Picture 6" descr="A page of a book&#10;&#10;AI-generated content may be incorrect.">
            <a:extLst>
              <a:ext uri="{FF2B5EF4-FFF2-40B4-BE49-F238E27FC236}">
                <a16:creationId xmlns:a16="http://schemas.microsoft.com/office/drawing/2014/main" id="{BE90EAA4-80FE-49AA-66BC-96A00E95BB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083" y="78350"/>
            <a:ext cx="5690453" cy="3882180"/>
          </a:xfrm>
          <a:prstGeom prst="rect">
            <a:avLst/>
          </a:prstGeom>
        </p:spPr>
      </p:pic>
      <p:pic>
        <p:nvPicPr>
          <p:cNvPr id="4" name="Picture 3" descr="A close-up of a text&#10;&#10;AI-generated content may be incorrect.">
            <a:extLst>
              <a:ext uri="{FF2B5EF4-FFF2-40B4-BE49-F238E27FC236}">
                <a16:creationId xmlns:a16="http://schemas.microsoft.com/office/drawing/2014/main" id="{B39E5471-0D41-98F1-5C24-FB84C1506A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474" y="3960530"/>
            <a:ext cx="5672195" cy="275722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40094C7-375A-4064-24DE-0389F71AAE16}"/>
              </a:ext>
            </a:extLst>
          </p:cNvPr>
          <p:cNvCxnSpPr>
            <a:cxnSpLocks/>
          </p:cNvCxnSpPr>
          <p:nvPr/>
        </p:nvCxnSpPr>
        <p:spPr>
          <a:xfrm>
            <a:off x="9200099" y="5654694"/>
            <a:ext cx="51049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4B8133B-3711-9557-3E02-F5DAA9C31AEE}"/>
              </a:ext>
            </a:extLst>
          </p:cNvPr>
          <p:cNvCxnSpPr/>
          <p:nvPr/>
        </p:nvCxnSpPr>
        <p:spPr>
          <a:xfrm>
            <a:off x="8970095" y="5968844"/>
            <a:ext cx="37024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7599B80-104A-AC59-E5EB-3A9559F22A52}"/>
              </a:ext>
            </a:extLst>
          </p:cNvPr>
          <p:cNvCxnSpPr/>
          <p:nvPr/>
        </p:nvCxnSpPr>
        <p:spPr>
          <a:xfrm>
            <a:off x="9244977" y="6266164"/>
            <a:ext cx="54415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86E7024-3086-AC2F-A8CB-D2409351C927}"/>
              </a:ext>
            </a:extLst>
          </p:cNvPr>
          <p:cNvCxnSpPr/>
          <p:nvPr/>
        </p:nvCxnSpPr>
        <p:spPr>
          <a:xfrm>
            <a:off x="10153767" y="6574704"/>
            <a:ext cx="35902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7F9F975-63B0-55D4-D553-C820F0824F88}"/>
              </a:ext>
            </a:extLst>
          </p:cNvPr>
          <p:cNvCxnSpPr/>
          <p:nvPr/>
        </p:nvCxnSpPr>
        <p:spPr>
          <a:xfrm>
            <a:off x="8784971" y="768934"/>
            <a:ext cx="38146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2B88524-94F9-5678-C87D-B3A4BDA1A63B}"/>
              </a:ext>
            </a:extLst>
          </p:cNvPr>
          <p:cNvCxnSpPr/>
          <p:nvPr/>
        </p:nvCxnSpPr>
        <p:spPr>
          <a:xfrm>
            <a:off x="4757124" y="6591533"/>
            <a:ext cx="56659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069147-4EEA-1A38-24BD-FFF26B14BB37}"/>
              </a:ext>
            </a:extLst>
          </p:cNvPr>
          <p:cNvCxnSpPr/>
          <p:nvPr/>
        </p:nvCxnSpPr>
        <p:spPr>
          <a:xfrm>
            <a:off x="8442773" y="1615627"/>
            <a:ext cx="47122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24DCC0B-B0A3-6CB2-52B2-31DECBD4C287}"/>
              </a:ext>
            </a:extLst>
          </p:cNvPr>
          <p:cNvCxnSpPr/>
          <p:nvPr/>
        </p:nvCxnSpPr>
        <p:spPr>
          <a:xfrm>
            <a:off x="11455244" y="2468319"/>
            <a:ext cx="47122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611466-4F19-1801-CF4A-BD864D8F8932}"/>
              </a:ext>
            </a:extLst>
          </p:cNvPr>
          <p:cNvCxnSpPr>
            <a:cxnSpLocks/>
          </p:cNvCxnSpPr>
          <p:nvPr/>
        </p:nvCxnSpPr>
        <p:spPr>
          <a:xfrm>
            <a:off x="9564736" y="2631004"/>
            <a:ext cx="176148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8876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>
    <a:lnDef>
      <a:spPr>
        <a:ln w="19050">
          <a:solidFill>
            <a:srgbClr val="FF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smtClean="0">
            <a:solidFill>
              <a:srgbClr val="FF000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588</TotalTime>
  <Words>978</Words>
  <Application>Microsoft Office PowerPoint</Application>
  <PresentationFormat>Widescreen</PresentationFormat>
  <Paragraphs>122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Rockwell</vt:lpstr>
      <vt:lpstr>Rockwell Condensed</vt:lpstr>
      <vt:lpstr>Wingdings</vt:lpstr>
      <vt:lpstr>Wood Type</vt:lpstr>
      <vt:lpstr>Syllabus </vt:lpstr>
      <vt:lpstr>Mark allocation</vt:lpstr>
      <vt:lpstr>Unit 1 happiness</vt:lpstr>
      <vt:lpstr>Lead – in </vt:lpstr>
      <vt:lpstr>Reading skill 1 – inferring meaning from context (p. 7)</vt:lpstr>
      <vt:lpstr>Practice 1 </vt:lpstr>
      <vt:lpstr>Reading skill 2 – identifying the main idea (p. 8)</vt:lpstr>
      <vt:lpstr>Practice 2</vt:lpstr>
      <vt:lpstr>Reading 1 – group work</vt:lpstr>
      <vt:lpstr>Reading 1. vocabulary development  </vt:lpstr>
      <vt:lpstr>Reading 1. main ideas </vt:lpstr>
      <vt:lpstr>Reading 1. main ideas </vt:lpstr>
      <vt:lpstr>Reading 1. main ideas </vt:lpstr>
      <vt:lpstr>Reading 1. reading comprehension </vt:lpstr>
      <vt:lpstr>Reading 1. reading comprehension </vt:lpstr>
      <vt:lpstr>Vocabulary extension – word partners </vt:lpstr>
      <vt:lpstr>Vocabulary extension – word forms</vt:lpstr>
      <vt:lpstr>Reading 2 – work in pair  </vt:lpstr>
      <vt:lpstr>Reading 2 – vocabulary </vt:lpstr>
      <vt:lpstr>Reading 2 – main ideas</vt:lpstr>
      <vt:lpstr>Reading 2 – details  </vt:lpstr>
      <vt:lpstr>Reading 2 – infer meanings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Vu Thu Ha</dc:creator>
  <cp:lastModifiedBy>Vu Thu Ha</cp:lastModifiedBy>
  <cp:revision>19</cp:revision>
  <dcterms:created xsi:type="dcterms:W3CDTF">2025-11-06T08:24:37Z</dcterms:created>
  <dcterms:modified xsi:type="dcterms:W3CDTF">2025-11-20T03:13:50Z</dcterms:modified>
</cp:coreProperties>
</file>