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5" r:id="rId3"/>
    <p:sldId id="266" r:id="rId4"/>
    <p:sldId id="267" r:id="rId5"/>
    <p:sldId id="268" r:id="rId6"/>
    <p:sldId id="257" r:id="rId7"/>
    <p:sldId id="259" r:id="rId8"/>
    <p:sldId id="258" r:id="rId9"/>
    <p:sldId id="260" r:id="rId10"/>
    <p:sldId id="270" r:id="rId11"/>
    <p:sldId id="262" r:id="rId12"/>
    <p:sldId id="263" r:id="rId13"/>
    <p:sldId id="261" r:id="rId14"/>
    <p:sldId id="264" r:id="rId15"/>
    <p:sldId id="26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6" autoAdjust="0"/>
    <p:restoredTop sz="94660"/>
  </p:normalViewPr>
  <p:slideViewPr>
    <p:cSldViewPr snapToGrid="0">
      <p:cViewPr varScale="1">
        <p:scale>
          <a:sx n="85" d="100"/>
          <a:sy n="85" d="100"/>
        </p:scale>
        <p:origin x="90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1T06:06:54.1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2762 235 4607 0 0,'0'0'13232'0'0,"0"0"-13190"0"0,1-1 0 0 0,-1 1 0 0 0,0-1 0 0 0,0 1 0 0 0,0 0 0 0 0,0-1 0 0 0,0 1 0 0 0,0-1 0 0 0,0 1 0 0 0,0 0 0 0 0,1-1 0 0 0,-2 1 0 0 0,1-1 0 0 0,0 1 0 0 0,0-1 0 0 0,0 1 0 0 0,0 0 0 0 0,0-1 0 0 0,0 1 0 0 0,0-1 0 0 0,0 1 0 0 0,-1 0 0 0 0,1-1 0 0 0,-28-5 1593 0 0,-39-12 0 0 0,6 1-841 0 0,-16-9-198 0 0,52 16-234 0 0,-52-12-1 0 0,-10 3-157 0 0,-95-13-41 0 0,-28-7 559 0 0,134 27-562 0 0,-1 3 0 0 0,-134 1 0 0 0,103 4-121 0 0,51 1 11 0 0,-63 5 0 0 0,30-1 197 0 0,20-1-4 0 0,-117 5-21 0 0,-82 15-145 0 0,34 28-13 0 0,180-31 141 0 0,-69 30 0 0 0,117-44-150 0 0,-84 35-40 0 0,85-35-8 0 0,-1 0 0 0 0,1 1 0 0 0,0-1 0 0 0,0 1 0 0 0,0 1 0 0 0,-6 5 0 0 0,-3 4 19 0 0,13-14-20 0 0,0 1-1 0 0,1 1 1 0 0,-1-1 0 0 0,1 0 0 0 0,-1 0 0 0 0,1 1 0 0 0,0-1 0 0 0,-1 1 0 0 0,1-1-1 0 0,0 1 1 0 0,0-1 0 0 0,0 1 0 0 0,0 0 0 0 0,0-1 0 0 0,0 1 0 0 0,0 2-1 0 0,-2 4 13 0 0,-2 2-13 0 0,-5 8 40 0 0,1 0 1 0 0,1 0 0 0 0,-7 23 0 0 0,5-7 19 0 0,1 4 84 0 0,-3 49-1 0 0,11-83-143 0 0,0 1 9 0 0,1 0 0 0 0,-1 0 1 0 0,1 1-1 0 0,-1-1 1 0 0,2 0-1 0 0,-1 0 0 0 0,2 11 1 0 0,3 14 40 0 0,-3-12-41 0 0,0-6-17 0 0,1-1 3 0 0,-2-5 0 0 0,8 21 0 0 0,-3-10 14 0 0,-3-10 3 0 0,0 1-1 0 0,0-1 1 0 0,1 0-1 0 0,0 0 1 0 0,0 0 0 0 0,0 0-1 0 0,11 11 1 0 0,-11-12-5 0 0,1-1 0 0 0,-1 1 1 0 0,2-1-1 0 0,7 7 0 0 0,-1-2 33 0 0,-10-8-44 0 0,-1 0 0 0 0,1 0 0 0 0,0 0 0 0 0,0 0 0 0 0,0-1 0 0 0,0 1 0 0 0,0-1-1 0 0,1 1 1 0 0,-1-1 0 0 0,0 0 0 0 0,4 1 0 0 0,3 3-1 0 0,-5-2 1 0 0,15 9 51 0 0,62 31 55 0 0,24 14-11 0 0,-11-10-32 0 0,-84-42-64 0 0,0 0 0 0 0,21 7 0 0 0,1 1 0 0 0,29 11 69 0 0,126 32 1 0 0,-159-51-41 0 0,54 4 1 0 0,-54-7 24 0 0,135 10 113 0 0,22-7-46 0 0,-137-5-114 0 0,226-5 270 0 0,-170-1-227 0 0,64-1 52 0 0,-128 6-102 0 0,-23 0 0 0 0,-1 0 0 0 0,28 4 0 0 0,-24-1 0 0 0,0-1 0 0 0,28-3 0 0 0,-5 1 0 0 0,158-11 1 0 0,-149 8 9 0 0,-27 0 15 0 0,32-8 0 0 0,-29 6-22 0 0,27-6 2 0 0,72-25 1 0 0,-67 8 47 0 0,-49 24-41 0 0,-1 0 1 0 0,0-1-1 0 0,0 0 1 0 0,0-1-1 0 0,10-9 1 0 0,-4 2 11 0 0,-1-1 0 0 0,0-1 0 0 0,-1 0 0 0 0,-1-1 0 0 0,15-26 0 0 0,-14 23 2 0 0,-10 15-16 0 0,-2 2-10 0 0,0 0 0 0 0,0-1 0 0 0,-1 1 0 0 0,1 0 1 0 0,-1 0-1 0 0,1-4 0 0 0,8-28 53 0 0,-8 32-41 0 0,-1 2-12 0 0,-1 0 0 0 0,0 1 0 0 0,1-1 0 0 0,-1 0 0 0 0,0 0 0 0 0,1 0 0 0 0,-1 0 0 0 0,0 0 0 0 0,0 0-1 0 0,0 0 1 0 0,0 0 0 0 0,0 0 0 0 0,0 0 0 0 0,0 0 0 0 0,0-2 0 0 0,-3-65 0 0 0,2 57 0 0 0,0 5 0 0 0,-7-13 0 0 0,-10-32 0 0 0,13 38 0 0 0,0 1 0 0 0,-1-5 0 0 0,5 16 0 0 0,-15-24 0 0 0,1 3 0 0 0,7 12 0 0 0,0 0 0 0 0,-3-4 0 0 0,9 10 0 0 0,-15-16 0 0 0,14 18 0 0 0,-17-23 0 0 0,-4-14 0 0 0,7 13 0 0 0,6 8 0 0 0,-4-5 0 0 0,-6-7 0 0 0,14 23 0 0 0,3 1-437 0 0,0 1-1 0 0,-1 0 1 0 0,0 0 0 0 0,0 0-1 0 0,0 0 1 0 0,-1 1 0 0 0,0 0-1 0 0,-10-6 1 0 0,-5 1-843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1T06:07:04.6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754 799 2759 0 0,'0'0'5395'0'0,"-3"-2"-3755"0"0,-5-4-859 0 0,8 6-684 0 0,-1-1 0 0 0,1 1-1 0 0,0 0 1 0 0,0 0-1 0 0,0 0 1 0 0,0-1-1 0 0,-1 1 1 0 0,1 0 0 0 0,0 0-1 0 0,0 0 1 0 0,0-1-1 0 0,0 1 1 0 0,0 0-1 0 0,0 0 1 0 0,0-1 0 0 0,0 1-1 0 0,0 0 1 0 0,0 0-1 0 0,0-1 1 0 0,0 1 0 0 0,0 0-1 0 0,0 0 1 0 0,0-1-1 0 0,0 1 1 0 0,0 0-1 0 0,0 0 1 0 0,0-1 0 0 0,0 1-1 0 0,0 0 1 0 0,0 0-1 0 0,1 0 1 0 0,-1-1-1 0 0,0 1 1 0 0,0 0 0 0 0,0 0-1 0 0,0 0 1 0 0,0-1-1 0 0,1 1 1 0 0,-1 0 0 0 0,0 0-1 0 0,0 0 1 0 0,0 0-1 0 0,1 0 1 0 0,-1-1-1 0 0,0 1 1 0 0,0 0 0 0 0,1 0-1 0 0,-1 0 1 0 0,0 0-1 0 0,0 0 1 0 0,1 0-1 0 0,7-4 2945 0 0,-4 3-3750 0 0,2 2 943 0 0,-1-1 0 0 0,1 1 1 0 0,-1 0-1 0 0,8 3 0 0 0,18 4 224 0 0,188-2 1414 0 0,-64-4-1143 0 0,57 1-44 0 0,-24-1-188 0 0,-123-2-263 0 0,112-7 105 0 0,66 2 146 0 0,-52 4-285 0 0,-39-5-56 0 0,6-8 101 0 0,-142 13-233 0 0,109-4 123 0 0,-85 3-54 0 0,-9 0-23 0 0,-22 2-50 0 0,0-1 0 0 0,0 0 0 0 0,0-1 0 0 0,17-5 0 0 0,-4 1 82 0 0,-13 4-70 0 0,29-9 95 0 0,-28 7-92 0 0,3-1 19 0 0,5 0-1 0 0,-14 3-25 0 0,15-12 87 0 0,-9 5-39 0 0,0 1-1 0 0,-1-1 0 0 0,0 0 0 0 0,15-21 0 0 0,-7 6 17 0 0,14-28-1 0 0,-29 48-79 0 0,0 0 0 0 0,0 1 0 0 0,0-1 0 0 0,-1 0 0 0 0,1 0 0 0 0,-1 0 0 0 0,0 0 0 0 0,1-7-1 0 0,2-14 17 0 0,-2 15 46 0 0,0 0 0 0 0,-1 0 0 0 0,-1 0-1 0 0,-1-16 1 0 0,0 9-39 0 0,1 0 0 0 0,4-27-1 0 0,-2 34-22 0 0,-2 4 0 0 0,1 0 0 0 0,-1 0 0 0 0,0-1 0 0 0,0 1 0 0 0,-2-12 0 0 0,1 7 0 0 0,-2-3 0 0 0,1 10 0 0 0,-5-9 0 0 0,5 9 0 0 0,1 2 0 0 0,0 0 0 0 0,0 0 0 0 0,-1 0 0 0 0,1 1 0 0 0,0-1 0 0 0,-1 0 0 0 0,1 1 0 0 0,-1-1 0 0 0,0 1 0 0 0,1 0 0 0 0,-4-2 0 0 0,3 1 0 0 0,1 0 0 0 0,-1 1 0 0 0,0-1 0 0 0,0 1 0 0 0,0-1 0 0 0,-1 1 0 0 0,1 0 0 0 0,0 0 0 0 0,0 0 0 0 0,-1 0 0 0 0,-2-1 0 0 0,-4-1 0 0 0,-14-8-8 0 0,-1 0 0 0 0,-1 2-1 0 0,-28-8 1 0 0,-78-12-30 0 0,115 26 37 0 0,-417-49 1 0 0,311 41 0 0 0,31 3-6 0 0,-281-16-52 0 0,155 12 83 0 0,68 3 3 0 0,74 7-15 0 0,-36-2-15 0 0,91 4 2 0 0,1 0 0 0 0,-22 4 0 0 0,-6-1 0 0 0,-11-2 0 0 0,-76 6 0 0 0,54-3 0 0 0,51-4 0 0 0,-45 7 0 0 0,-62 11 64 0 0,46 1-64 0 0,-94 22 168 0 0,102-20-168 0 0,56-14 0 0 0,13-2 0 0 0,1 0 0 0 0,0 1 0 0 0,-1 1 0 0 0,7-4 0 0 0,-7 9 0 0 0,-16 12 0 0 0,28-23 0 0 0,0-1 0 0 0,0 1 0 0 0,0 0 0 0 0,0 0 0 0 0,0 0 0 0 0,0 0 0 0 0,0-1 0 0 0,-1 1 0 0 0,1 0 0 0 0,0-1 0 0 0,0 1 0 0 0,-3 0 0 0 0,1 1 0 0 0,-7 10 0 0 0,-15 19 0 0 0,17-19 0 0 0,2 1 0 0 0,-1 1 0 0 0,1 0 0 0 0,-3 4 0 0 0,9-15-7 0 0,-2 18 105 0 0,1-8-26 0 0,0 1 5 0 0,0-1-10 0 0,1 4-63 0 0,2 1 61 0 0,2 1-46 0 0,2 5 34 0 0,-1-1-53 0 0,-1-11 38 0 0,1 0 0 0 0,0 0 0 0 0,1-1 0 0 0,12 20-1 0 0,-10-17-6 0 0,-7-11-21 0 0,1 0 1 0 0,0 0-1 0 0,-1-1 1 0 0,1 1-1 0 0,1 0 0 0 0,-1-1 1 0 0,0 0-1 0 0,0 1 1 0 0,1-1-1 0 0,4 3 1 0 0,-1 0-7 0 0,12 13 52 0 0,-16-16-55 0 0,-1 0 0 0 0,1 0 0 0 0,0 0 0 0 0,0 0 0 0 0,0-1 0 0 0,0 1 0 0 0,3 1 0 0 0,26 19 52 0 0,-27-19-55 0 0,17 6 15 0 0,42 14 115 0 0,-49-18-86 0 0,0 1-31 0 0,1 0-11 0 0,-2-1 11 0 0,0 0 31 0 0,0 0-31 0 0,1-1-11 0 0,5 3 0 0 0,-10-5 0 0 0,4 1 0 0 0,15 0 75 0 0,42 7 198 0 0,-15-4-213 0 0,-53-6-49 0 0,54 2 106 0 0,-26-2-53 0 0,-26-1-64 0 0,20 3 117 0 0,-9 0-99 0 0,-14 0-30 0 0,27-2 104 0 0,-19 0-62 0 0,29 0 120 0 0,-33 0-108 0 0,5 1-20 0 0,4 0 20 0 0,-1 1-20 0 0,0-1 20 0 0,-2 1-154 0 0,-9-2-521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1T06:07:16.1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126 793 6935 0 0,'0'0'10080'0'0,"4"7"-8800"0"0,31 8 1 0 0,-29-12-1234 0 0,-4-2 73 0 0,9 2 120 0 0,2 0 18 0 0,24 10 0 0 0,-35-12-151 0 0,65 0 638 0 0,3 3-158 0 0,-1 2-262 0 0,-24-7-213 0 0,-24 1-27 0 0,-1 0 1 0 0,23 3-1 0 0,-25-3-10 0 0,1 0-1 0 0,-1-1 1 0 0,1 0 0 0 0,27-7-1 0 0,-6 2 76 0 0,-10-1-22 0 0,-25 7-115 0 0,-4 0-8 0 0,1 0 0 0 0,0 0-1 0 0,0 0 1 0 0,-1-1 0 0 0,1 1 0 0 0,0-1-1 0 0,-1 1 1 0 0,1-1 0 0 0,0 1-1 0 0,2-3 1 0 0,42-15 143 0 0,-44 17-68 0 0,-1 1-67 0 0,-1 0-10 0 0,1 0 1 0 0,-1 0-1 0 0,1 0 1 0 0,-1 0-1 0 0,0 0 1 0 0,1 0-1 0 0,-1 0 1 0 0,1 0-1 0 0,-1 0 1 0 0,0-1-1 0 0,1 1 1 0 0,-1 0-1 0 0,0 0 1 0 0,1 0-1 0 0,-1-1 1 0 0,1 1-1 0 0,-1 0 0 0 0,0 0 1 0 0,0-1-1 0 0,1 0 1 0 0,13-8 6 0 0,-3 1-10 0 0,-1 3 0 0 0,-2 1 11 0 0,-5 2 33 0 0,-1 1 0 0 0,0 0 0 0 0,1-1 0 0 0,-1 0 1 0 0,0 1-1 0 0,0-1 0 0 0,0 0 0 0 0,0 0 0 0 0,0 0 0 0 0,2-3 0 0 0,6-7 148 0 0,-8 10-125 0 0,11-20 266 0 0,16-21 56 0 0,-16 22-250 0 0,-7 11-75 0 0,6-16 245 0 0,-3 4-159 0 0,-4 10-86 0 0,-2 0-39 0 0,0-1 34 0 0,-1 1 6 0 0,1 2-1 0 0,-1 3-10 0 0,-2 3-43 0 0,1-15-12 0 0,0 15 2 0 0,-2-18 142 0 0,2 19-122 0 0,-9-25-18 0 0,4 15-3 0 0,-11-22 35 0 0,8 18 3 0 0,-5-17-76 0 0,7 21 29 0 0,-1-2 9 0 0,0 0-1 0 0,-12-20 0 0 0,2 10 1 0 0,11 19 0 0 0,4 4 3 0 0,0 0-1 0 0,0 0 1 0 0,-1 0-1 0 0,1 0 1 0 0,-1 0-1 0 0,1 1 1 0 0,-1-1-1 0 0,0 1 1 0 0,-2-3 0 0 0,-4-3 24 0 0,-26-39-16 0 0,1 2-11 0 0,18 28 0 0 0,-10-6 0 0 0,23 19 0 0 0,-14-8 0 0 0,4 4 9 0 0,0 0 8 0 0,0 0 1 0 0,-23-8-1 0 0,24 11-20 0 0,1 1 1 0 0,0 0-1 0 0,-1 1 0 0 0,-13-2 0 0 0,14 3 4 0 0,-29-6-69 0 0,-60-2 0 0 0,96 8 68 0 0,0 1 0 0 0,1 0 0 0 0,-1 0 0 0 0,0 0 0 0 0,0 0 0 0 0,0 0 0 0 0,0 1 0 0 0,-3 0 0 0 0,-3 1 0 0 0,-14 2 0 0 0,-2 0-53 0 0,13-1 42 0 0,0 1 11 0 0,0-1 0 0 0,1 0 0 0 0,-1 2 0 0 0,0 0 0 0 0,0 0 0 0 0,-11 1-19 0 0,22-6 15 0 0,0 0 1 0 0,0 1 0 0 0,0-1-1 0 0,0 1 1 0 0,0-1-1 0 0,0 1 1 0 0,0-1-1 0 0,0 1 1 0 0,0 0 0 0 0,0-1-1 0 0,-1 2 1 0 0,-9 6-1 0 0,-18 12 4 0 0,6-6 0 0 0,6-3 0 0 0,17-11 0 0 0,-2 4 0 0 0,-35 22 0 0 0,26-19 0 0 0,0 0 0 0 0,0 1 0 0 0,2 1 0 0 0,-1 2 59 0 0,1 0 0 0 0,-14 22 0 0 0,23-32-55 0 0,-14 19 71 0 0,9-9-22 0 0,0 0-42 0 0,-1 0-11 0 0,1 0 11 0 0,2-5 9 0 0,0 0-6 0 0,0 1 0 0 0,0 0 0 0 0,1 0 1 0 0,-3 10-1 0 0,3-8 33 0 0,1-8 17 0 0,-2 12 19 0 0,-3 10 61 0 0,6-21-80 0 0,-1-1-11 0 0,0 9-42 0 0,0 4 16 0 0,-3 14 10 0 0,1-16-26 0 0,1 0 31 0 0,2 1-31 0 0,0-4 0 0 0,-3 21 42 0 0,3-24-48 0 0,-1 0 14 0 0,1 0-1 0 0,1 0 1 0 0,-1 0 0 0 0,1 0 0 0 0,1 6-1 0 0,-1-4 4 0 0,0-4 20 0 0,1 5-20 0 0,0-5 20 0 0,23 47 158 0 0,-23-46-163 0 0,16 27 73 0 0,-2-8-35 0 0,-12-20-33 0 0,5 5-20 0 0,1 0 20 0 0,0 1-31 0 0,-2-2 1 0 0,-4-5 48 0 0,4 4 12 0 0,-5-4-12 0 0,29 20 69 0 0,-23-16-118 0 0,1 4-11 0 0,2-3 11 0 0,-2-1 42 0 0,-5-5 0 0 0,4 2-31 0 0,-5-3 20 0 0,5 3-42 0 0,-7-4-53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1T06:07:23.9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2459 818 3223 0 0,'0'0'8947'0'0,"15"7"-5502"0"0,9 0-1813 0 0,0-1 0 0 0,40 5 0 0 0,2 0-612 0 0,-31-4-560 0 0,5 2 112 0 0,-23-5-375 0 0,0-1 0 0 0,0 0 0 0 0,18-1 0 0 0,4 1 27 0 0,4-1-32 0 0,45-3 388 0 0,-20 2-301 0 0,-57-1-226 0 0,-2 0 12 0 0,1 1-54 0 0,4 1 30 0 0,-1 0-7 0 0,-1-1-1 0 0,0 0 1 0 0,13-1-1 0 0,14-1 127 0 0,-9 0 88 0 0,22-10-27 0 0,-39 7-208 0 0,0 0 51 0 0,-4 0 10 0 0,0 1 0 0 0,15-10 0 0 0,-6 4 56 0 0,-17 8-119 0 0,1 1-1 0 0,-1 0 1 0 0,0-1-1 0 0,0 0 1 0 0,0 1-1 0 0,0-1 1 0 0,0 0 0 0 0,0 1-1 0 0,0-1 1 0 0,-1 0-1 0 0,3-1 1 0 0,13-14 76 0 0,-13 13-77 0 0,1 0 0 0 0,10-5 58 0 0,7-5-15 0 0,-5 3-46 0 0,-12 9 9 0 0,3-1 12 0 0,28-20-4 0 0,-26 14 29 0 0,1 1 11 0 0,5-4 1 0 0,-13 9-67 0 0,9-10 70 0 0,-8 9-44 0 0,2-3 11 0 0,1 0-1 0 0,-1 0 0 0 0,0-1 1 0 0,0 1-1 0 0,-1-1 0 0 0,0 0 1 0 0,0 0-1 0 0,0-1 0 0 0,2-8 1 0 0,-1 4 6 0 0,3-7 49 0 0,7-28 0 0 0,-13 42-52 0 0,2-22 4 0 0,-2 11-46 0 0,-1 8 31 0 0,-1 0-1 0 0,1 0 1 0 0,-1 0-1 0 0,-1 0 1 0 0,0 0-1 0 0,-3-15 0 0 0,3 16-12 0 0,0 1 1 0 0,0 0 1 0 0,-1 0-1 0 0,0 1 1 0 0,0-1-1 0 0,0 0 1 0 0,0 1-1 0 0,-1-1 0 0 0,0 1 1 0 0,-5-7-1 0 0,2 4-3 0 0,0 0-1 0 0,-1 1 0 0 0,0 0 1 0 0,0 0-1 0 0,0 1 0 0 0,-1 0 0 0 0,-15-9 1 0 0,-4 0 36 0 0,-34-12 1 0 0,36 16-42 0 0,12 6-7 0 0,-1 0 0 0 0,0 1 0 0 0,-26-4 0 0 0,39 8 0 0 0,-20-5 0 0 0,1 0 0 0 0,-27-12 0 0 0,-8-3 0 0 0,-22 1 32 0 0,-116-14 0 0 0,-20-4 28 0 0,162 26-23 0 0,-1 1 0 0 0,-1 3 0 0 0,-66-1 0 0 0,-157-2-37 0 0,-16 15 64 0 0,160-5 24 0 0,54-1-48 0 0,9-2 133 0 0,-90-14 1 0 0,34-7 15 0 0,118 22-182 0 0,-1 1 0 0 0,0 0-1 0 0,1 0 1 0 0,-15 2 0 0 0,13-1 0 0 0,1 0 1 0 0,0 0-1 0 0,-17-3 1 0 0,2-1 6 0 0,-1 1-1 0 0,0 2 1 0 0,-42 1-1 0 0,21 1-3 0 0,5 1-10 0 0,0 1 0 0 0,-42 9 0 0 0,-156 37 0 0 0,79 1 63 0 0,146-46-62 0 0,-79 36 35 0 0,62-26-19 0 0,-17 11 17 0 0,30-15-20 0 0,-1-1 0 0 0,-23 8-1 0 0,36-16-12 0 0,-7 3 33 0 0,0 0-1 0 0,-18 10 1 0 0,14-3-4 0 0,-1 0 0 0 0,-16 16 0 0 0,22-18-30 0 0,3 0 0 0 0,1-1 0 0 0,0 1 0 0 0,-1 2 0 0 0,1 1 0 0 0,1-1 0 0 0,0 2 0 0 0,2 0 0 0 0,1 0 0 0 0,-1 1 0 0 0,1-1 0 0 0,1 5 0 0 0,2-12 0 0 0,4 16 0 0 0,0-8 0 0 0,1 10 0 0 0,-3-20 0 0 0,8 15 0 0 0,-8-13 0 0 0,1-1 0 0 0,0-1 0 0 0,0 1 0 0 0,0-1 0 0 0,1 1 0 0 0,5 5 0 0 0,9 11 0 0 0,-15-17 0 0 0,14 14 0 0 0,-2-6 21 0 0,2 0 0 0 0,-1-1 0 0 0,1 0 0 0 0,1-2 0 0 0,-1 0 0 0 0,2-1 0 0 0,19 6 0 0 0,42 14-21 0 0,-70-25 0 0 0,1 0 0 0 0,11 1 0 0 0,18 8 0 0 0,17 1 0 0 0,-29-5 0 0 0,-24-5 0 0 0,-2-3 0 0 0,-1 1 0 0 0,1 0 0 0 0,0-1 0 0 0,-1 1 0 0 0,1-1 0 0 0,0 1 0 0 0,-1-1 0 0 0,1 0 0 0 0,0 1 0 0 0,-1-1 0 0 0,1 0 0 0 0,2 0 0 0 0,19 1 13 0 0,8 2 13 0 0,38 7-1 0 0,-42-5-25 0 0,-14-2 0 0 0,3 0 0 0 0,-1-1 0 0 0,23 1 0 0 0,24 2 34 0 0,33 1 49 0 0,55-1-8 0 0,56-3 53 0 0,-165-1-64 0 0,144-8 17 0 0,-1 0 30 0 0,-92 7-47 0 0,41-2-64 0 0,-96 2 64 0 0,7 0 0 0 0,301-5 64 0 0,-332 5-128 0 0,29 5 0 0 0,-35-4 2 0 0,66 11 60 0 0,-33-4-62 0 0,-2-4 64 0 0,-11 0 0 0 0,-12-2-64 0 0,21 3 75 0 0,-34-5-49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0T16:27:54.5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2149 255 11951 0 0,'0'0'7464'0'0,"-2"0"-7221"0"0,-1-2-141 0 0,0 1-1 0 0,1-1 1 0 0,-1 0 0 0 0,1 0-1 0 0,-1 0 1 0 0,1 0 0 0 0,0 0 0 0 0,0-1-1 0 0,0 1 1 0 0,-2-4 0 0 0,-9-9 1176 0 0,10 14-1146 0 0,1 0-1 0 0,-1 0 1 0 0,0-1-1 0 0,1 0 1 0 0,-1 1 0 0 0,1-1-1 0 0,-3-2 1 0 0,-2-1 127 0 0,-2-1-98 0 0,0 0 0 0 0,-19-7 0 0 0,-14-6 151 0 0,26 12-205 0 0,-1 1 0 0 0,0 0 0 0 0,-1 2-1 0 0,1 0 1 0 0,-21-2 0 0 0,-41-9 185 0 0,15 3 5 0 0,42 8-158 0 0,-21-5 1 0 0,0-1-10 0 0,1 3-1 0 0,-46-4 1 0 0,26 5-36 0 0,7 2 42 0 0,-8 0 13 0 0,24 1-149 0 0,28 2 0 0 0,0 1 0 0 0,-13-3 0 0 0,-6-2 70 0 0,-54-1 0 0 0,-8-1 43 0 0,45 5-30 0 0,34 2-79 0 0,-24-3 0 0 0,-20 0 60 0 0,45 2-57 0 0,1 0 0 0 0,-1 0 0 0 0,1 2 0 0 0,-1-1 1 0 0,-13 4-1 0 0,-28 0 14 0 0,37-3-21 0 0,-22 4 0 0 0,18-2 0 0 0,-11 2 22 0 0,-35 12-1 0 0,7-1 0 0 0,-23 6 43 0 0,67-18-48 0 0,0 0 0 0 0,1 0 0 0 0,-16 8 0 0 0,-1-2-16 0 0,24-8 0 0 0,0 0 0 0 0,0 0 0 0 0,-10 5 0 0 0,-3 4 0 0 0,10-6 0 0 0,0 0 0 0 0,1 1 0 0 0,0 1 0 0 0,-14 12 0 0 0,20-16 0 0 0,-12 9 0 0 0,-14 11 0 0 0,6-6 0 0 0,5-1 11 0 0,-7 9 62 0 0,-2 7 24 0 0,19-22-75 0 0,2-2 31 0 0,2-2 7 0 0,3-5-57 0 0,-4 19 82 0 0,3-15-37 0 0,0 5-24 0 0,1-5 24 0 0,-2 8-25 0 0,-3 11 26 0 0,3 0 53 0 0,2-20-83 0 0,0 10-8 0 0,-1-1 0 0 0,1-3 39 0 0,0-5-50 0 0,2 27 136 0 0,-1-23-39 0 0,1 0 0 0 0,1-1 0 0 0,-1 1 0 0 0,2-1 0 0 0,4 13-1 0 0,-4-12 1 0 0,0-1-42 0 0,14 29-46 0 0,-12-24 33 0 0,1 0-31 0 0,9 14 69 0 0,0-8-32 0 0,0 2-48 0 0,-1-3 0 0 0,-5-6 32 0 0,17 13 0 0 0,-8-6-32 0 0,-9-11 0 0 0,1 0 11 0 0,23 15 42 0 0,-27-19-53 0 0,7 5 0 0 0,7 0 0 0 0,-12-6 0 0 0,28 17 0 0 0,-23-12 0 0 0,0-1 0 0 0,7 3 27 0 0,-18-9-4 0 0,18 6-9 0 0,9 2-14 0 0,38 11 216 0 0,-40-15-213 0 0,7 0-72 0 0,-26-4 83 0 0,-1 1 0 0 0,0-1-1 0 0,12 5 1 0 0,9-1-67 0 0,-1 0 117 0 0,-13-2-64 0 0,-1 0 0 0 0,2 1 0 0 0,-1-1 0 0 0,1 0 0 0 0,54 12 0 0 0,-54-12 0 0 0,7 3 0 0 0,-18-6 0 0 0,15 3 0 0 0,-16-3 6 0 0,0 1-1 0 0,0-1 1 0 0,1 1-1 0 0,-1-1 1 0 0,1 0-1 0 0,5-1 1 0 0,19-2 19 0 0,0 3-25 0 0,31 2 11 0 0,-28-2 42 0 0,1 1-42 0 0,15-1 42 0 0,-18 3-29 0 0,6-3 16 0 0,53 2 24 0 0,-72 0-64 0 0,-7 0 0 0 0,0-2 0 0 0,16 1 0 0 0,20-1 0 0 0,-17 2 0 0 0,0-1 0 0 0,1 1 0 0 0,-8-1 1 0 0,-15-1-3 0 0,52-1 14 0 0,-29 1 41 0 0,-1 1-53 0 0,-19-2 0 0 0,39-1 0 0 0,-7-1 0 0 0,0 3 0 0 0,-15 0 0 0 0,-5-1 0 0 0,-14 1 0 0 0,21-4 0 0 0,-15 2 0 0 0,41-4 11 0 0,-39 4 31 0 0,27 2-31 0 0,-15-3-11 0 0,-2-1 0 0 0,-1-2 0 0 0,15-7 0 0 0,-21 8-1 0 0,-16 4 1 0 0,14-9 65 0 0,-5 3-65 0 0,5-3-2 0 0,-13 9 9 0 0,23-14 52 0 0,-16 8-59 0 0,2 2 0 0 0,-1-2 0 0 0,2 0 0 0 0,-1 0 0 0 0,56-33 122 0 0,-67 39-113 0 0,7-4 4 0 0,3-2-13 0 0,-3-1 0 0 0,3-2 0 0 0,-9 8 0 0 0,17-25 0 0 0,-15 21 13 0 0,1 1-1 0 0,-1-1 1 0 0,0 0-1 0 0,5-12 1 0 0,-8 16-12 0 0,2-7 10 0 0,-1 5 31 0 0,1-4-31 0 0,13-40 42 0 0,-15 43-44 0 0,1 1-7 0 0,-1 0 0 0 0,0-1 0 0 0,-1 1 1 0 0,1 0-1 0 0,-1-8 0 0 0,7-36 51 0 0,-7 28-53 0 0,-1 10 0 0 0,1-26 0 0 0,1-8 11 0 0,-1 35 31 0 0,0-4-28 0 0,0 9-16 0 0,-2-18 1 0 0,1 12 1 0 0,-1-1 0 0 0,-12-34 53 0 0,10 35-42 0 0,-1-4-11 0 0,5 14 0 0 0,-17-25 0 0 0,9 8 29 0 0,8 17-25 0 0,-24-23 27 0 0,14 14-31 0 0,3 2-11 0 0,4 5-31 0 0,-4-2 18 0 0,6 3-40 0 0,-3 1-21 0 0,0-1 0 0 0,0 0 0 0 0,1 0 0 0 0,-1 0 0 0 0,0-1 1 0 0,-4-2-1 0 0,-11-4-317 0 0,11 6-277 0 0,0 1 0 0 0,-17-2-1 0 0,9 1-985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0T16:27:57.9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975 132 4607 0 0,'0'0'13067'0'0,"0"-11"-10278"0"0,-9-16 162 0 0,8 26-2521 0 0,-1-3-107 0 0,-1 1-1 0 0,0-1 1 0 0,0 1-1 0 0,0-1 1 0 0,-6-4-1 0 0,-2 0-88 0 0,0 0 0 0 0,-1 1-1 0 0,1 1 1 0 0,-2 0 0 0 0,1 0-1 0 0,-16-4 1 0 0,17 7-154 0 0,-6-1 35 0 0,0 1-1 0 0,-35-1 1 0 0,27 3-96 0 0,-14 1 22 0 0,-48 5 1 0 0,-8 0 76 0 0,75-4-74 0 0,0 2 0 0 0,0 0 1 0 0,-36 10-1 0 0,9-2 27 0 0,34-8-31 0 0,0 1 1 0 0,-17 6-1 0 0,4-1-13 0 0,8-4-17 0 0,4 1 52 0 0,-1 2-70 0 0,-20 10 19 0 0,31-17 3 0 0,-24 16 36 0 0,12-9-2 0 0,16-8-50 0 0,-27 23 134 0 0,20-16-110 0 0,4-4 20 0 0,-3 5-31 0 0,-4 5-6 0 0,8-10-19 0 0,-13 7 152 0 0,14-9-127 0 0,0 0 0 0 0,0 1 0 0 0,0-1 0 0 0,1 0 0 0 0,-1 0 0 0 0,0 0-1 0 0,1 1 1 0 0,-1-1 0 0 0,0 0 0 0 0,1 2 0 0 0,-6 10 123 0 0,-3 1-54 0 0,8-12-84 0 0,-7 20 133 0 0,-2 1-53 0 0,6-10-76 0 0,1 2 0 0 0,0 2 0 0 0,1 0 0 0 0,2-1 0 0 0,-1-1 0 0 0,1 0 0 0 0,-1 10 14 0 0,2-11 24 0 0,0-2-26 0 0,-1-5 19 0 0,0-3-27 0 0,0 1 0 0 0,0-1 0 0 0,1 0 0 0 0,-1 0 1 0 0,1 0-1 0 0,0 0 0 0 0,3 6 0 0 0,5 30-4 0 0,-8-36 0 0 0,5 14 0 0 0,-1-8 0 0 0,1 1 0 0 0,-1 2 0 0 0,-2-7 0 0 0,-3-5 0 0 0,0 0 0 0 0,0 0 0 0 0,0 0 0 0 0,0 0 0 0 0,1-1 0 0 0,-1 1 0 0 0,0 0 0 0 0,1 0 0 0 0,-1 0 0 0 0,1-1 0 0 0,-1 1 0 0 0,1 0 0 0 0,-1 0 0 0 0,1-1 0 0 0,0 2 0 0 0,12 10 0 0 0,-2 0 30 0 0,-10-10-11 0 0,16 23-4 0 0,-10-15-4 0 0,2 0 31 0 0,-2-2-31 0 0,4 6-12 0 0,-10-13-1 0 0,12 9 69 0 0,-3-2-67 0 0,1 0 0 0 0,-1-1 11 0 0,-7-5 31 0 0,10 4-31 0 0,-13-6-10 0 0,26 21-2 0 0,-2-8 65 0 0,-13-6-64 0 0,25 12 0 0 0,-32-16 1 0 0,0 0-5 0 0,15 4 60 0 0,7 3-45 0 0,-13-4 0 0 0,0-2 31 0 0,1 1-31 0 0,0 0-11 0 0,0 0 0 0 0,1-1 0 0 0,45 9 0 0 0,-44-10 0 0 0,7 1 0 0 0,-20-4 0 0 0,19-1 0 0 0,7 3 0 0 0,13-2 64 0 0,-12 4-64 0 0,-2-4 0 0 0,-18-2 19 0 0,-6 1-12 0 0,0 1 1 0 0,1-1-1 0 0,-1 1 1 0 0,0-1 0 0 0,8 2-1 0 0,3-1-7 0 0,-1-1 0 0 0,1 0 0 0 0,-1 0 0 0 0,0-1 0 0 0,-1 0 0 0 0,0 1 0 0 0,0-1 0 0 0,1-1 11 0 0,0-1 31 0 0,-1 1-31 0 0,1-1-11 0 0,-2 0 0 0 0,6-1 22 0 0,-17 4-1 0 0,15-9 0 0 0,-6 3-21 0 0,0 0 11 0 0,0-1 31 0 0,-2 1-20 0 0,-5 5 20 0 0,5-5-31 0 0,1 0-11 0 0,-1-1 0 0 0,1 0 0 0 0,25-28 64 0 0,-27 28-64 0 0,-1-1 0 0 0,2 0 0 0 0,-2 0 11 0 0,1-2 31 0 0,-2 2-31 0 0,0 0-11 0 0,0 0 0 0 0,-1-1 11 0 0,-1 1 31 0 0,11-46 33 0 0,-8 40-78 0 0,-5 7 18 0 0,3-11 26 0 0,-2-4-30 0 0,6-25-11 0 0,-8 39 11 0 0,0 4-8 0 0,-1-5 26 0 0,2-15-8 0 0,1-6-21 0 0,-2 20 11 0 0,0 1 31 0 0,0 0-31 0 0,-2-22-11 0 0,2 10 64 0 0,-1 12-64 0 0,-1-2 0 0 0,0 1 0 0 0,1 1 11 0 0,0 6 31 0 0,-1-6-31 0 0,-2-3-11 0 0,-2 1 0 0 0,-1 0 0 0 0,1 2 0 0 0,-1-1 0 0 0,0 0 0 0 0,1 1 0 0 0,-2 1 0 0 0,0 1 0 0 0,0 0 0 0 0,1 1-12 0 0,-1 1-456 0 0,0 0 0 0 0,0 1 1 0 0,-1 0-1 0 0,0 1 0 0 0,0 0 0 0 0,0 0 0 0 0,-14-3 0 0 0,15 4-750 0 0,-13-4-8273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0T16:28:01.0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1079 80 6447 0 0,'0'0'16956'0'0,"-15"-15"-15320"0"0,8 12-1394 0 0,0 0 0 0 0,0 1 0 0 0,-15-4 0 0 0,-7-2 129 0 0,27 7-277 0 0,-1 1-25 0 0,-1-1 0 0 0,1 0 0 0 0,-1 0 0 0 0,1 0 0 0 0,-7-2 0 0 0,-3-2 100 0 0,-19-4 154 0 0,-47-6-1 0 0,52 12-182 0 0,0 3-122 0 0,-14-1 46 0 0,-133 0 338 0 0,102 2-257 0 0,53-2-101 0 0,-1 1 0 0 0,0 0 0 0 0,-31 6-1 0 0,-25 9 92 0 0,40-8-70 0 0,30-6-56 0 0,-22 8-7 0 0,-8 7 51 0 0,29-14-43 0 0,-18 11 2 0 0,14-7 30 0 0,0-4-31 0 0,-1 2 1 0 0,-3 1 50 0 0,13-5-53 0 0,0 1-1 0 0,0 0 1 0 0,0 0-1 0 0,0 0 0 0 0,0 0 1 0 0,0 0-1 0 0,0 0 0 0 0,0 0 1 0 0,0 0-1 0 0,0 1 1 0 0,1-1-1 0 0,-1 1 0 0 0,1 0 1 0 0,-2 1-1 0 0,-1 1 11 0 0,3-3 34 0 0,-1 0 0 0 0,-4 5-31 0 0,4-5 32 0 0,1 1 5 0 0,-3 6-35 0 0,1-4 24 0 0,-1 3-25 0 0,2-3 19 0 0,-3 7-31 0 0,-1 2-11 0 0,0 1 0 0 0,-3 5-3 0 0,7-14 6 0 0,-4 12 8 0 0,-2 12 42 0 0,2-9 6 0 0,-5 34-1 0 0,7 15-47 0 0,2-36-11 0 0,1-22 17 0 0,0 16 29 0 0,11 38-45 0 0,-8-54 10 0 0,1 0 31 0 0,2 5-31 0 0,-5-16-13 0 0,15 26 68 0 0,-8-16-66 0 0,-1 0 11 0 0,1 0 31 0 0,0 1-30 0 0,-6-9-6 0 0,1 0 1 0 0,-1 0 0 0 0,0 0-1 0 0,1 0 1 0 0,-1 0-1 0 0,1-1 1 0 0,3 3 0 0 0,12 12 3 0 0,-3-3-10 0 0,-12-11 0 0 0,12 7 0 0 0,-11-7 0 0 0,11 8 0 0 0,5-2 0 0 0,7 4 11 0 0,2 1 42 0 0,-15-9-53 0 0,1-4 11 0 0,0 1 31 0 0,0 1-31 0 0,36 9-11 0 0,-19-6 0 0 0,0 0 0 0 0,14 0 0 0 0,17 2 64 0 0,-42-4-64 0 0,-16-1 0 0 0,31-1 0 0 0,-30-2 0 0 0,30 5 0 0 0,-21-4 0 0 0,1 0 0 0 0,-2 0 0 0 0,2 0 0 0 0,-2 0 0 0 0,1 0 0 0 0,-1 0 0 0 0,0-1 0 0 0,-1 0 0 0 0,1 0 0 0 0,1 1 0 0 0,-1-2 0 0 0,0-1 0 0 0,2 0 0 0 0,-2-1 11 0 0,-1 1 31 0 0,2 1-31 0 0,-1-1-11 0 0,1 0 0 0 0,0 0 0 0 0,1 0 0 0 0,-1 1 0 0 0,0 0 0 0 0,-1 0 0 0 0,0-2 0 0 0,-1 0 0 0 0,1-1 0 0 0,0 0 0 0 0,-1 0 0 0 0,7-3 0 0 0,-19 8 0 0 0,29-18 0 0 0,-17 10 0 0 0,-2 0 0 0 0,-3 0 0 0 0,1-1 0 0 0,0-1 0 0 0,-1 1 0 0 0,-1-1 0 0 0,1-2 0 0 0,-1 1 0 0 0,1 0 0 0 0,-2 0 0 0 0,-2 1 0 0 0,1 0 0 0 0,0 0 0 0 0,2-16 0 0 0,-5 26 0 0 0,0-12 0 0 0,1-2 0 0 0,-3 11 0 0 0,2-23 0 0 0,0 8 0 0 0,-2 3 0 0 0,1-8 0 0 0,-2 3 0 0 0,1 0 0 0 0,4-32 0 0 0,-1 4 0 0 0,-5 16 0 0 0,2 21 0 0 0,0 1 0 0 0,-1 1 0 0 0,2-2 0 0 0,-1 0 0 0 0,0 0 0 0 0,-3 1 0 0 0,3-1 0 0 0,-2 1 0 0 0,-1 2-16 0 0,3 6-60 0 0,0 0-227 0 0,-1 0 140 0 0,0 0 0 0 0,1 0 0 0 0,-1 0 0 0 0,1 0 0 0 0,0-1 0 0 0,-1 1 0 0 0,0-4 0 0 0,-2-2-710 0 0,-4-5-627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0T16:34:33.2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1907 140 5983 0 0,'28'27'6424'0'0,"-40"-29"-5393"0"0,-19-4 1092 0 0,-47-14 0 0 0,-1 0-345 0 0,-45-12-150 0 0,95 24-1286 0 0,-15-8 318 0 0,-11-2-33 0 0,-3 3-342 0 0,40 11-194 0 0,0 2 0 0 0,-20 0-1 0 0,7 0-31 0 0,7-2-48 0 0,12 3 14 0 0,1 1 1 0 0,-1 0 0 0 0,0 1-1 0 0,-15 3 1 0 0,13-2 93 0 0,-1 0 0 0 0,-21-1 0 0 0,-51 3 89 0 0,66-4-178 0 0,-19 0 131 0 0,-56-7 0 0 0,-6-7-82 0 0,74 10 20 0 0,0 2-1 0 0,-33 1 1 0 0,50 1-58 0 0,-42 1 39 0 0,45 0-80 0 0,5 0 9 0 0,-1 0 1 0 0,1-1-1 0 0,0 1 1 0 0,0-1 0 0 0,0 0-1 0 0,-5 0 1 0 0,-9 1 80 0 0,0 2-1 0 0,-17 4 1 0 0,-9 1-79 0 0,-6 4 53 0 0,24-4-40 0 0,6-3-9 0 0,-22 5-1 0 0,4 1-14 0 0,3-1 0 0 0,9-3 0 0 0,-38 13 60 0 0,41-10 32 0 0,18-9-92 0 0,-23 14 0 0 0,12-7 0 0 0,13-6 0 0 0,-9 8 0 0 0,3-2 0 0 0,-1 0 0 0 0,0 0 0 0 0,-5 4-1 0 0,12-10 8 0 0,-2 4 40 0 0,-2 4-25 0 0,-1 2 20 0 0,-1 8-35 0 0,2 2 50 0 0,4-19-24 0 0,-3 22 17 0 0,1-9-50 0 0,1-1 0 0 0,0 2 0 0 0,-1 0 0 0 0,0-2 0 0 0,-1 6 0 0 0,5-18 0 0 0,-2 20 0 0 0,0-13 22 0 0,1 29 73 0 0,0-33-85 0 0,1-1-7 0 0,-1-1-1 0 0,1 0 0 0 0,0 0 0 0 0,1 0 0 0 0,0 7 0 0 0,-1-6 14 0 0,5 23 81 0 0,4 14-75 0 0,-3-16 42 0 0,0-3 0 0 0,0-2 0 0 0,-4-17-8 0 0,3 7 22 0 0,1-2 10 0 0,0 3 0 0 0,-2-4-4 0 0,1 0 1 0 0,1 0 0 0 0,-1 0-1 0 0,13 11 1 0 0,-12-12 11 0 0,-4-6-70 0 0,3 4 40 0 0,15 8 114 0 0,-4-1-95 0 0,0-1 1 0 0,2-1-1 0 0,21 9 0 0 0,-16-7-33 0 0,4-3 15 0 0,-20-7-47 0 0,84 25 169 0 0,-60-19-167 0 0,71 20 95 0 0,-97-26-116 0 0,18 3 51 0 0,22 7-41 0 0,-7-3 53 0 0,48 5 0 0 0,4-11-53 0 0,81 7 168 0 0,-112-8-124 0 0,100 0 20 0 0,-21-5 42 0 0,-78-2-105 0 0,62-1 51 0 0,-39-1-63 0 0,-41 2 53 0 0,-37 5-51 0 0,0-1 0 0 0,0 1 0 0 0,0-1 0 0 0,0 0 0 0 0,-1 0 0 0 0,7-2-1 0 0,5-1-3 0 0,-3 2 2 0 0,-7 1 0 0 0,9-3 0 0 0,5-3 0 0 0,8 0 0 0 0,-16 3 0 0 0,0-1 0 0 0,6-2 29 0 0,-17 6-11 0 0,27-16-1 0 0,-17 11-17 0 0,0-2 0 0 0,-9 7 0 0 0,1 0 0 0 0,-1-1 0 0 0,0 1 1 0 0,0-1-1 0 0,0 1 0 0 0,0-1 0 0 0,0 0 0 0 0,0 0 0 0 0,-1 0 0 0 0,2-2 0 0 0,0 1 10 0 0,-2 1 43 0 0,5-5 11 0 0,-1 1-11 0 0,0-1-31 0 0,3 0 33 0 0,-6 5-47 0 0,-1 0 1 0 0,1 0-1 0 0,0-1 0 0 0,-1 1 0 0 0,0 0 0 0 0,1 0 0 0 0,-1-1 1 0 0,0 1-1 0 0,1-4 0 0 0,8-13 39 0 0,-7 10 16 0 0,5-22-41 0 0,17-54 106 0 0,-21 74-128 0 0,-3 6 0 0 0,1 0 0 0 0,-1-1 0 0 0,1 1 0 0 0,-1-8 0 0 0,2-2 11 0 0,-1 9-2 0 0,-1 0 0 0 0,0-1 0 0 0,-1 1 0 0 0,1 0 0 0 0,-1 0 1 0 0,-1-9-1 0 0,0-5 45 0 0,2 10-23 0 0,-2 0 0 0 0,1-1 0 0 0,-4-13 0 0 0,4 21-23 0 0,-6-25 59 0 0,-4-3-3 0 0,6 19-64 0 0,0 3 11 0 0,-8-15 42 0 0,-3-2-53 0 0,10 18-10 0 0,-17-16 83 0 0,10 11-72 0 0,3 4-1 0 0,0 2 0 0 0,1-1 0 0 0,-1 0 0 0 0,-2 0 0 0 0,2 1 0 0 0,1 2-11 0 0,7 4-45 0 0,-19-17-781 0 0,16 16 618 0 0,1 0 0 0 0,-1 1 0 0 0,0-1 0 0 0,0 1-1 0 0,0 0 1 0 0,0 0 0 0 0,0 0 0 0 0,0 1 0 0 0,0-1 0 0 0,-6 1 0 0 0,5 0 0 0 0,-23-2-1088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0T16:37:20.9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0 878 3679 0 0,'0'0'7339'0'0,"3"-1"-6394"0"0,10-4-331 0 0,-13 5-581 0 0,0 0 1 0 0,1 0-1 0 0,-1-1 1 0 0,0 1-1 0 0,1 0 0 0 0,-1-1 1 0 0,0 1-1 0 0,1-1 1 0 0,-1 1-1 0 0,0 0 1 0 0,0-1-1 0 0,1 1 1 0 0,-1-1-1 0 0,0 1 1 0 0,0 0-1 0 0,0-1 1 0 0,0 1-1 0 0,0-1 1 0 0,1 1-1 0 0,-1-1 1 0 0,0 1-1 0 0,0-1 1 0 0,0 1-1 0 0,0-1 1 0 0,0 1-1 0 0,0-1 0 0 0,-1 0 1 0 0,1 0 89 0 0,4-18 259 0 0,1 0 0 0 0,0 0 0 0 0,1 0 1 0 0,1 0-1 0 0,1 1 0 0 0,1 0 0 0 0,0 1 1 0 0,2 0-1 0 0,16-22 0 0 0,-2 8-177 0 0,1 1 0 0 0,1 2 0 0 0,53-43 0 0 0,89-46 581 0 0,-108 79-585 0 0,62-53-1 0 0,-71 48-48 0 0,66-43 0 0 0,-93 71-103 0 0,1 0 1 0 0,1 1 0 0 0,0 2 0 0 0,1 1 0 0 0,31-9 0 0 0,-16 10 49 0 0,59-9 1 0 0,-82 17-61 0 0,-1 1 0 0 0,1 1 1 0 0,0 0-1 0 0,0 2 0 0 0,27 5 0 0 0,-11 0 95 0 0,36 14-1 0 0,-59-16-95 0 0,0 0 0 0 0,-1 1 0 0 0,0 0 0 0 0,0 1-1 0 0,0 1 1 0 0,12 10 0 0 0,-7-4 110 0 0,0 2 0 0 0,0 0 0 0 0,-2 1 0 0 0,21 28 0 0 0,-9-6 121 0 0,27 44 254 0 0,8 20 132 0 0,22 40-138 0 0,-66-107-451 0 0,-7-18-32 0 0,-2 1 0 0 0,0 1 0 0 0,-1 0 0 0 0,6 25 0 0 0,-8-7 30 0 0,-1 0 0 0 0,-2 1-1 0 0,-3 60 1 0 0,3 53 73 0 0,-1-126-102 0 0,-1 0 0 0 0,-4 27 1 0 0,0 35 39 0 0,3-30 0 0 0,0-26-63 0 0,-1-12 90 0 0,2-5-71 0 0,-1-11-24 0 0,3 9-7 0 0,-1 1 0 0 0,-1-3 16 0 0,0-9 64 0 0,-1 0 0 0 0,2 9-64 0 0,-1-2-29 0 0,-1-7-51 0 0,-1 0-950 0 0,-1 1 690 0 0,0-1-1 0 0,-1 1 1 0 0,1-1-1 0 0,0 1 0 0 0,-1-1 1 0 0,-3 3-1 0 0,-13 6-5198 0 0,-3-4-1415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0T16:37:21.7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1 140 6447 0 0,'0'0'5399'0'0,"5"-10"2517"0"0,-1 11-7847 0 0,-1-1 16 0 0,1 0-1 0 0,-1 1 0 0 0,0-1 1 0 0,1 1-1 0 0,-1 0 0 0 0,0 0 1 0 0,0 0-1 0 0,1 0 0 0 0,-1 0 1 0 0,0 1-1 0 0,0 0 0 0 0,0-1 1 0 0,0 1-1 0 0,2 3 1 0 0,112 108 1758 0 0,-89-87-1521 0 0,-17-16-191 0 0,0 0-1 0 0,13 9 1 0 0,-22-18-42 0 0,-2-1-84 0 0,1 0 0 0 0,-1 0 0 0 0,0 0 0 0 0,0 0-1 0 0,1 0 1 0 0,-1 0 0 0 0,0 0 0 0 0,0 0 0 0 0,1 0 0 0 0,-1 0 0 0 0,0 1-1 0 0,0-1 1 0 0,1 0 0 0 0,-1 0 0 0 0,0 0 0 0 0,0 0 0 0 0,1 1 0 0 0,-1-1-1 0 0,0 0 1 0 0,0 0 0 0 0,0 1 0 0 0,0-1 0 0 0,1 0 0 0 0,-1 1-1 0 0,8 6 260 0 0,-5-6-205 0 0,0 1 0 0 0,0-1-1 0 0,0 0 1 0 0,1 0 0 0 0,-1 0-1 0 0,0-1 1 0 0,1 1 0 0 0,-1-1-1 0 0,0 0 1 0 0,1 0 0 0 0,-1 0-1 0 0,0 0 1 0 0,1-1 0 0 0,-1 1 0 0 0,0-1-1 0 0,1 0 1 0 0,-1 0 0 0 0,5-2-1 0 0,-1-1 15 0 0,0 0-1 0 0,0 0 1 0 0,0 0-1 0 0,-1-1 1 0 0,0 0-1 0 0,0 0 1 0 0,7-8-1 0 0,87-111 384 0 0,-14 16-1236 0 0,-68 89-865 0 0,28-25 0 0 0,-44 43 211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0T16:38:13.4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1629 577 9215 0 0,'0'0'9184'0'0,"0"0"-9178"0"0,0 0 0 0 0,1 0 0 0 0,-1 1-1 0 0,0-1 1 0 0,0 0 0 0 0,0 0 0 0 0,1 0 0 0 0,-1 0 0 0 0,0 0-1 0 0,0 0 1 0 0,1 0 0 0 0,-1 0 0 0 0,0 0 0 0 0,0 0-1 0 0,0 0 1 0 0,1 0 0 0 0,-1-1 0 0 0,0 1 0 0 0,0 0 0 0 0,0 0-1 0 0,1 0 1 0 0,-1 0 0 0 0,0 0 0 0 0,0 0 0 0 0,0 0-1 0 0,0 0 1 0 0,1-1 0 0 0,-1 1 0 0 0,0 0 0 0 0,0 0 0 0 0,0 0-1 0 0,1-1 1 0 0,-2-3 80 0 0,1-1 1 0 0,-1 0-1 0 0,1 1 0 0 0,-1-1 0 0 0,0 0 1 0 0,-1 1-1 0 0,1 0 0 0 0,-3-5 0 0 0,-38-90 1116 0 0,29 71-1148 0 0,-1 0 1 0 0,-1 1-1 0 0,-20-25 1 0 0,34 49-59 0 0,-19-27 4 0 0,-1 0 0 0 0,-1 2 0 0 0,-2 0 0 0 0,0 2 0 0 0,-49-40 0 0 0,65 61 10 0 0,0 0 1 0 0,0 1-1 0 0,-1 0 0 0 0,0 0 0 0 0,1 1 0 0 0,-13-3 1 0 0,-19-7 49 0 0,20 4-50 0 0,-1 2-1 0 0,1 1 0 0 0,-1 0 1 0 0,-1 2-1 0 0,1 0 0 0 0,-1 2 1 0 0,1 0-1 0 0,-1 1 0 0 0,0 1 1 0 0,-30 5-1 0 0,19-1-83 0 0,17-2 58 0 0,0 1 0 0 0,0 0-1 0 0,-28 9 1 0 0,37-9 22 0 0,-127 52-76 0 0,38-9 70 0 0,-116 75 0 0 0,152-72 54 0 0,31-28 49 0 0,1 2 1 0 0,0 0 0 0 0,2 2-1 0 0,-38 48 1 0 0,5 1-44 0 0,56-70-60 0 0,-9 15 0 0 0,0 1 12 0 0,-4 12 179 0 0,11-19-124 0 0,3-10-59 0 0,-7 20 53 0 0,6-11-137 0 0,3-10-48 0 0,-6 1-4559 0 0,5-3 4362 0 0,0 1-1 0 0,0 0 1 0 0,0 0-1 0 0,0 0 1 0 0,-1 2-1 0 0,-1-1-1501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0T16:38:14.0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26 5063 0 0,'0'0'664'0'0,"3"0"56"0"0,-1-1-487 0 0,3 1 375 0 0,-1 0-1 0 0,1-1 0 0 0,0 0 1 0 0,-1 0-1 0 0,1 0 0 0 0,6-4 0 0 0,-4 1-217 0 0,-6 3 412 0 0,1 0-380 0 0,3-1 0 0 0,0 0 0 0 0,-1 1 0 0 0,1 0 0 0 0,0 0 0 0 0,0 0 0 0 0,-1 0 0 0 0,1 1 0 0 0,0 0 0 0 0,0 0 0 0 0,0 0 0 0 0,0 0 0 0 0,8 2 0 0 0,-12-1-264 0 0,5 0-58 0 0,-1 0 1 0 0,0 1-1 0 0,1 0 1 0 0,-1 0 0 0 0,0 0-1 0 0,-1 0 1 0 0,1 1-1 0 0,8 5 1 0 0,-9-5-23 0 0,0 0 1 0 0,0 1-1 0 0,-1-1 0 0 0,1 0 1 0 0,-1 1-1 0 0,0 0 0 0 0,0 0 1 0 0,0 0-1 0 0,3 6 0 0 0,-1 1 126 0 0,-1 1 0 0 0,5 14-1 0 0,-6-17-54 0 0,0 1-1 0 0,0-1 1 0 0,1 0 0 0 0,8 13-1 0 0,2 9 175 0 0,-8-16-214 0 0,-5-14 59 0 0,1 1-72 0 0,0 1-301 0 0,-2-2 278 0 0,1 0-1 0 0,-1 0 1 0 0,1 0-1 0 0,0-1 1 0 0,-1 1-1 0 0,1 0 1 0 0,0 0-1 0 0,0 0 1 0 0,0-1-1 0 0,0 1 1 0 0,-1 0 0 0 0,1-1-1 0 0,0 1 1 0 0,0-1-1 0 0,0 1 1 0 0,0-1-1 0 0,0 0 1 0 0,0 1-1 0 0,1-1 1 0 0,-1 0-1 0 0,0 0 1 0 0,0 1-1 0 0,0-1 1 0 0,1 0-1 0 0,2-1-40 0 0,-1 0 1 0 0,0 0-1 0 0,0 0 0 0 0,0 0 1 0 0,0 0-1 0 0,0-1 0 0 0,-1 1 1 0 0,1-1-1 0 0,0 0 0 0 0,-1 0 1 0 0,1 0-1 0 0,2-2 0 0 0,4-6 24 0 0,14-18 0 0 0,-4 4 1 0 0,21-22-12 0 0,36-39-2059 0 0,-49 58 946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0T16:39:50.3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4654 205 7887 0 0,'0'0'6296'0'0,"-21"-7"-5040"0"0,13 4-1038 0 0,1 0-1 0 0,0 1 1 0 0,-1 0-1 0 0,1 1 1 0 0,-1 0-1 0 0,-11-1 1 0 0,-46 5 678 0 0,14 1-443 0 0,-34 1 459 0 0,58-5-568 0 0,19 1-206 0 0,1 0 1 0 0,-1-1-1 0 0,0-1 1 0 0,0 1-1 0 0,0-1 0 0 0,1 0 1 0 0,-1-1-1 0 0,0 0 1 0 0,-13-5-1 0 0,-19-8 438 0 0,25 9-410 0 0,0 0-1 0 0,0 0 0 0 0,-1 2 1 0 0,0 0-1 0 0,-21-3 1 0 0,20 4-31 0 0,-42-9 395 0 0,-42-7 353 0 0,-84-2-507 0 0,114 13-255 0 0,-25-1 217 0 0,-241-3 249 0 0,131-3-165 0 0,117 9-343 0 0,67 3-25 0 0,-33 2 0 0 0,-5-1 34 0 0,-32-3 43 0 0,-25-3 11 0 0,48 5-71 0 0,11 0-56 0 0,-160-3 34 0 0,192 6-45 0 0,-36 4-4 0 0,-116 20 0 0 0,135-17 0 0 0,-68 5 11 0 0,-47-3 74 0 0,17-1-53 0 0,23 0 32 0 0,-176 10 47 0 0,268-17-94 0 0,-69 5-17 0 0,49-3 0 0 0,-11-1 0 0 0,-2 0 0 0 0,13 0 0 0 0,34-1 0 0 0,0 1 0 0 0,0 0 0 0 0,0 0 0 0 0,-13 5 0 0 0,-24 4 0 0 0,-25 7 0 0 0,49-10 0 0 0,-28 10 0 0 0,-19 7 0 0 0,29-11 0 0 0,31-10 0 0 0,0 0 0 0 0,-14 6 0 0 0,-26 14-12 0 0,30-15 3 0 0,1 1 1 0 0,0 1-1 0 0,1 1 0 0 0,1 1 1 0 0,-23 17-1 0 0,29-19-17 0 0,9-8-8 0 0,-7 9 22 0 0,-3 5 12 0 0,-1 1 0 0 0,0 1 0 0 0,12-17 0 0 0,-16 24 0 0 0,7-6 0 0 0,-3 14-53 0 0,9-22 42 0 0,-2 5 11 0 0,7-16 0 0 0,-6 31 0 0 0,4-18 0 0 0,2-1 0 0 0,0 1 0 0 0,2-1 0 0 0,0 7 0 0 0,-1-15 0 0 0,6 16 0 0 0,3 13 0 0 0,-1-13 0 0 0,-5-17 0 0 0,1 0 0 0 0,4 10 0 0 0,5 4 24 0 0,-10-15-10 0 0,-1-2-11 0 0,0 0 0 0 0,0 0 1 0 0,-1 0-1 0 0,1 0 1 0 0,0 1-1 0 0,-1-1 1 0 0,1 0-1 0 0,-1 1 1 0 0,3 3-1 0 0,5 4 40 0 0,21 16 0 0 0,-18-15-12 0 0,-8-7-29 0 0,-1 0-1 0 0,1-1 0 0 0,-1 1 1 0 0,1-1-1 0 0,0 1 0 0 0,0-1 1 0 0,4 1-1 0 0,2 2-1 0 0,1 0 16 0 0,-1 0 0 0 0,1-1 0 0 0,-1 0 0 0 0,22 4 0 0 0,47 3 119 0 0,-26-4-94 0 0,44 6 34 0 0,-44-13 6 0 0,-24-1-37 0 0,27 2 25 0 0,72 10 1 0 0,-112-10-33 0 0,30-1 0 0 0,5 1 6 0 0,-16 0-8 0 0,48-4 0 0 0,14 0 36 0 0,-52 2 41 0 0,48-6-1 0 0,-66 4-78 0 0,17 1 14 0 0,1 2-1 0 0,69 9 0 0 0,-38-1 7 0 0,-35-1-39 0 0,-11-1-17 0 0,37 3 35 0 0,74 0 0 0 0,-23-2-21 0 0,-25 1 42 0 0,-3 2-53 0 0,-15-2 0 0 0,45 6 45 0 0,59 1-15 0 0,7-6 20 0 0,-54-1 6 0 0,64 4 8 0 0,37 0 11 0 0,-108-2-27 0 0,-2-1-32 0 0,65 2 73 0 0,98 0 78 0 0,-207-10-149 0 0,73-1 28 0 0,-25-2 7 0 0,296-11 86 0 0,-325 13-114 0 0,33-2 14 0 0,-44-1-24 0 0,13-1 127 0 0,16-5-101 0 0,38-4-7 0 0,-130 7 20 0 0,0 0 0 0 0,37-16 0 0 0,-20 6-16 0 0,-29 12-43 0 0,-3 2 28 0 0,-1-1 0 0 0,15-8 0 0 0,28-12 41 0 0,11-8-64 0 0,-57 27 10 0 0,1 1 0 0 0,-1-1-1 0 0,1 0 1 0 0,-1 0 0 0 0,0 0-1 0 0,8-10 1 0 0,6-8 50 0 0,-5 5-7 0 0,-6 6-42 0 0,-5 8 0 0 0,0 0 0 0 0,-1 0-1 0 0,1-1 1 0 0,-1 0 0 0 0,0 1-1 0 0,0-1 1 0 0,0 0-1 0 0,0 0 1 0 0,-1 0 0 0 0,2-5-1 0 0,-2 3 4 0 0,0 0-1 0 0,-1-1 0 0 0,1 1 0 0 0,-1 0 1 0 0,-1-10-1 0 0,1-3 50 0 0,0-4-51 0 0,-2 5 15 0 0,0 1-1 0 0,0-1 0 0 0,-6-17 1 0 0,1 4-5 0 0,7 27-22 0 0,-7-16 0 0 0,4 10 0 0 0,-1 0 0 0 0,-1 0 0 0 0,0 0 0 0 0,0 0 0 0 0,-1 1 0 0 0,0 0 0 0 0,0 0 0 0 0,-1 0 0 0 0,-11-10 0 0 0,5 5 0 0 0,-23-20 64 0 0,3 2-64 0 0,-8-10 0 0 0,28 30 2 0 0,1 0 0 0 0,-2 0-1 0 0,0 1 1 0 0,0 1 0 0 0,-18-9 0 0 0,14 8 11 0 0,-1 1 0 0 0,0 1 1 0 0,-24-8-1 0 0,-82-28-13 0 0,-38 4 0 0 0,125 31 0 0 0,7 2 0 0 0,-35-6 0 0 0,-2 9 6 0 0,-24-3-21 0 0,65 5 0 0 0,0 2 15 0 0,-1-1 0 0 0,-34-3 0 0 0,53 3 0 0 0,2 1 0 0 0,-28 3 0 0 0,-2 1 0 0 0,26-2 0 0 0,-2-1 0 0 0,1-1 0 0 0,0 0 0 0 0,0 1 0 0 0,0 0 0 0 0,0 0 0 0 0,0 1 0 0 0,3 0-11 0 0,5-1-31 0 0,-3 0-76 0 0,-1 0-389 0 0,-1 0 0 0 0,0-1 0 0 0,1 1 1 0 0,-11-3-1 0 0,2-2-1468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0T16:39:59.0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3148 108 3679 0 0,'0'0'11904'0'0,"-10"0"-10784"0"0,-6-3-392 0 0,1-1 0 0 0,0-1 0 0 0,-21-10 0 0 0,14 7-211 0 0,-1 2-1 0 0,1 0 1 0 0,-1 2 0 0 0,-40-4-1 0 0,-17-2 100 0 0,-67-9 86 0 0,124 16-628 0 0,-55 0 303 0 0,29 1-116 0 0,-192-3 290 0 0,23 0-107 0 0,59 3-175 0 0,120 2-229 0 0,-88 2 240 0 0,-199 0-77 0 0,267-3-157 0 0,17 0 63 0 0,-78 8 0 0 0,-6 5 19 0 0,31-1-128 0 0,37-6 95 0 0,28-4 7 0 0,-32 7 0 0 0,-13 1-23 0 0,50-7-45 0 0,0 1 0 0 0,-28 8 0 0 0,-7 3-5 0 0,-50 16 75 0 0,33 0 230 0 0,65-26-312 0 0,4-1-5 0 0,0 0 0 0 0,1 0 0 0 0,0 1 0 0 0,0 0 0 0 0,0 0 0 0 0,-8 6 0 0 0,9-5-14 0 0,-2 0 21 0 0,0 1 0 0 0,-19 7 0 0 0,4 1 29 0 0,-1 2 64 0 0,0 0 1 0 0,-37 37-1 0 0,35-34-86 0 0,18-13-22 0 0,0 0-1 0 0,0 0 1 0 0,0 0 0 0 0,-10 13 0 0 0,15-16 14 0 0,-9 12 7 0 0,6-6-19 0 0,-10 17 53 0 0,-1 17 42 0 0,15-39-97 0 0,-4 17 46 0 0,1 4 9 0 0,1 25 86 0 0,4-49-97 0 0,0 2 0 0 0,0 30 33 0 0,1-29-44 0 0,2 6-20 0 0,-1-5 20 0 0,4 13-1 0 0,-4-13-13 0 0,6 10-22 0 0,13 23 145 0 0,-20-36-82 0 0,1 1-1 0 0,-1 0-46 0 0,17 18 84 0 0,-12-13-106 0 0,-4-4 2 0 0,0-1-1 0 0,1 1 1 0 0,0-1-1 0 0,0 0 1 0 0,0 0-1 0 0,6 4 1 0 0,3 3 52 0 0,43 32 145 0 0,-43-31-199 0 0,-5-6 0 0 0,16 3 0 0 0,3 6 0 0 0,3 1 0 0 0,-1 0 53 0 0,1-3 22 0 0,3 1-11 0 0,15 1-11 0 0,73 14 101 0 0,0 0-17 0 0,-117-28-137 0 0,8 4 0 0 0,1-1 0 0 0,0-1 0 0 0,19 2 0 0 0,63 3 60 0 0,22 1 16 0 0,-66-5-23 0 0,31 5-42 0 0,-53-8 42 0 0,36 8-42 0 0,-11-2 53 0 0,-26-1-42 0 0,-22-4-16 0 0,0 0 0 0 0,0 0 0 0 0,0-1 0 0 0,-1 1 0 0 0,1-1 0 0 0,7-1 0 0 0,-4 1-6 0 0,-1-1 0 0 0,1 1 0 0 0,0 0 0 0 0,0 1 0 0 0,11 2 0 0 0,-3-1 0 0 0,21 0 0 0 0,1 0 0 0 0,60 2 0 0 0,-34-2 0 0 0,124-1 64 0 0,-165-1-64 0 0,8-1 0 0 0,-17 0 0 0 0,8 3 0 0 0,-2-1 0 0 0,23 0 0 0 0,7-2 12 0 0,-29 2 19 0 0,21-3 1 0 0,21 0 26 0 0,-43 2-60 0 0,30-3-1 0 0,27-2 3 0 0,-13 2 0 0 0,-23 2 52 0 0,-32 1-34 0 0,1 0 1 0 0,0-1-1 0 0,-1 1 1 0 0,12-4-1 0 0,-7 1-18 0 0,1 1 0 0 0,21 0 0 0 0,-21 1 0 0 0,0 0 0 0 0,21-5 0 0 0,-23 4 0 0 0,0 0 0 0 0,1 1 0 0 0,20 0 0 0 0,5 1 0 0 0,-19-1 0 0 0,-12 1 0 0 0,0 0 0 0 0,-1 0 0 0 0,1-1 0 0 0,0 0 0 0 0,-1-1 0 0 0,9-2 0 0 0,-11 2 0 0 0,0 1 0 0 0,-1 0 0 0 0,1 1 0 0 0,8-1 0 0 0,31-3 0 0 0,-17 1 0 0 0,-9-1 0 0 0,-8 2 0 0 0,0 0 0 0 0,1 1 0 0 0,11-1 0 0 0,-4 1 0 0 0,0-1 0 0 0,27-7 0 0 0,-25 7 0 0 0,2 0 0 0 0,18-8 0 0 0,25-7 64 0 0,-53 14-64 0 0,1-2 0 0 0,1 0 0 0 0,-1 1 0 0 0,-1-1 0 0 0,1 0 0 0 0,0 0 0 0 0,0 0 0 0 0,-1 2 0 0 0,7-3 0 0 0,-16 5 0 0 0,7-5 0 0 0,0 0 11 0 0,0-1 31 0 0,1-1-31 0 0,-1 1-11 0 0,-1-1 0 0 0,1 1 0 0 0,0-1 0 0 0,7-4 50 0 0,2-7 36 0 0,-16 17-86 0 0,8-15 16 0 0,-8 14 73 0 0,8-18 94 0 0,-6 8-183 0 0,-1 1 0 0 0,-2 3-13 0 0,0 5-41 0 0,1-9 41 0 0,1-1 26 0 0,0 0 41 0 0,-1 0-41 0 0,-3-2-13 0 0,0 1 0 0 0,0 1 0 0 0,0-3 0 0 0,-4-27 0 0 0,4 23 0 0 0,-1 16 0 0 0,-3-13 0 0 0,-4-14-73 0 0,1 3 58 0 0,7 29 15 0 0,-8-28 0 0 0,-2 8 0 0 0,5 3 11 0 0,5 16 226 0 0,-1-1-157 0 0,-5-13-61 0 0,5 12-19 0 0,-8-11-3 0 0,4 7-20 0 0,2 1-71 0 0,1 3 0 0 0,-10-6 49 0 0,2 5 45 0 0,0 3-13 0 0,6 1-41 0 0,-29 8 105 0 0,31-8-128 0 0,0 1-66 0 0,1 0 219 0 0,-8 3-362 0 0,7-4 253 0 0,0 0 0 0 0,1-1 0 0 0,-1 1 0 0 0,1 0 0 0 0,-1-1 0 0 0,1 1 0 0 0,-1-1 0 0 0,1 0 0 0 0,-1 1 0 0 0,1-1 0 0 0,0 0 0 0 0,-1 0 0 0 0,-1-1 0 0 0,-14-12 21 0 0,2 1 12 0 0,7 6 0 0 0,2-3 0 0 0,-1-1 0 0 0,7 11 0 0 0,-4-24 0 0 0,-14-32-77 0 0,17 55 10 0 0,1 0 57 0 0,0 0 0 0 0,-1 0 0 0 0,1 0 0 0 0,0 0 0 0 0,-1 0 0 0 0,0 0 0 0 0,1 0 0 0 0,-1 0 0 0 0,1 0 0 0 0,-1 1 0 0 0,0-1 0 0 0,0 0 0 0 0,1 0-1 0 0,-1 1 1 0 0,0-1 0 0 0,-1 0 0 0 0,-16-9-1600 0 0,-1 4-5334 0 0,-7 0-2355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1T09:35:29.4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234 755 3679 0 0,'0'0'9192'0'0,"2"1"-9096"0"0,14 25 1608 0 0,-15-24-968 0 0,8 6-40 0 0,42 32 1528 0 0,-49-39-1928 0 0,2 1-178 0 0,1 0-1 0 0,-1-1 0 0 0,1 2 1 0 0,-1-1-1 0 0,5 4 0 0 0,-7-5 277 0 0,0-2-246 0 0,1 1 1 0 0,0 0 0 0 0,0 0 0 0 0,-1 0 0 0 0,6 1 0 0 0,-6-1 44 0 0,2 1-81 0 0,1 0 0 0 0,0 0 0 0 0,-1 0 0 0 0,9-1 0 0 0,-13 0-108 0 0,0 0 0 0 0,0 0 0 0 0,1 0 0 0 0,-1 0 0 0 0,0 0 0 0 0,1 0 0 0 0,-1 0 0 0 0,0 0 0 0 0,0 0 0 0 0,1 1 0 0 0,-1-1 0 0 0,0 0 0 0 0,0 0 0 0 0,1 0 0 0 0,-1 0 0 0 0,0 0 0 0 0,0 0 0 0 0,0 1 0 0 0,1-1 0 0 0,-1 0 0 0 0,0 0 0 0 0,0 0 0 0 0,0 0 0 0 0,1 1 0 0 0,-1-1 0 0 0,0 0 0 0 0,0 1 0 0 0,3 1 7 0 0,13-1 78 0 0,28 1 539 0 0,-43-2-555 0 0,2 0 6 0 0,7-2 0 0 0,31 2 203 0 0,-39 0-211 0 0,11 2 12 0 0,-11-2-27 0 0,1 0 8 0 0,10-1-51 0 0,2 1-1 0 0,-2-1 47 0 0,1 1 6 0 0,7-3-6 0 0,1 2 74 0 0,-10 2-69 0 0,-8-1 0 0 0,6 1 5 0 0,-5 0 17 0 0,7-1-28 0 0,3 1-47 0 0,-2 0-4 0 0,-4-1 68 0 0,18-1 24 0 0,-24 2-89 0 0,23-6 108 0 0,-17 3-96 0 0,-5 1 20 0 0,7-2-20 0 0,2-1 20 0 0,0 1-31 0 0,0-1 0 0 0,-1-2 31 0 0,-3 1-20 0 0,-5 4 20 0 0,5-3-20 0 0,-1-2 31 0 0,-6 3 0 0 0,2-3-31 0 0,4-5 30 0 0,1-4 66 0 0,7-30 82 0 0,-13 36-189 0 0,4-12-11 0 0,-4 14 0 0 0,10-15 0 0 0,0-10 64 0 0,-9 24-53 0 0,1-2 33 0 0,1-12 97 0 0,-2 10-56 0 0,-1 1 0 0 0,3-20 0 0 0,-6 27-43 0 0,1-12-28 0 0,1-1-17 0 0,-1-4 3 0 0,0 10 11 0 0,3-5 66 0 0,-4 11-62 0 0,-2-8 22 0 0,1 6 19 0 0,-4-13-2 0 0,3 15-19 0 0,-10-18 160 0 0,11 19-173 0 0,-10-21 91 0 0,9 21-59 0 0,-3-4-31 0 0,3 5 25 0 0,-6-7-36 0 0,6 8-10 0 0,0 1-1 0 0,1-1 1 0 0,-1 0-1 0 0,1 0 0 0 0,0 0 1 0 0,0 0-1 0 0,0 0 1 0 0,0 0-1 0 0,0-1 1 0 0,-1-2-1 0 0,-3-3 35 0 0,-28-20 29 0 0,15 15 57 0 0,11 9-70 0 0,0-1 0 0 0,1 0 1 0 0,-8-7-1 0 0,-11-10 35 0 0,20 16-43 0 0,3 4-41 0 0,1 0-1 0 0,0 0 0 0 0,0 0 0 0 0,-1 0 0 0 0,1 1 0 0 0,-1-1 0 0 0,0 1 0 0 0,1-1 0 0 0,-4-1 0 0 0,1 2-2 0 0,2-1 0 0 0,-12-14 0 0 0,10 10 2 0 0,2 3 6 0 0,-1 0 1 0 0,1 0 0 0 0,0 1-1 0 0,-1-1 1 0 0,-4-3-1 0 0,-39-33 120 0 0,27 21-62 0 0,12 11-40 0 0,-1-1-1 0 0,0 1 1 0 0,0 1-1 0 0,-1 0 1 0 0,-11-6-1 0 0,12 7-25 0 0,0 0 11 0 0,-5-2 16 0 0,9 5-6 0 0,-7-1-16 0 0,8 3-5 0 0,-12-5 0 0 0,0-4 11 0 0,11 8 31 0 0,-7 1-19 0 0,-2-2 36 0 0,0 1 6 0 0,1 1-1 0 0,-24-6 53 0 0,25 7-106 0 0,-2 0-11 0 0,1 4 0 0 0,1-4 0 0 0,-2 2 0 0 0,1 0 0 0 0,-1 1 0 0 0,-7 3 0 0 0,19-6 0 0 0,-17 7 0 0 0,-5 4 0 0 0,10-5 0 0 0,9-4 0 0 0,0-1 0 0 0,0 1 0 0 0,0-1 0 0 0,0 0 0 0 0,-8 3 0 0 0,9-4 0 0 0,0 0 0 0 0,0 0 0 0 0,0 0 0 0 0,0 1 0 0 0,0 0 0 0 0,1 0 0 0 0,-1-1 0 0 0,0 1 0 0 0,-3 5 0 0 0,1-2 0 0 0,-3 2 0 0 0,3-6 0 0 0,-20 13 0 0 0,15-8 0 0 0,0 0 0 0 0,-8 3 0 0 0,5 1 0 0 0,-3 7 0 0 0,8-8 0 0 0,-24 26 0 0 0,24-26 0 0 0,-1-1 0 0 0,0 2 0 0 0,1-1 0 0 0,1 1 0 0 0,1 0 0 0 0,-1 0 0 0 0,1 1 0 0 0,1 1 0 0 0,0 1 0 0 0,3 1 0 0 0,1-4-11 0 0,0-5-31 0 0,0 7 31 0 0,-2 3 11 0 0,-2 41 0 0 0,3-36 0 0 0,2-19 0 0 0,-1 37 0 0 0,0-23 0 0 0,1 0 0 0 0,2-1 0 0 0,0 0 0 0 0,1-1 0 0 0,12 45 0 0 0,-10-44 11 0 0,7 20 53 0 0,-8-27-12 0 0,-1-4-53 0 0,9 12 56 0 0,1 9-44 0 0,-12-22-7 0 0,0 1 1 0 0,0-1-1 0 0,0 0 0 0 0,0 0 0 0 0,1 0 1 0 0,-1 0-1 0 0,1 0 0 0 0,-1 0 1 0 0,4 2-1 0 0,9 8 28 0 0,-13-10 21 0 0,1 0 0 0 0,4 5-30 0 0,10 6 37 0 0,-9-8-48 0 0,-4-2 1 0 0,-1-1 0 0 0,1 0 0 0 0,0 0 0 0 0,-1 0 0 0 0,1 0 0 0 0,0-1 1 0 0,0 1-1 0 0,1-1 0 0 0,3 2 0 0 0,-2-2 0 0 0,-1 0 35 0 0,11 2 15 0 0,24 6 0 0 0,-33-8-49 0 0,4 2-3 0 0,1 0 31 0 0,1-2-31 0 0,-1 0 0 0 0,-7 0 31 0 0,7 0-31 0 0,25 7 42 0 0,-5-3 75 0 0,-27-4-100 0 0,0 0-376 0 0,10-1-7487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1T09:35:35.3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494 794 3223 0 0,'0'0'10864'0'0,"2"0"-10573"0"0,33-6 1754 0 0,-33 6-1919 0 0,1 0 22 0 0,23 3 282 0 0,-5-10-226 0 0,6-2-140 0 0,175-65 352 0 0,-171 59-97 0 0,5-1 2144 0 0,-32 15-1729 0 0,2-3-374 0 0,1-5-184 0 0,-2 4-148 0 0,0 0 1 0 0,-1 0-1 0 0,0 0 0 0 0,0-1 0 0 0,0 1 0 0 0,5-12 0 0 0,-2 3 50 0 0,-1 4 44 0 0,-1 0-1 0 0,0-1 1 0 0,6-21 0 0 0,2-6 73 0 0,-6 19-128 0 0,16-45 221 0 0,-22 60-261 0 0,0-1 0 0 0,1 1 0 0 0,-2-1 0 0 0,1 1 0 0 0,0-5 0 0 0,0-1 91 0 0,0 7-22 0 0,-1-4-31 0 0,0 0-1 0 0,0 0 0 0 0,3-13 1 0 0,2-17 126 0 0,-5 27-121 0 0,0 1 58 0 0,0 0 0 0 0,-1 0 1 0 0,0 0-1 0 0,-5-14 0 0 0,6 21 40 0 0,-8-12 36 0 0,-5-5-75 0 0,4 7-118 0 0,1 1-11 0 0,-31-38 75 0 0,34 42-22 0 0,-13-7 21 0 0,18 14-68 0 0,-31-20 74 0 0,22 15-80 0 0,-2 1 0 0 0,-5-1-12 0 0,-25-5-1 0 0,36 9-15 0 0,-13-4 16 0 0,-1 2 13 0 0,-5-1-1 0 0,-1-2 0 0 0,-3 4-3 0 0,21 1 17 0 0,1 1 0 0 0,0-1 0 0 0,-11-2 0 0 0,-5-2 1 0 0,-1 1 0 0 0,0 1 0 0 0,0 1 0 0 0,-24 2 0 0 0,-7-3-15 0 0,31 1 0 0 0,0 1 0 0 0,-26 2 0 0 0,28 2 33 0 0,-3 2-2 0 0,17-5-31 0 0,-1 1 0 0 0,0 1 0 0 0,0 0 0 0 0,-8 2 0 0 0,-7 4 0 0 0,17-7 0 0 0,-22 12 0 0 0,-5 4 0 0 0,18-11 22 0 0,13-5 4 0 0,-12 10 2 0 0,3-3-5 0 0,8-5 31 0 0,-10 9-7 0 0,-11 15 70 0 0,11-14-105 0 0,11-11-13 0 0,-6 11 1 0 0,-9 17 64 0 0,10-19-64 0 0,1 1 0 0 0,-3 3 61 0 0,8-13-17 0 0,-5 17-21 0 0,-3 7 41 0 0,-1 3-11 0 0,8-27-44 0 0,-5 22 121 0 0,4-11-66 0 0,2-8-11 0 0,0 6-30 0 0,1-5 25 0 0,0 3-25 0 0,1-4 19 0 0,4 23 33 0 0,-2-16 47 0 0,0 1 1 0 0,7 16 0 0 0,-9-25-102 0 0,2 4 38 0 0,0 0-1 0 0,1-1 1 0 0,0 1 0 0 0,0-1 0 0 0,7 10-1 0 0,-4-6-36 0 0,0-3 31 0 0,-6-6 11 0 0,0-1-58 0 0,0-1 0 0 0,0 1 0 0 0,0-1 0 0 0,0 1 0 0 0,-1 0 0 0 0,1 0 0 0 0,0-1 0 0 0,0 1 0 0 0,-1 0 1 0 0,2 2-1 0 0,-1-2 4 0 0,7 8 57 0 0,-2-3 15 0 0,4 9-12 0 0,-7-12-10 0 0,4 2-37 0 0,-4-1 19 0 0,8 4-19 0 0,0 1 37 0 0,-10-7-48 0 0,1 0-1 0 0,1-1 1 0 0,-1 1-1 0 0,0-1 1 0 0,0 1-1 0 0,1-1 1 0 0,-1 0-1 0 0,1 0 1 0 0,-1 0-1 0 0,1 0 1 0 0,3 0-1 0 0,1 2-1 0 0,5 3 50 0 0,-2-2 11 0 0,-6-2-17 0 0,7 2-32 0 0,2 2 20 0 0,-2-1-20 0 0,-7-4 20 0 0,7 2-31 0 0,2 3-11 0 0,1-1 0 0 0,0-1 0 0 0,-3-2 11 0 0,-7-1 31 0 0,7 2-31 0 0,0 0 0 0 0,-3-1 36 0 0,29 1 87 0 0,-23-1-134 0 0,0-2 0 0 0,0 1 0 0 0,1 1 0 0 0,-2 1 11 0 0,-4-2 43 0 0,-8 0-55 0 0,32 10 12 0 0,-28-10 31 0 0,4 0-20 0 0,-4-1 20 0 0,5 0-20 0 0,-7 0 31 0 0,-1 0 0 0 0,8 0-31 0 0,-8 0 84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1T09:37:02.8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372 584 3223 0 0,'0'0'8756'0'0,"2"3"-8492"0"0,7 8-37 0 0,-7-8 208 0 0,65 2 2057 0 0,-49-4-1806 0 0,0 1-1 0 0,32 7 1 0 0,-33-6-422 0 0,7 2-21 0 0,72 13 883 0 0,123 0 820 0 0,-202-17-1828 0 0,-6 0 42 0 0,0-1 0 0 0,20-1 0 0 0,49-11 456 0 0,-68 7-463 0 0,16-9 83 0 0,-26 13-210 0 0,1 1 0 0 0,-1-1 0 0 0,1 0 0 0 0,-1-1 0 0 0,1 1 0 0 0,-1 0 0 0 0,0-1 0 0 0,1 1 0 0 0,2-3 0 0 0,-3 1-19 0 0,0 2 68 0 0,0 0-17 0 0,1-1-30 0 0,0 0 0 0 0,0-1-1 0 0,0 1 1 0 0,0-1-1 0 0,0 1 1 0 0,4-6-1 0 0,7-8 124 0 0,-6 7-85 0 0,1-2 0 0 0,9-24 73 0 0,-13 25-127 0 0,1-7 21 0 0,4-6 6 0 0,6-12 25 0 0,0-9 60 0 0,-7 14-41 0 0,-9 29-18 0 0,3-10 63 0 0,2-4-61 0 0,-4 4-69 0 0,0 2 12 0 0,-1-29 108 0 0,0 28-48 0 0,-3-17 72 0 0,3 25-70 0 0,-5-11 30 0 0,0-3-49 0 0,3 12-45 0 0,-5-5 59 0 0,4 6-25 0 0,-5-5-31 0 0,-4-2-11 0 0,-2-1 0 0 0,11 10 0 0 0,0 0 0 0 0,-8-7 0 0 0,9 5 9 0 0,-13-9 35 0 0,12 10-41 0 0,-11-7 8 0 0,-4 0-14 0 0,-26-17 15 0 0,35 23 21 0 0,0-1-1 0 0,-1 2 0 0 0,1-1 1 0 0,-1 1-1 0 0,0 1 1 0 0,0 0-1 0 0,-13 0 1 0 0,-5-2-53 0 0,2 1-17 0 0,-45-7-90 0 0,12-1 127 0 0,-55-13 0 0 0,-5 0 128 0 0,108 21-128 0 0,0 1 0 0 0,1 0 0 0 0,-1 1 0 0 0,0 0 0 0 0,-10 1 0 0 0,-11 0 0 0 0,-3 0 0 0 0,24-1 0 0 0,-4 1 0 0 0,-1 1 0 0 0,-17 4 0 0 0,-53 7 11 0 0,83-12-9 0 0,-12 1 8 0 0,0 1 0 0 0,0 0 0 0 0,0 1 1 0 0,-23 9-1 0 0,6 2-10 0 0,9-2 67 0 0,5 0-1 0 0,12-9-56 0 0,1 0 35 0 0,-18 20-25 0 0,11-12-20 0 0,-7 17 0 0 0,12-19 0 0 0,1 0 0 0 0,0 1 11 0 0,4-7 42 0 0,-2 5 15 0 0,3-7 85 0 0,-4 14-3 0 0,1-1-84 0 0,1-2-44 0 0,1 2 31 0 0,1 1 0 0 0,1 9-43 0 0,2-16 44 0 0,-3-5-46 0 0,7 23 187 0 0,-4-17-131 0 0,-1-1-1 0 0,5 7 39 0 0,-4-11-64 0 0,1 0 16 0 0,5 7 16 0 0,15 25 99 0 0,-10-25-107 0 0,0-2-1 0 0,-9-7-19 0 0,6 4-20 0 0,28 18 106 0 0,-33-23-115 0 0,19 15 38 0 0,-7-2 3 0 0,-14-13-55 0 0,16 7 54 0 0,9 4 11 0 0,-15-8-41 0 0,14 3 45 0 0,-21-5-40 0 0,1 0 0 0 0,-1-1 1 0 0,1 0-1 0 0,11 2 0 0 0,1 0 55 0 0,3-2-35 0 0,7 3 27 0 0,-15-3-33 0 0,-1-1-31 0 0,0 1-11 0 0,-1 0 11 0 0,-7-2 31 0 0,7-1-31 0 0,7 2-17 0 0,-15 0 16 0 0,39-1 125 0 0,-39 0-93 0 0,5-1-19 0 0,-5 1 25 0 0,5 1-24 0 0,-5-1 24 0 0,6 0-25 0 0,-5 0 19 0 0,6 1-31 0 0,2-1 0 0 0,-1-2 42 0 0,1 2 11 0 0,-2 0 0 0 0,-7-1-11 0 0,5-1-58 0 0,-7 2-74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1T09:39:22.6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477 1079 6911 0 0,'0'0'2742'0'0,"4"2"-1634"0"0,13 6-111 0 0,-13-6 552 0 0,7 0-825 0 0,-6 0-381 0 0,1-2 0 0 0,-1 1 0 0 0,1 0 0 0 0,10-2 0 0 0,-12 1-152 0 0,1 0 1 0 0,-1 0-1 0 0,1 1 1 0 0,6 0-1 0 0,-4 1 137 0 0,1-1 1 0 0,0 0-1 0 0,13 0 0 0 0,7 0 463 0 0,-10 0-287 0 0,28-1 1 0 0,-18-1-220 0 0,-19 0-211 0 0,0 1 1 0 0,0-2 0 0 0,10-1 0 0 0,15-3 182 0 0,57-11 499 0 0,-15 1-434 0 0,-22 2-190 0 0,-49 13-116 0 0,7-2 25 0 0,1-1 1 0 0,-1 0-1 0 0,0 0 0 0 0,14-8 1 0 0,15-5 124 0 0,-26 11 9 0 0,0 0 0 0 0,20-13-1 0 0,-22 9-139 0 0,2-6 104 0 0,-11 11-87 0 0,1 1-21 0 0,0-1 0 0 0,0 0 1 0 0,-1-1-1 0 0,0 1 0 0 0,1-1 0 0 0,-2 0 0 0 0,6-9 0 0 0,3-10 113 0 0,-7 16-83 0 0,-1 1-1 0 0,0-1 0 0 0,-1 0 1 0 0,0 0-1 0 0,0-1 0 0 0,-1 1 1 0 0,3-18-1 0 0,-3 5 43 0 0,2-3 136 0 0,-1-1 1 0 0,-2-48-1 0 0,-19-73 489 0 0,15 129-699 0 0,1 7-8 0 0,0 0 0 0 0,-1 0-1 0 0,-8-19 1 0 0,6 17 5 0 0,-1 1-1 0 0,-1-1 1 0 0,0 2 0 0 0,-1-1-1 0 0,0 1 1 0 0,-1 0-1 0 0,0 0 1 0 0,0 1 0 0 0,-14-11-1 0 0,-32-30 47 0 0,-85-56-8 0 0,119 92-64 0 0,11 8 0 0 0,-1 0 0 0 0,0 0 0 0 0,0 1 0 0 0,-24-10 0 0 0,-14-2 24 0 0,31 11-3 0 0,0 0 0 0 0,-1 1 0 0 0,0 0-1 0 0,-37-4 1 0 0,28 10-21 0 0,0 1 0 0 0,0 1 0 0 0,0 2 0 0 0,1 0 0 0 0,-1 2 0 0 0,1 1 0 0 0,-41 17 0 0 0,50-17 0 0 0,1 2 0 0 0,-30 19 0 0 0,25-15 0 0 0,-8 5 53 0 0,24-14-42 0 0,-1 0 0 0 0,1 0-1 0 0,-1 1 1 0 0,2 0 0 0 0,-1 0-1 0 0,-7 9 1 0 0,-22 17 192 0 0,18-14-190 0 0,17-17-13 0 0,-8 6 0 0 0,1 1 0 0 0,-1 0 0 0 0,2 1 0 0 0,-1 0 0 0 0,-5 8 0 0 0,9-12-2 0 0,-17 20 15 0 0,16-21 1 0 0,-15 23 82 0 0,19-25-93 0 0,-15 23 33 0 0,10-16-17 0 0,1-1 0 0 0,-1 1 0 0 0,0-1 0 0 0,0 0 1 0 0,-10 9-1 0 0,6-6 23 0 0,-7 11-29 0 0,12-17-7 0 0,1 1 0 0 0,0-1-1 0 0,0 1 1 0 0,-3 7 0 0 0,1-4 16 0 0,3-3-14 0 0,-10 19-5 0 0,6-7 8 0 0,1 0 31 0 0,0 0-31 0 0,-2 9 28 0 0,7-24 7 0 0,-2 22 8 0 0,-4 21 34 0 0,3-14-24 0 0,-1 1 0 0 0,3-17-28 0 0,-1-4 17 0 0,1 0-1 0 0,1 0 1 0 0,0-1-1 0 0,3 20 0 0 0,-1-5 23 0 0,-1-10-29 0 0,1-1 0 0 0,1 1-1 0 0,0-1 1 0 0,1 1 0 0 0,1-1-1 0 0,6 15 1 0 0,4 4 29 0 0,-10-21-33 0 0,-1-2-20 0 0,5 9 28 0 0,3-3 24 0 0,-8-9-8 0 0,-3-5-73 0 0,15 12 130 0 0,-12-10-107 0 0,1 2 39 0 0,0-1 0 0 0,1-1-1 0 0,0 1 1 0 0,8 4 0 0 0,-2-1 10 0 0,2 2 15 0 0,20 8-32 0 0,-34-17-48 0 0,8 3 34 0 0,1 0 0 0 0,0 0 0 0 0,15 4 0 0 0,-17-5-27 0 0,22 4 146 0 0,-15-3-89 0 0,-8-3-54 0 0,-1 0 0 0 0,1 0 0 0 0,0 0 0 0 0,0 0 0 0 0,-1-1-1 0 0,10 0 1 0 0,3 0 20 0 0,-12 0-6 0 0,0 1 0 0 0,0-1 0 0 0,1 0 0 0 0,8-1 0 0 0,55-3 48 0 0,-55 4-19 0 0,-2 1 0 0 0,1 0-42 0 0,0-1-11 0 0,-1 0 0 0 0,0 0 0 0 0,8 1 0 0 0,-15-2 0 0 0,23 0 0 0 0,8-3 139 0 0,-33 3-97 0 0,5-2-74 0 0,-7 2-182 0 0,-9-5-2104 0 0,-5 2 653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1T09:39:25.3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487 887 5063 0 0,'0'0'232'0'0,"2"1"-13"0"0,25 6 7391 0 0,-18-5-7872 0 0,-6-2 574 0 0,10 5 337 0 0,0 1-207 0 0,59 22 1538 0 0,-64-26-1602 0 0,1 1 1 0 0,0-1-1 0 0,18 1 1 0 0,-10-1 133 0 0,-15-2-200 0 0,36 2 673 0 0,-27-1-782 0 0,1-1 0 0 0,-1 0 0 0 0,1 0 0 0 0,21-5 0 0 0,-18 2-37 0 0,0-1-1 0 0,0-1 0 0 0,27-13 1 0 0,-34 14-57 0 0,0-1 1 0 0,0 0-1 0 0,0 0 1 0 0,-1-1-1 0 0,0 0 1 0 0,0 0-1 0 0,9-12 0 0 0,22-18 242 0 0,-36 34-343 0 0,6-7 29 0 0,0 0 0 0 0,0 0-1 0 0,-1 0 1 0 0,7-13 0 0 0,-11 17 3 0 0,0 3-18 0 0,-1-1 0 0 0,0-1 1 0 0,0 1-1 0 0,0 0 0 0 0,2-7 0 0 0,-1 3 56 0 0,2-6 20 0 0,-4 9-78 0 0,1 0 0 0 0,-1 0 0 0 0,0 0-1 0 0,0 0 1 0 0,0 0 0 0 0,0 0 0 0 0,0 0 0 0 0,-1 0 0 0 0,0 0 0 0 0,0-7-1 0 0,0-2 70 0 0,6-159 362 0 0,-6 156-362 0 0,0 0-1 0 0,-1 1 1 0 0,0-1 0 0 0,-1 0 0 0 0,-1 1-1 0 0,-10-29 1 0 0,10 31 30 0 0,-2 0 0 0 0,0 0 0 0 0,0 1 1 0 0,-1 0-1 0 0,-9-13 0 0 0,0 0 60 0 0,9 14-129 0 0,-1 0 1 0 0,-13-16-1 0 0,11 15-27 0 0,3 5 0 0 0,-10-8 6 0 0,13 11-28 0 0,-14-11 62 0 0,7 7-24 0 0,-5-5 76 0 0,-26-18-1 0 0,-5 5 63 0 0,38 21-154 0 0,-4-1 37 0 0,-17-5 4 0 0,23 8-56 0 0,-29-9 48 0 0,27 9-48 0 0,0 1 0 0 0,0 0 0 0 0,-13-2 0 0 0,10 4 0 0 0,1 1 0 0 0,-1-1 0 0 0,-19 5 0 0 0,-23 1-8 0 0,11 3 27 0 0,-47 3-1 0 0,75-11-16 0 0,1 2 0 0 0,0 0 0 0 0,0 0 0 0 0,-14 7 0 0 0,-21 4 68 0 0,38-11-70 0 0,1 1 0 0 0,0 0-1 0 0,0 0 1 0 0,0 1-1 0 0,0 0 1 0 0,1 0 0 0 0,-12 10-1 0 0,-17 11 7 0 0,24-17-12 0 0,0 1 0 0 0,0 0 0 0 0,1 1 0 0 0,0 0 0 0 0,1 1 0 0 0,-11 15-1 0 0,10-15 85 0 0,9-10-81 0 0,0 1 0 0 0,1-1 0 0 0,-1 1 0 0 0,1 0 0 0 0,0 0 0 0 0,-1 0 0 0 0,1 0 0 0 0,-2 5 0 0 0,-25 48 27 0 0,14-24 0 0 0,12-24-24 0 0,-1 1 0 0 0,1 0 1 0 0,1 0-1 0 0,0 0 0 0 0,0 0 0 0 0,-1 11 0 0 0,1 56 61 0 0,2-65-67 0 0,5 52 62 0 0,-5-57-52 0 0,0 0 0 0 0,0 0 0 0 0,1 0 0 0 0,0 0 0 0 0,0 0 0 0 0,3 6 0 0 0,0 5 28 0 0,0 3 17 0 0,1 1-25 0 0,1-1 16 0 0,6 18 95 0 0,-10-32-146 0 0,1 1 14 0 0,0-1 0 0 0,0 1 0 0 0,0 0 1 0 0,1-1-1 0 0,0 0 0 0 0,1 1 0 0 0,7 8 1 0 0,-2-5 30 0 0,0-2-30 0 0,-2-1-16 0 0,12 4 71 0 0,27 18 65 0 0,-37-22-81 0 0,-5-3-22 0 0,1-1-1 0 0,0 1 0 0 0,0-1 0 0 0,0 0 0 0 0,8 2 0 0 0,1 1-28 0 0,-9-4 0 0 0,11 4-3 0 0,-11-7 6 0 0,30 9 8 0 0,2-1 39 0 0,-22-5 13 0 0,14 2-51 0 0,14 4 52 0 0,-31-5-63 0 0,-5-1 1 0 0,-1 0 0 0 0,0-1 0 0 0,1 0 0 0 0,10 0 0 0 0,-9-1 16 0 0,27 0 17 0 0,6 0 25 0 0,-16 0 12 0 0,1 0 0 0 0,-23 1-63 0 0,18-2 119 0 0,-13 0-106 0 0,-5 0 20 0 0,4-1-19 0 0,-1 1 916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1T09:44:07.8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572 1169 8951 0 0,'0'0'1518'0'0,"2"-4"-912"0"0,11-17 4104 0 0,-11 21-4368 0 0,17 3 346 0 0,-17-3-360 0 0,0 1-68 0 0,8 1 106 0 0,0 0-1 0 0,18 8 0 0 0,15 3 135 0 0,89 12 996 0 0,205 13-1 0 0,-190-20-1185 0 0,-90-11-192 0 0,-30-3 47 0 0,38 2 0 0 0,-24-5-57 0 0,-21 0-39 0 0,27-2 0 0 0,13-3 5 0 0,36-4 49 0 0,-21-1-18 0 0,47-10 142 0 0,-93 14-137 0 0,-7 1-67 0 0,25-8 0 0 0,-4-3 226 0 0,5-3-259 0 0,-43 16 13 0 0,17-10 62 0 0,-16 8-44 0 0,6-4 34 0 0,31-22 103 0 0,-37 26-140 0 0,-1 0 0 0 0,0 0-1 0 0,1 0 1 0 0,0 1-1 0 0,7-4 1 0 0,5-3 16 0 0,23-23 32 0 0,-9 12-23 0 0,-19 13 1 0 0,0 0 0 0 0,21-18-1 0 0,-31 24-43 0 0,0 0 0 0 0,-1 0 0 0 0,1 0 0 0 0,-1-1-1 0 0,0 1 1 0 0,1-1 0 0 0,2-4 0 0 0,-1 1 0 0 0,-3 4-7 0 0,1 0 1 0 0,-1 0-1 0 0,0 0 0 0 0,0 0 1 0 0,0 0-1 0 0,0 0 0 0 0,0-1 0 0 0,1-3 1 0 0,0 0-2 0 0,1-3 0 0 0,-1-1 0 0 0,0 1 0 0 0,0-1 0 0 0,-1 0 0 0 0,0 0 0 0 0,0 0 0 0 0,-1 0 0 0 0,-2-11 0 0 0,1-8 8 0 0,0 9-20 0 0,-2 0 0 0 0,0 0 0 0 0,-1 0 0 0 0,-10-27 0 0 0,8 26 0 0 0,2 10 4 0 0,0 0 0 0 0,0 1 0 0 0,-1-1-1 0 0,-1 1 1 0 0,-10-15 0 0 0,-40-45 31 0 0,28 38-29 0 0,-66-65-6 0 0,53 56 0 0 0,-1 6 0 0 0,19 17 0 0 0,14 12 0 0 0,0 0 0 0 0,-16-8 0 0 0,-6-3 0 0 0,20 10 0 0 0,-1 1 0 0 0,0 0 0 0 0,-14-4 0 0 0,9 4 0 0 0,-20-7 0 0 0,-47-10 0 0 0,81 23 0 0 0,-32-8 0 0 0,13 3 0 0 0,0 0 0 0 0,0-1 0 0 0,-34-16 0 0 0,37 12 0 0 0,-1 1 0 0 0,-1 1 0 0 0,-27-7 0 0 0,33 11 13 0 0,1-1-1 0 0,-16-7 1 0 0,-16-6 13 0 0,16 9-22 0 0,0 1-1 0 0,-52-6 1 0 0,-99 6 41 0 0,101 6-37 0 0,-36-2-8 0 0,103 3 0 0 0,-26 4 0 0 0,9-1 0 0 0,8 1 0 0 0,0 0 0 0 0,-39 11 0 0 0,-12 2 0 0 0,47-10 0 0 0,0 2 0 0 0,1 0 0 0 0,0 1 0 0 0,-27 15 0 0 0,-43 15 0 0 0,-18 4-32 0 0,97-35 26 0 0,-1 1-1 0 0,2 0 1 0 0,-1 1 0 0 0,-22 19-1 0 0,17-4 7 0 0,18-23 18 0 0,-11 14 28 0 0,9-10-36 0 0,-15 25 52 0 0,4 1-9 0 0,5-11-40 0 0,10-18-12 0 0,-8 22-4 0 0,3-7 6 0 0,4-12 13 0 0,-3 19 29 0 0,-11 27 12 0 0,2-13-50 0 0,-7 24 57 0 0,15-31-11 0 0,-7 62 66 0 0,6-21-16 0 0,-1-23 24 0 0,6-41-82 0 0,1 1 0 0 0,0 0 0 0 0,0 12-1 0 0,0-18-35 0 0,6 26 144 0 0,-3-19-104 0 0,1 1 22 0 0,1 0 1 0 0,8 19-1 0 0,-12-30-70 0 0,1 0 136 0 0,-1 0-132 0 0,1-1 1 0 0,-1 0-1 0 0,1 0 0 0 0,-1 1 0 0 0,1-1 0 0 0,-1 0 1 0 0,0 1-1 0 0,1-1 0 0 0,-1 0 0 0 0,0 1 1 0 0,1-1-1 0 0,-1 0 0 0 0,0 1 0 0 0,0-1 1 0 0,1 1-1 0 0,-1-1 0 0 0,0 1 0 0 0,0 0 1 0 0,5 7 86 0 0,38 45 212 0 0,-41-51-228 0 0,-2-2-71 0 0,1 0 0 0 0,-1 0 1 0 0,0 0-1 0 0,1 0 0 0 0,-1 1 0 0 0,0-1 0 0 0,1 0 0 0 0,-1 0 0 0 0,0 0 1 0 0,1 0-1 0 0,-1 1 0 0 0,0-1 0 0 0,1 0 0 0 0,-1 0 0 0 0,0 0 0 0 0,0 1 1 0 0,1-1-1 0 0,-1 0 0 0 0,0 1 0 0 0,0-1 0 0 0,1 1 0 0 0,7 7 102 0 0,3-1-31 0 0,36 26 203 0 0,-33-22-211 0 0,1-1 0 0 0,0-1 1 0 0,29 14-1 0 0,-38-20-54 0 0,28 8 55 0 0,13 2 94 0 0,58 7 0 0 0,-71-17-102 0 0,27 7 33 0 0,-48-9-94 0 0,17 3 53 0 0,-5-1 22 0 0,-11-3-75 0 0,-1 2 0 0 0,-2-1 11 0 0,-7-1 31 0 0,4-2-20 0 0,-4 1 20 0 0,5 0-20 0 0,-5 0 20 0 0,5-1-20 0 0,-5 1 20 0 0,3 0-20 0 0,-2 0 20 0 0,3-1-20 0 0,-4 0 20 0 0,3-1-47 0 0,-6 2-70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1T09:44:19.2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1297 589 7975 0 0,'0'0'2160'0'0,"3"2"-1720"0"0,-1 0-261 0 0,1-1-1 0 0,0 1 0 0 0,0 0 1 0 0,0-1-1 0 0,0 0 0 0 0,1 0 0 0 0,-1 0 1 0 0,0 0-1 0 0,0 0 0 0 0,4 0 1 0 0,34 1 1563 0 0,-38-2-1271 0 0,-1 0-254 0 0,36-3 745 0 0,-36 2-828 0 0,11-1 138 0 0,13-6 384 0 0,-24 7-560 0 0,11-4 208 0 0,10-13 312 0 0,-18 13-506 0 0,0-1 0 0 0,-1 1 1 0 0,1 0-1 0 0,-1-1 0 0 0,0 0 0 0 0,0 0 0 0 0,-1 0 0 0 0,0-1 0 0 0,0 1 0 0 0,0-1 0 0 0,-1 0 0 0 0,0 1 0 0 0,2-13 1 0 0,0-13 59 0 0,-3 17-86 0 0,-1 0-1 0 0,0-19 1 0 0,-1 4 281 0 0,0 20-267 0 0,0 0 0 0 0,-1 0 0 0 0,0 1 0 0 0,0-1 0 0 0,-1 1 0 0 0,0-1 0 0 0,0 1 0 0 0,-1 0 0 0 0,-1 0 0 0 0,1 1 0 0 0,-1-1 0 0 0,-1 1 0 0 0,0 0 0 0 0,0 1 0 0 0,-9-10 0 0 0,7 9 38 0 0,1 1 0 0 0,-2 0 0 0 0,1 0 0 0 0,-14-8 0 0 0,13 9 13 0 0,-1 0 1 0 0,-1 1-1 0 0,1 0 0 0 0,-1 0 1 0 0,-21-5-1 0 0,12 6-61 0 0,0 0 0 0 0,-35-14 0 0 0,21 7 35 0 0,5 2-19 0 0,-1 2 0 0 0,-54-8 0 0 0,-14 1 125 0 0,8 3 219 0 0,35 4-294 0 0,28 2-132 0 0,6 2-22 0 0,-3 2 0 0 0,-6-2 12 0 0,16 3 52 0 0,-1 0-1 0 0,-25 4 0 0 0,22-1 12 0 0,-33 2 24 0 0,-100 15 7 0 0,120-14-107 0 0,0 2 1 0 0,-54 20-1 0 0,81-27 1 0 0,-16 7 0 0 0,0 0 0 0 0,1 1 0 0 0,1 1 0 0 0,-30 21 0 0 0,36-22 0 0 0,4-3 0 0 0,0 1 0 0 0,0 0 0 0 0,1 1 0 0 0,-10 11 0 0 0,-1 1 0 0 0,8-8 0 0 0,-1 1 0 0 0,0 1 0 0 0,-11 21 0 0 0,19-32 0 0 0,0 1 0 0 0,-5 15 0 0 0,-1 6 0 0 0,1 0 0 0 0,7-21 0 0 0,-1 17 0 0 0,2-16 0 0 0,-2 50 0 0 0,3-29 0 0 0,-2-22 0 0 0,5 18 0 0 0,-3-18 0 0 0,14 30 0 0 0,-13-30 0 0 0,9 15 11 0 0,-9-15 2 0 0,-1-3-10 0 0,-1 0 1 0 0,1 0 0 0 0,0 1-1 0 0,-1-1 1 0 0,1 0 0 0 0,0 0-1 0 0,0 0 1 0 0,0 0 0 0 0,0 0-1 0 0,0 0 1 0 0,0 0 0 0 0,0 0-1 0 0,2 0 1 0 0,6 6 52 0 0,19 12 98 0 0,-15-10-82 0 0,2-1 19 0 0,-11-5-69 0 0,0-1 0 0 0,0 1 0 0 0,1-1 1 0 0,-1 0-1 0 0,1 0 0 0 0,5 1 0 0 0,-1-1-6 0 0,-4 0 7 0 0,0 0 1 0 0,1-1-1 0 0,-1 0 1 0 0,0 0-1 0 0,0 0 1 0 0,9-1-1 0 0,4 1 130 0 0,81-1 161 0 0,-38-2-201 0 0,52-8 121 0 0,-58 6-132 0 0,-17 0-12 0 0,-3-1-3 0 0,2 0 26 0 0,31-3 15 0 0,-11 0-53 0 0,-42 6-75 0 0,-1 0 11 0 0,1 0 31 0 0,2 1-20 0 0,-1 1 20 0 0,62 0 86 0 0,-69 1-116 0 0,30-3 51 0 0,37-3 1 0 0,-71 6-63 0 0,18-2 51 0 0,-18 0-40 0 0,21 0-13 0 0,44 0 65 0 0,-13 4-64 0 0,-25-2 75 0 0,-9-2-11 0 0,-22 1-87 0 0,0 0 0 0 0,-1 0 0 0 0,1 0 0 0 0,0 0 1 0 0,-1 0-1 0 0,1 0 0 0 0,0 0 0 0 0,-1-1 0 0 0,1 1 0 0 0,0 0 1 0 0,-1 0-1 0 0,1 0 0 0 0,0-1 0 0 0,0 0 0 0 0,3 0-1584 0 0,4-3-286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1T09:44:21.3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661 722 5063 0 0,'0'0'7343'0'0,"2"-1"-7187"0"0,8 0-48 0 0,-7 1 329 0 0,10 1 95 0 0,-10 0 428 0 0,0-1-608 0 0,23 6 800 0 0,-24-6-744 0 0,11 3 384 0 0,9 3 608 0 0,37 14-1 0 0,-54-19-1326 0 0,-1 1 1 0 0,0-1-1 0 0,1 0 0 0 0,-1-1 1 0 0,5 1-1 0 0,9 2 39 0 0,5 2 57 0 0,1-1-1 0 0,0-1 1 0 0,32 0 0 0 0,72-8 605 0 0,-76 2-267 0 0,13 0 28 0 0,-18 2-120 0 0,64-10 0 0 0,-42-1-100 0 0,117-37-1 0 0,-178 46-295 0 0,8-2 56 0 0,0-1 1 0 0,-1 0-1 0 0,0 0 1 0 0,0-2-1 0 0,-1 0 1 0 0,26-19-1 0 0,-33 21-34 0 0,0 0 0 0 0,0-1 1 0 0,-1 0-1 0 0,0 0 0 0 0,0-1 0 0 0,-1 0 0 0 0,9-16 1 0 0,-11 19-3 0 0,-1 0 0 0 0,0-1 1 0 0,-1 1-1 0 0,1-1 0 0 0,-1 1 1 0 0,0-1-1 0 0,-1 1 1 0 0,1-1-1 0 0,-1 1 0 0 0,0-1 1 0 0,-1 0-1 0 0,1 1 0 0 0,-1-1 1 0 0,-3-9-1 0 0,-1-5-3 0 0,-2 1 0 0 0,0 1 0 0 0,-1-1 0 0 0,-13-19 0 0 0,16 29-20 0 0,-1 0-1 0 0,-1 1 1 0 0,1 0 0 0 0,-1 0-1 0 0,-1 1 1 0 0,1 0-1 0 0,-1 0 1 0 0,0 1 0 0 0,-18-10-1 0 0,-8-4-6 0 0,16 9 2 0 0,1 1 0 0 0,-2 1 0 0 0,1 1 0 0 0,-27-8 0 0 0,-46-15 17 0 0,-19-4 8 0 0,37 13 5 0 0,24 7-18 0 0,-11-2 36 0 0,-73-9-1 0 0,58 14-3 0 0,-65-7-35 0 0,96 14-20 0 0,18 1 0 0 0,-1 2 0 0 0,-26 1 0 0 0,8 6 43 0 0,0 2 0 0 0,1 2 1 0 0,-47 15-1 0 0,37-9-24 0 0,3 0-19 0 0,0 2 0 0 0,-55 28 0 0 0,19 0 0 0 0,86-44 0 0 0,-4 1 0 0 0,0 0 0 0 0,0 1 0 0 0,0 0 0 0 0,1-1 0 0 0,0 1 0 0 0,-1 1 0 0 0,1-1 0 0 0,0 1 0 0 0,1 0 0 0 0,-1 0 0 0 0,1 0 0 0 0,-4 5 0 0 0,-7 8-11 0 0,13-16 7 0 0,0 0 0 0 0,-1 1-1 0 0,1-1 1 0 0,0 0 0 0 0,0 1-1 0 0,0-1 1 0 0,0 0 0 0 0,0 1-1 0 0,1-1 1 0 0,-1 1 0 0 0,-1 2-1 0 0,1 1 4 0 0,-7 12 1 0 0,3-2 0 0 0,2 6 0 0 0,-2 1 0 0 0,4-9 0 0 0,0 11 0 0 0,0-13 0 0 0,0 6 0 0 0,1 0 0 0 0,0 0 0 0 0,1 0 0 0 0,1 0 0 0 0,0 0 0 0 0,8 26 0 0 0,-7-30 0 0 0,2 0 0 0 0,3 5 0 0 0,-6-15 0 0 0,11 15 0 0 0,-7-10 5 0 0,-3-3 3 0 0,0 0 1 0 0,0-1 0 0 0,1 0 0 0 0,0 0 0 0 0,-1 0 0 0 0,6 3 0 0 0,-3-1 47 0 0,0 0 0 0 0,1-1 1 0 0,9 5-1 0 0,-7-4 4 0 0,-5-4 4 0 0,-1 0-43 0 0,1-1 0 0 0,-1 0 0 0 0,1 1 0 0 0,-1 0 0 0 0,5 3 1 0 0,-4-3-9 0 0,-1 0 1 0 0,0 0-1 0 0,1-1 1 0 0,0 1-1 0 0,-1-1 1 0 0,7 2-1 0 0,35 12 107 0 0,-30-10-108 0 0,25 11 51 0 0,-25-11-29 0 0,0 0 0 0 0,0-1 0 0 0,0-1 1 0 0,24 3-1 0 0,-28-4-2 0 0,10 0 77 0 0,21 5 75 0 0,32 4 24 0 0,-49-7-208 0 0,-16-2 2 0 0,26 0 60 0 0,-33-2-59 0 0,116-4 389 0 0,-104 3-350 0 0,-1-1-20 0 0,-8 2 20 0 0,10-1-20 0 0,1-1 20 0 0,-1 2-20 0 0,8 0 192 0 0,-3 0-9525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1T09:45:24.4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3376 1102 3223 0 0,'0'0'7071'0'0,"3"1"-6963"0"0,5 6-23 0 0,-7-7-62 0 0,-1 0-1 0 0,0 1 0 0 0,1-1 0 0 0,-1 0 1 0 0,1 0-1 0 0,-1 1 0 0 0,0-1 0 0 0,1 0 1 0 0,-1 0-1 0 0,1 0 0 0 0,-1 0 0 0 0,0 0 1 0 0,1 0-1 0 0,-1 0 0 0 0,1 0 0 0 0,-1 0 1 0 0,1 0-1 0 0,-1 0 0 0 0,0 0 0 0 0,1 0 1 0 0,-1 0-1 0 0,1 0 0 0 0,-1 0 0 0 0,1 0 1 0 0,0-1-1 0 0,5 0 1047 0 0,26-1-14 0 0,1 1-1 0 0,0 2 0 0 0,35 6 1 0 0,-59-6-1006 0 0,21 1 302 0 0,48-4-1 0 0,-24-3 394 0 0,68-15 0 0 0,-119 19-691 0 0,3 0-21 0 0,-1-1 0 0 0,1 1 0 0 0,-1-1 0 0 0,0 0 0 0 0,0 0 0 0 0,0 0-1 0 0,0-1 1 0 0,4-3 0 0 0,-4 4 2 0 0,-1 0-1 0 0,1 0-1 0 0,-1 0 1 0 0,0-1 0 0 0,0 0 0 0 0,0 0 0 0 0,0 0 0 0 0,0 0 0 0 0,-1 0 0 0 0,1-1 0 0 0,-1 1 0 0 0,4-7 0 0 0,0 1 12 0 0,-7 8 164 0 0,8-10-12 0 0,-4 2-48 0 0,0 1 0 0 0,0-1 0 0 0,4-16-1 0 0,4-41 203 0 0,-11 57-308 0 0,3-15 71 0 0,9-28 1 0 0,-7 22 13 0 0,0 12-117 0 0,-6 16-13 0 0,1-16 15 0 0,-1-4 63 0 0,0 20 6 0 0,-6-27 300 0 0,3 18-216 0 0,1 5-144 0 0,1 0 1 0 0,-1 0 0 0 0,0 0 0 0 0,-1 0 0 0 0,1 0-1 0 0,-1 1 1 0 0,-1-1 0 0 0,-6-9 0 0 0,8 11-13 0 0,-11-12 76 0 0,9 13-56 0 0,0 0 1 0 0,1 0-1 0 0,-1 0 1 0 0,0 0-1 0 0,-9-4 0 0 0,-1-2-23 0 0,-107-53 57 0 0,29 12 184 0 0,-21-8 80 0 0,20 11-284 0 0,38 18-24 0 0,25 13 10 0 0,12 6 17 0 0,-21-8 0 0 0,-29-7 195 0 0,-90-21 0 0 0,-18 12-193 0 0,94 19-34 0 0,-92-25 303 0 0,116 26-228 0 0,-92-12 452 0 0,94 18-468 0 0,-186-18-150 0 0,151 19 72 0 0,42 2 90 0 0,-391-16 209 0 0,371 25-288 0 0,39-1 47 0 0,-1-1-1 0 0,-56-5 0 0 0,48 0 74 0 0,0 2-1 0 0,-51 5 1 0 0,28-1 38 0 0,-25 0 5 0 0,-173 27-1 0 0,225-23-165 0 0,12-3 8 0 0,0 1 1 0 0,1 1-1 0 0,-23 9 0 0 0,-88 31 49 0 0,67-25-47 0 0,-10 8-14 0 0,-4-1 11 0 0,63-20 7 0 0,0 0-1 0 0,-26 20 1 0 0,-12 7 35 0 0,39-24-41 0 0,6-3-9 0 0,0-1 0 0 0,-11 11 1 0 0,8-6 47 0 0,4-5 10 0 0,0 2 0 0 0,-14 16 0 0 0,8-7 3 0 0,-11 20 64 0 0,5 3-64 0 0,11-20 0 0 0,-10 26-53 0 0,15-30 83 0 0,2 2-60 0 0,0-6-34 0 0,1-1 11 0 0,0-4 15 0 0,3 14 1 0 0,0-9-27 0 0,0-2 11 0 0,1-6 31 0 0,2 10-31 0 0,2 8-13 0 0,-6-22 0 0 0,8 21 81 0 0,-2-8-25 0 0,2 1 16 0 0,2 5-5 0 0,-6-17-66 0 0,3 5 69 0 0,-2-2-32 0 0,0 0 1 0 0,0 0-1 0 0,8 6 1 0 0,35 26 166 0 0,-44-35-186 0 0,1 1 15 0 0,1 0-1 0 0,-1 0 0 0 0,1 0 1 0 0,0-1-1 0 0,0 0 1 0 0,0 0-1 0 0,8 2 0 0 0,3 1 24 0 0,-3 2-23 0 0,-8-4 0 0 0,1 0 0 0 0,0 0 0 0 0,9 2 0 0 0,1 1 4 0 0,0-2-1 0 0,0 0 1 0 0,19 3 0 0 0,-32-8-30 0 0,111 31 130 0 0,-86-24-94 0 0,49 8 64 0 0,36 6 93 0 0,-107-20-186 0 0,-1 1 0 0 0,0-2 1 0 0,1 1-1 0 0,10 0 0 0 0,-4-1 27 0 0,10 1-2 0 0,31 6-1 0 0,49 9 48 0 0,-61-10-53 0 0,75 3 20 0 0,-15-2 99 0 0,-4-3-115 0 0,-65-4-32 0 0,0 2 0 0 0,54 8 0 0 0,-69-7-4 0 0,33 0 0 0 0,-22-2 0 0 0,56 3 9 0 0,192 4 46 0 0,-163-7-55 0 0,-17 0 93 0 0,-47-2-58 0 0,59-1 42 0 0,19-1-3 0 0,-85 0-78 0 0,68 4 1 0 0,-100 1 3 0 0,4-1 0 0 0,-1 0 0 0 0,1-1 0 0 0,-1 0 0 0 0,18-4 0 0 0,-5 3 0 0 0,-13 0 0 0 0,-11 1 0 0 0,-1-1 0 0 0,0 1 0 0 0,0 0 0 0 0,0 0 0 0 0,0 0 0 0 0,0 0 0 0 0,0 0 0 0 0,1 0 0 0 0,-1 0 0 0 0,0 1 0 0 0,0-1 0 0 0,0 1 0 0 0,0-1 0 0 0,3 3 0 0 0,4 0 0 0 0,-5-1 0 0 0,17-2 0 0 0,21 3 0 0 0,-33-3 0 0 0,36 4 0 0 0,11 5 0 0 0,-25-2 0 0 0,25 0 0 0 0,-10-3 0 0 0,22 3 0 0 0,-54-4 0 0 0,-6-2 0 0 0,0 1 0 0 0,1-1 0 0 0,9 0 0 0 0,78 6 0 0 0,-53-1 0 0 0,-4-2 0 0 0,-34-3 0 0 0,8-1 20 0 0,8 0 24 0 0,31 2-33 0 0,-42-2 22 0 0,2 0-1 0 0,0-1-1 0 0,19-3 1 0 0,-27 4 10 0 0,5-1-20 0 0,8 1 31 0 0,-1-2-4 0 0,-14 2-118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1T09:51:47.2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0 563 4143 0 0,'0'0'12400'0'0,"0"2"-11976"0"0,3 36 1712 0 0,-3-35-2040 0 0,1-1 0 0 0,8 23 95 0 0,-9-23-102 0 0,2 1-1 0 0,3 7-17 0 0,-2-3 1 0 0,1 0 0 0 0,-1-1-1 0 0,1 0 1 0 0,8 10 0 0 0,5 5-8 0 0,-2-5 12 0 0,-14-14-52 0 0,0-1 0 0 0,0 0 0 0 0,0 0 0 0 0,1 0 0 0 0,-1 0 0 0 0,0 0 1 0 0,1 0-1 0 0,-1 0 0 0 0,1 0 0 0 0,-1-1 0 0 0,1 1 0 0 0,0 0 0 0 0,-1-1 1 0 0,1 0-1 0 0,0 1 0 0 0,-1-1 0 0 0,1 0 0 0 0,0 0 0 0 0,-1 0 0 0 0,1 0 1 0 0,0 0-1 0 0,-1 0 0 0 0,1 0 0 0 0,0 0 0 0 0,-1-1 0 0 0,1 1 0 0 0,0-1 1 0 0,-1 0-1 0 0,1 1 0 0 0,-1-1 0 0 0,1 0 0 0 0,-1 0 0 0 0,1 0 0 0 0,-1 0 1 0 0,0 0-1 0 0,1 0 0 0 0,0-1 0 0 0,6-6 181 0 0,-1 0 1 0 0,0 0-1 0 0,0-1 0 0 0,9-16 0 0 0,-6 11-67 0 0,64-106 520 0 0,23-29-314 0 0,-69 113-296 0 0,2 1 0 0 0,2 2-1 0 0,1 1 1 0 0,1 2-1 0 0,70-47 1 0 0,-9 3 68 0 0,-5 4 365 0 0,-89 69 63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1T10:24:36.5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1127 217 3223 0 0,'0'0'15176'0'0,"2"-2"-14854"0"0,-1 2-306 0 0,-1 0 0 0 0,1 0 1 0 0,-1 0-1 0 0,1-1 0 0 0,-1 1 1 0 0,1 0-1 0 0,-1-1 0 0 0,1 1 1 0 0,-1 0-1 0 0,0-1 0 0 0,1 1 1 0 0,-1 0-1 0 0,1-1 0 0 0,-1 1 1 0 0,0-1-1 0 0,0 1 0 0 0,1-1 1 0 0,-1 1-1 0 0,1-2 0 0 0,-3-12 710 0 0,2 13-648 0 0,-1-1 526 0 0,0-13 100 0 0,-2 2-72 0 0,2 11-554 0 0,0 0 1 0 0,0-1-1 0 0,0 1 0 0 0,0 0 0 0 0,0-1 0 0 0,0 1 1 0 0,0 0-1 0 0,-1 0 0 0 0,1 0 0 0 0,-1 0 0 0 0,1 0 1 0 0,-1 0-1 0 0,-3-2 0 0 0,4 3-85 0 0,0 0 295 0 0,-1-1-191 0 0,-9-7 105 0 0,-1 0 0 0 0,0 0 0 0 0,0 1 0 0 0,0 0 0 0 0,-24-9 0 0 0,25 12-191 0 0,-67-16 202 0 0,11 8-29 0 0,6 3-90 0 0,19 2 71 0 0,40 7-151 0 0,-1 0-1 0 0,1 0 1 0 0,0 1-1 0 0,0-1 0 0 0,-1 1 1 0 0,1 0-1 0 0,0 0 1 0 0,-1 0-1 0 0,1 0 1 0 0,0 0-1 0 0,0 0 1 0 0,-4 1-1 0 0,-6 0 39 0 0,-10-5 41 0 0,9 3-41 0 0,2 0-30 0 0,0 1 1 0 0,1 0-1 0 0,-1 0 0 0 0,-12 3 0 0 0,-48 11 31 0 0,35-4-53 0 0,9-2 0 0 0,-30 8 0 0 0,46-13 4 0 0,-49 13 358 0 0,-104 43 0 0 0,162-58-361 0 0,-16 7 57 0 0,-28 16 0 0 0,44-23-49 0 0,0 1 0 0 0,-1-1 0 0 0,1 0 0 0 0,0 0 0 0 0,0 1 0 0 0,0-1 0 0 0,0 1 0 0 0,0 0 0 0 0,0 0 0 0 0,0 0 0 0 0,0 0 0 0 0,1 0 0 0 0,-1 0 0 0 0,-1 3 0 0 0,-8 13 62 0 0,3-7 6 0 0,4-6-47 0 0,1 0 1 0 0,0 1-1 0 0,0-1 1 0 0,0 1-1 0 0,-2 9 0 0 0,-6 15 60 0 0,8-21-56 0 0,-8 25-4 0 0,1-6 13 0 0,5 1 47 0 0,3-11-79 0 0,2-10 66 0 0,-1 0 0 0 0,1 0 1 0 0,1 0-1 0 0,-1 0 0 0 0,2 0 0 0 0,2 11 0 0 0,3 23 28 0 0,15 90 23 0 0,-10-88-117 0 0,-11-40-11 0 0,0 0 0 0 0,0 0 0 0 0,0 0 0 0 0,1-1 0 0 0,3 8 0 0 0,0-3 0 0 0,-1 1 31 0 0,0 0-1 0 0,1-1 0 0 0,0 1 1 0 0,1-1-1 0 0,0-1 1 0 0,0 1-1 0 0,8 6 1 0 0,9 7 44 0 0,33 22 1 0 0,-34-27-33 0 0,0-2 0 0 0,0-1 1 0 0,29 12-1 0 0,-18-9-35 0 0,-19-8-8 0 0,4 0 21 0 0,8 1 22 0 0,5 3-43 0 0,-5-5 45 0 0,0-1 1 0 0,43 5-1 0 0,-63-10-35 0 0,17 1 44 0 0,35 0-1 0 0,-46-4-40 0 0,-8 1-13 0 0,1 1-1 0 0,0-1 1 0 0,0 1 0 0 0,0 0-1 0 0,7 1 1 0 0,28-1 25 0 0,-1-1 0 0 0,63-11 0 0 0,5-4 28 0 0,-103 16-52 0 0,11-4 30 0 0,6-2 4 0 0,-11 3 6 0 0,-6 2-28 0 0,0-1-1 0 0,0 1 1 0 0,0-1-1 0 0,0 0 1 0 0,0 0-1 0 0,0 0 1 0 0,5-5-1 0 0,-5 5-12 0 0,14-11 0 0 0,13-17 0 0 0,-11 12 0 0 0,10-9 0 0 0,-10 8 0 0 0,0 0 0 0 0,9-6 0 0 0,-12 7 0 0 0,-6 8 0 0 0,-7 5 0 0 0,2-11 0 0 0,-2 9 4 0 0,-1 0 12 0 0,0 0-1 0 0,0 0 1 0 0,-1-1-1 0 0,0 1 1 0 0,0 0-1 0 0,-1-1 1 0 0,1-8-1 0 0,-1 8-15 0 0,1-20 0 0 0,-1 19 0 0 0,-2-28 0 0 0,-3 3 0 0 0,4 24 8 0 0,-2 0 0 0 0,1 0 0 0 0,-1 0 0 0 0,-6-14 0 0 0,-8-33 16 0 0,1-6-24 0 0,12 52 0 0 0,-12-33 64 0 0,1-8-64 0 0,-2 1 0 0 0,10 37 0 0 0,0 1 0 0 0,1 1 0 0 0,-6-9 157 0 0,4 14-844 0 0,3 4-498 0 0,-13-6-5578 0 0,-3 5-2295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1T10:25:40.6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1300 361 3679 0 0,'0'0'167'0'0,"4"1"-7"0"0,18 0 10865 0 0,-17-12-10234 0 0,-3 9-425 0 0,-2 0 1 0 0,1-1-1 0 0,0 1 1 0 0,0-1-1 0 0,-1 1 1 0 0,1 0-1 0 0,-1-6 1 0 0,0 6-619 0 0,1 0 741 0 0,-1-17 79 0 0,0 16-448 0 0,0 2 332 0 0,-4-12 40 0 0,3 6-183 0 0,-1 0-1 0 0,0 0 0 0 0,-3-7 1 0 0,4 13-203 0 0,0-1-30 0 0,-7-12 80 0 0,-1 0 1 0 0,0 1-1 0 0,-1 0 0 0 0,0 0 0 0 0,-1 1 1 0 0,0 1-1 0 0,-1 0 0 0 0,0 0 0 0 0,-1 1 1 0 0,-21-13-1 0 0,15 13-116 0 0,-1 1 0 0 0,0 0 0 0 0,-1 2 0 0 0,0 0 1 0 0,0 1-1 0 0,0 1 0 0 0,-28-2 0 0 0,-71-6-40 0 0,-57-8 0 0 0,145 16 86 0 0,0 2 0 0 0,-1 1 0 0 0,-42 3 0 0 0,53 2-86 0 0,1 1 0 0 0,-1 1 0 0 0,-35 12 0 0 0,-60 33 0 0 0,80-34 0 0 0,17-7 0 0 0,-33 21 0 0 0,45-25 0 0 0,1 1 0 0 0,0 0 0 0 0,0 0 0 0 0,0 0 0 0 0,0 1 0 0 0,-10 14 0 0 0,3-1-1 0 0,6-9 5 0 0,0 1 0 0 0,-11 23 0 0 0,7-4 78 0 0,2 1 0 0 0,1 1 0 0 0,-8 53 0 0 0,14-69-62 0 0,-1 7 83 0 0,0 1 0 0 0,1-1 0 0 0,2 1 1 0 0,2 36-1 0 0,-1-58-100 0 0,2 16 76 0 0,7 25-1 0 0,-7-32-43 0 0,1 0 0 0 0,0 0 0 0 0,1 0 0 0 0,1 0 0 0 0,-1-1 0 0 0,2 1 0 0 0,12 19 0 0 0,-12-21-17 0 0,6 7 36 0 0,1-1-1 0 0,1 0 1 0 0,0-1-1 0 0,28 22 1 0 0,-35-31-26 0 0,10 8 81 0 0,2-1 0 0 0,-1 0 0 0 0,1-2 0 0 0,36 16-1 0 0,-40-21-28 0 0,0-1-1 0 0,19 4 1 0 0,-21-6-41 0 0,1 0 1 0 0,0 2 0 0 0,14 6 0 0 0,-13-4-14 0 0,0 0 0 0 0,1-1-1 0 0,0-1 1 0 0,0-1 0 0 0,1 0 0 0 0,17 2 0 0 0,10-1 46 0 0,67-1 0 0 0,-31-2-5 0 0,-61-1-40 0 0,31-5-1 0 0,-13 1-26 0 0,-19 1 23 0 0,0-1-1 0 0,22-6 1 0 0,-22 5-27 0 0,3-2 20 0 0,0-1 0 0 0,-1 0 0 0 0,33-17 0 0 0,-6-4 37 0 0,-38 23-41 0 0,-1-1 0 0 0,0 0-1 0 0,0 0 1 0 0,0-1 0 0 0,-1 0-1 0 0,1-1 1 0 0,-2 1 0 0 0,1-1-1 0 0,-1 0 1 0 0,6-12-1 0 0,5-6 26 0 0,16-29 54 0 0,-10 12-80 0 0,-7 10-11 0 0,-13 26 0 0 0,0 0 0 0 0,0 0 0 0 0,-1 0 0 0 0,2-9 0 0 0,5-27 49 0 0,-6 18-34 0 0,-1 10-9 0 0,0 4 10 0 0,-1-1 0 0 0,0-19-1 0 0,-1 18-4 0 0,0-1-11 0 0,-2 1 0 0 0,1-2 0 0 0,-1-5 0 0 0,-6-13 0 0 0,2 7 0 0 0,4 15 11 0 0,-2-40 42 0 0,3 38-53 0 0,-2 1 0 0 0,-4-4-35 0 0,-1 2 6 0 0,5 7-95 0 0,2 4-50 0 0,0 0-1 0 0,-1 0 1 0 0,1 0 0 0 0,-1 0-1 0 0,1 0 1 0 0,-1 0-1 0 0,0 1 1 0 0,-2-3 0 0 0,-7-4-1221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1T10:31:05.1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0 13823 0 0,'0'0'3048'0'0,"-8"0"-448"0"0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1T10:30:58.7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542 914 3223 0 0,'2'1'6347'0'0,"8"3"-4403"0"0,-9-4-1883 0 0,-1 0 0 0 0,1 0 0 0 0,-1 0 1 0 0,1 0-1 0 0,0 0 0 0 0,-1 0 0 0 0,1 0 0 0 0,-1-1 0 0 0,1 1 1 0 0,-1 0-1 0 0,1 0 0 0 0,0-1 0 0 0,-1 1 0 0 0,1 0 0 0 0,-1-1 0 0 0,1 1 1 0 0,-1 0-1 0 0,1-1 0 0 0,-1 1 0 0 0,0-1 0 0 0,1 1 0 0 0,0-1 1 0 0,-1 0 87 0 0,5-2 168 0 0,-1 1-1 0 0,0-1 1 0 0,1 1 0 0 0,-1 0 0 0 0,1 0-1 0 0,0 1 1 0 0,0-1 0 0 0,0 1 0 0 0,5 0-1 0 0,48-4 491 0 0,-34 5-604 0 0,7-2 227 0 0,0-1 1 0 0,-1-1-1 0 0,1-2 0 0 0,-1 0 0 0 0,56-22 1 0 0,-61 17-292 0 0,0-1 0 0 0,0-1 0 0 0,-2-2 0 0 0,0 0 0 0 0,25-22 0 0 0,-39 29-107 0 0,-1-1 1 0 0,0 0-1 0 0,0-1 0 0 0,10-16 0 0 0,20-45 341 0 0,-36 67-305 0 0,-1-1 1 0 0,1 1 0 0 0,-1-1 0 0 0,0 1 0 0 0,0-1 0 0 0,-1 0 0 0 0,1 0 0 0 0,-1-7 0 0 0,-6-40 441 0 0,6 51-491 0 0,-2-16 311 0 0,-8-26-1 0 0,8 37-278 0 0,-1 0 1 0 0,1 0-1 0 0,-1 0 0 0 0,0 0 0 0 0,0 0 1 0 0,-1 1-1 0 0,-7-9 0 0 0,-6-4 125 0 0,0 1 0 0 0,-34-24 0 0 0,19 15-112 0 0,0-2 29 0 0,21 17 5 0 0,-25-18-1 0 0,-51-25 127 0 0,60 35-224 0 0,15 10 0 0 0,-23-13 0 0 0,-14-4 0 0 0,-28-13 0 0 0,70 36 1 0 0,-57-23 67 0 0,55 23-58 0 0,0 1 0 0 0,-1 0 0 0 0,1 0-1 0 0,0 0 1 0 0,-12 1 0 0 0,-20-2-10 0 0,29 2 0 0 0,1 0 0 0 0,-22 1 0 0 0,-2 3 0 0 0,-1 2 0 0 0,-62 17 0 0 0,69-14 0 0 0,17-5 0 0 0,0 0 0 0 0,0 2 0 0 0,-15 6 0 0 0,-1 1-17 0 0,21-9 11 0 0,0 0-1 0 0,0 0 0 0 0,0 1 0 0 0,0 0 1 0 0,1 0-1 0 0,-12 10 0 0 0,-7 13 7 0 0,13-14 0 0 0,10-11 0 0 0,-7 15 0 0 0,7-14 0 0 0,-7 16 0 0 0,-1 5 0 0 0,7-17-10 0 0,-5 24-52 0 0,3-6 62 0 0,3-2 0 0 0,-2 18 208 0 0,3-16-192 0 0,1 15 173 0 0,0-25-178 0 0,2 21 54 0 0,-1-23-1 0 0,-1-13-55 0 0,0 1-1 0 0,0 0 0 0 0,0 0 0 0 0,0-1 0 0 0,0 1 0 0 0,0 0 0 0 0,0-1 1 0 0,0 1-1 0 0,1 0 0 0 0,-1-1 0 0 0,0 1 0 0 0,0 0 0 0 0,1-1 0 0 0,0 2 1 0 0,12 30 215 0 0,-4-7-40 0 0,-7-23-109 0 0,-1 1-10 0 0,6 9-12 0 0,0-1-31 0 0,1 4 95 0 0,-7-13-53 0 0,1 0-11 0 0,1 0-44 0 0,19 18 182 0 0,-8-9-78 0 0,0 0 0 0 0,0-1-1 0 0,1 0 1 0 0,1-1-1 0 0,0-1 1 0 0,17 7 0 0 0,-28-13-78 0 0,32 16 93 0 0,-28-13-115 0 0,-6-3-13 0 0,1 0 0 0 0,-1 0-1 0 0,1 0 1 0 0,-1-1 0 0 0,1 1-1 0 0,4 0 1 0 0,-7-1 0 0 0,0-1 0 0 0,1 1 0 0 0,-1 0 0 0 0,0-1 0 0 0,1 1 0 0 0,-1-1 0 0 0,1 0 0 0 0,-1 1 0 0 0,1-1 0 0 0,-1 0 0 0 0,1 0 0 0 0,2 0 0 0 0,-3 0 0 0 0,1 0 0 0 0,0 0 0 0 0,-1 0 0 0 0,1 0 0 0 0,0 0 0 0 0,-1 0 0 0 0,1 1 0 0 0,-1-1 0 0 0,1 1 0 0 0,0-1 0 0 0,-1 1 0 0 0,2 0 0 0 0,6 3 0 0 0,22 5 0 0 0,-9-3 46 0 0,1-2 25 0 0,-20-4-62 0 0,17 4 68 0 0,-15-3-35 0 0,10 5-31 0 0,-11-5-8 0 0,14 9-6 0 0,-6-5 3 0 0,2-1 0 0 0,-1 1 0 0 0,35 16 64 0 0,-35-16-53 0 0,17 2 95 0 0,28 8 244 0 0,-53-14-308 0 0,3 2-19 0 0,-3-2 25 0 0,3 1-23 0 0,-3-2 39 0 0,6 1 3 0 0,0 2-32 0 0,-9-2-115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1T10:31:01.9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423 860 3223 0 0,'2'-1'9075'0'0,"10"-6"-7604"0"0,-6 2-811 0 0,1 1 0 0 0,0 0 0 0 0,-1 1 0 0 0,12-4 0 0 0,45-18 1326 0 0,-33 17-1442 0 0,-11 3-288 0 0,0 1 0 0 0,21-3 0 0 0,-35 6-225 0 0,7 0 124 0 0,0 0 0 0 0,24 2 0 0 0,-27-1-65 0 0,0 0-1 0 0,0-1 0 0 0,13-1 1 0 0,16-2 156 0 0,1 3 46 0 0,75-13 0 0 0,36-18-35 0 0,-135 27-203 0 0,-1 0-1 0 0,0-1 0 0 0,0-1 0 0 0,-1 0 0 0 0,0-1 1 0 0,0-1-1 0 0,-1 1 0 0 0,13-14 0 0 0,-19 17 3 0 0,-1-1 0 0 0,0-1 0 0 0,0 1-1 0 0,0 0 1 0 0,-1-1 0 0 0,0 0 0 0 0,3-9 0 0 0,-4 10 29 0 0,-2 5 164 0 0,2-14 54 0 0,-1 6-254 0 0,0 0 0 0 0,-1-1 0 0 0,-1 1 0 0 0,1 0 0 0 0,-1-1 0 0 0,-1 1 0 0 0,0-1 0 0 0,0 1-1 0 0,-1 0 1 0 0,0 0 0 0 0,-1 0 0 0 0,0 0 0 0 0,0 0 0 0 0,-1 0 0 0 0,0 1 0 0 0,0-1 0 0 0,-1 1 0 0 0,0 0 0 0 0,-1 1 0 0 0,1-1 0 0 0,-2 1-1 0 0,1 0 1 0 0,-1 1 0 0 0,0 0 0 0 0,-11-9 0 0 0,-81-62 82 0 0,75 60-167 0 0,-11-9 31 0 0,-1 1 1 0 0,-1 2 0 0 0,-51-23-1 0 0,-5-2 72 0 0,4 8-67 0 0,72 33 0 0 0,11 4 0 0 0,-1 0 0 0 0,0 1 0 0 0,-1 0 0 0 0,-8-2 0 0 0,-16-2-16 0 0,18 3 0 0 0,0 1 0 0 0,-23-2 0 0 0,-214 20-12 0 0,188-10 24 0 0,-29 11 4 0 0,88-17 0 0 0,1 1 0 0 0,-1 0 0 0 0,0 0 0 0 0,0 0 0 0 0,0 0 0 0 0,1 1 0 0 0,-6 2 0 0 0,8-3 0 0 0,-1-1 0 0 0,0 1 0 0 0,1 0 0 0 0,-1 0 0 0 0,1 0 0 0 0,0 1 0 0 0,-1-1 0 0 0,1 0-1 0 0,0 0 1 0 0,0 1 0 0 0,0-1 0 0 0,0 1 0 0 0,-2 1 0 0 0,0 3 12 0 0,-2 0-9 0 0,-1 0 4 0 0,1 0 0 0 0,1 0 0 0 0,-1 1 0 0 0,1 0 0 0 0,0-1 0 0 0,-5 13 0 0 0,4-7-6 0 0,-1 1 1 0 0,1 1 0 0 0,1-1 1 0 0,0 1-1 0 0,-2 19 0 0 0,6-31 51 0 0,-1 1 0 0 0,0 4-43 0 0,-1 28 7 0 0,2-10 115 0 0,-1-10-89 0 0,2 0 0 0 0,-1 1 0 0 0,2-1 0 0 0,3 17 0 0 0,1-4 22 0 0,3-2 68 0 0,-5-17-118 0 0,2 7 65 0 0,6 14 49 0 0,2 20-2 0 0,-8-28-127 0 0,-1-4 0 0 0,5 8 0 0 0,-2-12 59 0 0,0 1 0 0 0,0-1 0 0 0,1 0 1 0 0,1 0-1 0 0,13 13 0 0 0,-22-25 17 0 0,2 0-11 0 0,89 78 415 0 0,-84-73-439 0 0,2-1 0 0 0,-1 0 0 0 0,1 0 1 0 0,0-1-1 0 0,0 0 0 0 0,20 6 0 0 0,68 14 169 0 0,-90-23-185 0 0,13 2 16 0 0,-11-1-4 0 0,1-1 0 0 0,-1 0 0 0 0,18 1 0 0 0,65-3 368 0 0,-48 1-199 0 0,-32-1-152 0 0,-2-1 16 0 0,-7 0-5 0 0,5 0-1 0 0,-1 0-1 0 0,6 0 24 0 0,-10 1-45 0 0,-1 0 22 0 0,-1 1-11 0 0,7 1-31 0 0,-7-1-61 0 0,-21-3-9177 0 0,-5 4 644 0 0</inkml:trace>
</inkml:ink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3DD8D-3470-40DA-ADB2-6E4C8CE37A2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F4DFBD85-F5AF-4EEE-B187-F5DCD6351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436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3DD8D-3470-40DA-ADB2-6E4C8CE37A2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FBD85-F5AF-4EEE-B187-F5DCD6351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753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36A3DD8D-3470-40DA-ADB2-6E4C8CE37A2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F4DFBD85-F5AF-4EEE-B187-F5DCD6351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231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3DD8D-3470-40DA-ADB2-6E4C8CE37A2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FBD85-F5AF-4EEE-B187-F5DCD6351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730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3DD8D-3470-40DA-ADB2-6E4C8CE37A2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FBD85-F5AF-4EEE-B187-F5DCD6351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601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3DD8D-3470-40DA-ADB2-6E4C8CE37A2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FBD85-F5AF-4EEE-B187-F5DCD6351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669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3DD8D-3470-40DA-ADB2-6E4C8CE37A2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FBD85-F5AF-4EEE-B187-F5DCD6351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288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3DD8D-3470-40DA-ADB2-6E4C8CE37A2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FBD85-F5AF-4EEE-B187-F5DCD6351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860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3DD8D-3470-40DA-ADB2-6E4C8CE37A24}" type="datetimeFigureOut">
              <a:rPr lang="en-US" smtClean="0"/>
              <a:t>12/11/2025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FBD85-F5AF-4EEE-B187-F5DCD6351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233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3DD8D-3470-40DA-ADB2-6E4C8CE37A2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FBD85-F5AF-4EEE-B187-F5DCD6351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0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3DD8D-3470-40DA-ADB2-6E4C8CE37A2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FBD85-F5AF-4EEE-B187-F5DCD6351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025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36A3DD8D-3470-40DA-ADB2-6E4C8CE37A2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F4DFBD85-F5AF-4EEE-B187-F5DCD6351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582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customXml" Target="../ink/ink2.xml"/><Relationship Id="rId10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openxmlformats.org/officeDocument/2006/relationships/customXml" Target="../ink/ink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13" Type="http://schemas.openxmlformats.org/officeDocument/2006/relationships/customXml" Target="../ink/ink9.xml"/><Relationship Id="rId18" Type="http://schemas.openxmlformats.org/officeDocument/2006/relationships/image" Target="../media/image17.png"/><Relationship Id="rId3" Type="http://schemas.openxmlformats.org/officeDocument/2006/relationships/image" Target="../media/image13.png"/><Relationship Id="rId21" Type="http://schemas.openxmlformats.org/officeDocument/2006/relationships/customXml" Target="../ink/ink13.xml"/><Relationship Id="rId7" Type="http://schemas.openxmlformats.org/officeDocument/2006/relationships/customXml" Target="../ink/ink6.xml"/><Relationship Id="rId12" Type="http://schemas.openxmlformats.org/officeDocument/2006/relationships/image" Target="../media/image140.png"/><Relationship Id="rId17" Type="http://schemas.openxmlformats.org/officeDocument/2006/relationships/customXml" Target="../ink/ink11.xml"/><Relationship Id="rId2" Type="http://schemas.openxmlformats.org/officeDocument/2006/relationships/image" Target="../media/image12.png"/><Relationship Id="rId16" Type="http://schemas.openxmlformats.org/officeDocument/2006/relationships/image" Target="../media/image16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11" Type="http://schemas.openxmlformats.org/officeDocument/2006/relationships/customXml" Target="../ink/ink8.xml"/><Relationship Id="rId24" Type="http://schemas.openxmlformats.org/officeDocument/2006/relationships/image" Target="../media/image20.png"/><Relationship Id="rId5" Type="http://schemas.openxmlformats.org/officeDocument/2006/relationships/customXml" Target="../ink/ink5.xml"/><Relationship Id="rId15" Type="http://schemas.openxmlformats.org/officeDocument/2006/relationships/customXml" Target="../ink/ink10.xml"/><Relationship Id="rId23" Type="http://schemas.openxmlformats.org/officeDocument/2006/relationships/customXml" Target="../ink/ink14.xml"/><Relationship Id="rId10" Type="http://schemas.openxmlformats.org/officeDocument/2006/relationships/image" Target="../media/image130.png"/><Relationship Id="rId19" Type="http://schemas.openxmlformats.org/officeDocument/2006/relationships/customXml" Target="../ink/ink12.xml"/><Relationship Id="rId4" Type="http://schemas.openxmlformats.org/officeDocument/2006/relationships/image" Target="../media/image14.png"/><Relationship Id="rId9" Type="http://schemas.openxmlformats.org/officeDocument/2006/relationships/customXml" Target="../ink/ink7.xml"/><Relationship Id="rId14" Type="http://schemas.openxmlformats.org/officeDocument/2006/relationships/image" Target="../media/image15.png"/><Relationship Id="rId22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forms/d/e/1FAIpQLSdIVhVxv0ydINFLtRT3ZTrrIrn_OBc1Vj-Twvr2-kkx_4AQ7A/viewform?usp=publish-editor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17.xml"/><Relationship Id="rId3" Type="http://schemas.openxmlformats.org/officeDocument/2006/relationships/image" Target="../media/image25.png"/><Relationship Id="rId7" Type="http://schemas.openxmlformats.org/officeDocument/2006/relationships/image" Target="../media/image27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6.xml"/><Relationship Id="rId5" Type="http://schemas.openxmlformats.org/officeDocument/2006/relationships/image" Target="../media/image26.png"/><Relationship Id="rId4" Type="http://schemas.openxmlformats.org/officeDocument/2006/relationships/customXml" Target="../ink/ink15.xml"/><Relationship Id="rId9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20.xml"/><Relationship Id="rId13" Type="http://schemas.openxmlformats.org/officeDocument/2006/relationships/image" Target="../media/image34.png"/><Relationship Id="rId3" Type="http://schemas.openxmlformats.org/officeDocument/2006/relationships/image" Target="../media/image24.png"/><Relationship Id="rId7" Type="http://schemas.openxmlformats.org/officeDocument/2006/relationships/image" Target="../media/image31.png"/><Relationship Id="rId12" Type="http://schemas.openxmlformats.org/officeDocument/2006/relationships/customXml" Target="../ink/ink22.xm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9.xml"/><Relationship Id="rId11" Type="http://schemas.openxmlformats.org/officeDocument/2006/relationships/image" Target="../media/image33.png"/><Relationship Id="rId5" Type="http://schemas.openxmlformats.org/officeDocument/2006/relationships/image" Target="../media/image30.png"/><Relationship Id="rId15" Type="http://schemas.openxmlformats.org/officeDocument/2006/relationships/image" Target="../media/image35.png"/><Relationship Id="rId10" Type="http://schemas.openxmlformats.org/officeDocument/2006/relationships/customXml" Target="../ink/ink21.xml"/><Relationship Id="rId4" Type="http://schemas.openxmlformats.org/officeDocument/2006/relationships/customXml" Target="../ink/ink18.xml"/><Relationship Id="rId9" Type="http://schemas.openxmlformats.org/officeDocument/2006/relationships/image" Target="../media/image32.png"/><Relationship Id="rId14" Type="http://schemas.openxmlformats.org/officeDocument/2006/relationships/customXml" Target="../ink/ink2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4.xml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ustomXml" Target="../ink/ink27.xml"/><Relationship Id="rId3" Type="http://schemas.openxmlformats.org/officeDocument/2006/relationships/image" Target="../media/image41.png"/><Relationship Id="rId7" Type="http://schemas.openxmlformats.org/officeDocument/2006/relationships/image" Target="../media/image43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6.xml"/><Relationship Id="rId5" Type="http://schemas.openxmlformats.org/officeDocument/2006/relationships/image" Target="../media/image42.png"/><Relationship Id="rId4" Type="http://schemas.openxmlformats.org/officeDocument/2006/relationships/customXml" Target="../ink/ink25.xml"/><Relationship Id="rId9" Type="http://schemas.openxmlformats.org/officeDocument/2006/relationships/image" Target="../media/image4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5.png"/><Relationship Id="rId7" Type="http://schemas.openxmlformats.org/officeDocument/2006/relationships/customXml" Target="../ink/ink29.xml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customXml" Target="../ink/ink28.xml"/><Relationship Id="rId4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D1734-2052-CEA6-2D0A-EF6834E494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Unit 5</a:t>
            </a:r>
            <a:br>
              <a:rPr lang="en-US" dirty="0"/>
            </a:br>
            <a:r>
              <a:rPr lang="en-US" dirty="0"/>
              <a:t>memory &amp;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0E79A5-BB74-0837-4265-7EFC956183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076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C215D-3B37-7CE6-7A94-2F01E215B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7" y="190735"/>
            <a:ext cx="10794913" cy="415126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FF0000"/>
                </a:solidFill>
              </a:rPr>
              <a:t>Reading skill 1 – identifying cause/effect – </a:t>
            </a:r>
            <a:r>
              <a:rPr lang="en-US" sz="4000" dirty="0">
                <a:solidFill>
                  <a:srgbClr val="0070C0"/>
                </a:solidFill>
              </a:rPr>
              <a:t>signal words</a:t>
            </a:r>
          </a:p>
        </p:txBody>
      </p:sp>
      <p:pic>
        <p:nvPicPr>
          <p:cNvPr id="5" name="Content Placeholder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049A5B59-97C1-E2D8-07EE-F07E465C83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414" y="718445"/>
            <a:ext cx="11636347" cy="594882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638F27F-5CCE-E5E2-E8CD-3DAD1E0DBA1A}"/>
              </a:ext>
            </a:extLst>
          </p:cNvPr>
          <p:cNvSpPr txBox="1"/>
          <p:nvPr/>
        </p:nvSpPr>
        <p:spPr>
          <a:xfrm>
            <a:off x="1649286" y="1284648"/>
            <a:ext cx="2126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p. 88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165DFDE-CA07-095E-E7EA-3769F62B9D99}"/>
                  </a:ext>
                </a:extLst>
              </p14:cNvPr>
              <p14:cNvContentPartPr/>
              <p14:nvPr/>
            </p14:nvContentPartPr>
            <p14:xfrm>
              <a:off x="6629946" y="3222393"/>
              <a:ext cx="1057320" cy="4140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165DFDE-CA07-095E-E7EA-3769F62B9D9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20946" y="3213393"/>
                <a:ext cx="1074960" cy="43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29E81E9-D7A5-83F6-939C-E4B67E161E3F}"/>
                  </a:ext>
                </a:extLst>
              </p14:cNvPr>
              <p14:cNvContentPartPr/>
              <p14:nvPr/>
            </p14:nvContentPartPr>
            <p14:xfrm>
              <a:off x="5867106" y="4369353"/>
              <a:ext cx="1127160" cy="2894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29E81E9-D7A5-83F6-939C-E4B67E161E3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858106" y="4360713"/>
                <a:ext cx="1144800" cy="30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F4171A3-181F-CACC-928B-CCEDF7CBB4E6}"/>
                  </a:ext>
                </a:extLst>
              </p14:cNvPr>
              <p14:cNvContentPartPr/>
              <p14:nvPr/>
            </p14:nvContentPartPr>
            <p14:xfrm>
              <a:off x="8714706" y="4945353"/>
              <a:ext cx="370080" cy="3070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F4171A3-181F-CACC-928B-CCEDF7CBB4E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705706" y="4936713"/>
                <a:ext cx="387720" cy="32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AAF3326-DADB-AE72-E232-1A0A50636D09}"/>
                  </a:ext>
                </a:extLst>
              </p14:cNvPr>
              <p14:cNvContentPartPr/>
              <p14:nvPr/>
            </p14:nvContentPartPr>
            <p14:xfrm>
              <a:off x="2725746" y="6033993"/>
              <a:ext cx="1308240" cy="3240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AAF3326-DADB-AE72-E232-1A0A50636D0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717106" y="6025353"/>
                <a:ext cx="1325880" cy="341640"/>
              </a:xfrm>
              <a:prstGeom prst="rect">
                <a:avLst/>
              </a:prstGeom>
            </p:spPr>
          </p:pic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09008B2-0AE7-AA67-489C-39FC2FE811E8}"/>
              </a:ext>
            </a:extLst>
          </p:cNvPr>
          <p:cNvCxnSpPr/>
          <p:nvPr/>
        </p:nvCxnSpPr>
        <p:spPr>
          <a:xfrm>
            <a:off x="2917104" y="1284648"/>
            <a:ext cx="3276133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1463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48E9F-5183-760A-2D52-CFA337624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close up of a text&#10;&#10;AI-generated content may be incorrect.">
            <a:extLst>
              <a:ext uri="{FF2B5EF4-FFF2-40B4-BE49-F238E27FC236}">
                <a16:creationId xmlns:a16="http://schemas.microsoft.com/office/drawing/2014/main" id="{445D8656-C824-8272-B4E3-0C5BD65640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006" y="157774"/>
            <a:ext cx="11174459" cy="3034211"/>
          </a:xfrm>
        </p:spPr>
      </p:pic>
      <p:pic>
        <p:nvPicPr>
          <p:cNvPr id="7" name="Picture 6" descr="A text on a white background&#10;&#10;AI-generated content may be incorrect.">
            <a:extLst>
              <a:ext uri="{FF2B5EF4-FFF2-40B4-BE49-F238E27FC236}">
                <a16:creationId xmlns:a16="http://schemas.microsoft.com/office/drawing/2014/main" id="{C59C44C0-1B14-44E1-01D6-1E149D923A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268" y="3428999"/>
            <a:ext cx="11644640" cy="3078387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693737-E7CB-AAE8-5B27-2CDBAA11415B}"/>
              </a:ext>
            </a:extLst>
          </p:cNvPr>
          <p:cNvCxnSpPr/>
          <p:nvPr/>
        </p:nvCxnSpPr>
        <p:spPr>
          <a:xfrm flipV="1">
            <a:off x="1509041" y="1469772"/>
            <a:ext cx="4813222" cy="3926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29A2353-21B8-A821-3DB9-C9F6C2DA245F}"/>
              </a:ext>
            </a:extLst>
          </p:cNvPr>
          <p:cNvCxnSpPr/>
          <p:nvPr/>
        </p:nvCxnSpPr>
        <p:spPr>
          <a:xfrm flipV="1">
            <a:off x="5015175" y="2420834"/>
            <a:ext cx="4959077" cy="6170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6797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1A04F-E48B-EBDD-CCE6-649991996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134636"/>
            <a:ext cx="10058400" cy="454395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FF0000"/>
                </a:solidFill>
              </a:rPr>
              <a:t>Reading skill 2 – details - </a:t>
            </a:r>
            <a:r>
              <a:rPr lang="en-US" sz="4000" dirty="0">
                <a:solidFill>
                  <a:srgbClr val="0070C0"/>
                </a:solidFill>
              </a:rPr>
              <a:t>short answer questions</a:t>
            </a:r>
          </a:p>
        </p:txBody>
      </p:sp>
      <p:pic>
        <p:nvPicPr>
          <p:cNvPr id="5" name="Content Placeholder 4" descr="A screenshot of a questionnaire&#10;&#10;AI-generated content may be incorrect.">
            <a:extLst>
              <a:ext uri="{FF2B5EF4-FFF2-40B4-BE49-F238E27FC236}">
                <a16:creationId xmlns:a16="http://schemas.microsoft.com/office/drawing/2014/main" id="{CA1538BF-12AD-3AF3-83B9-59F95A61CD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7141" y="2518806"/>
            <a:ext cx="5751878" cy="4264964"/>
          </a:xfrm>
        </p:spPr>
      </p:pic>
      <p:pic>
        <p:nvPicPr>
          <p:cNvPr id="7" name="Picture 6" descr="A close up of a text&#10;&#10;AI-generated content may be incorrect.">
            <a:extLst>
              <a:ext uri="{FF2B5EF4-FFF2-40B4-BE49-F238E27FC236}">
                <a16:creationId xmlns:a16="http://schemas.microsoft.com/office/drawing/2014/main" id="{234D1CD3-7041-24DA-8362-A9C687568C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81" y="730880"/>
            <a:ext cx="6294160" cy="60528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3C3FD0E-1C76-F922-902E-68B7E023C8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7141" y="629903"/>
            <a:ext cx="5751878" cy="198988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8B93BE5-5D7F-9689-4A60-77C63CD52162}"/>
              </a:ext>
            </a:extLst>
          </p:cNvPr>
          <p:cNvSpPr txBox="1"/>
          <p:nvPr/>
        </p:nvSpPr>
        <p:spPr>
          <a:xfrm>
            <a:off x="7584471" y="4100775"/>
            <a:ext cx="2395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High blood pressure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54C5DD-93CF-E803-A20A-5EA14DEC1C78}"/>
              </a:ext>
            </a:extLst>
          </p:cNvPr>
          <p:cNvSpPr txBox="1"/>
          <p:nvPr/>
        </p:nvSpPr>
        <p:spPr>
          <a:xfrm>
            <a:off x="7629350" y="5104933"/>
            <a:ext cx="20812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To replace taste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C69BFC-1EE6-736D-6BCA-8C1EBBA6ECE0}"/>
              </a:ext>
            </a:extLst>
          </p:cNvPr>
          <p:cNvSpPr txBox="1"/>
          <p:nvPr/>
        </p:nvSpPr>
        <p:spPr>
          <a:xfrm>
            <a:off x="7511543" y="6073367"/>
            <a:ext cx="4235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Healthier options/ fruit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6A08A04-5013-9F03-8BAB-2FF450F949F6}"/>
              </a:ext>
            </a:extLst>
          </p:cNvPr>
          <p:cNvCxnSpPr>
            <a:cxnSpLocks/>
          </p:cNvCxnSpPr>
          <p:nvPr/>
        </p:nvCxnSpPr>
        <p:spPr>
          <a:xfrm>
            <a:off x="8532530" y="3887603"/>
            <a:ext cx="1447333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EBCCDD1-B9F3-6009-1590-7E2FE73191F0}"/>
              </a:ext>
            </a:extLst>
          </p:cNvPr>
          <p:cNvCxnSpPr/>
          <p:nvPr/>
        </p:nvCxnSpPr>
        <p:spPr>
          <a:xfrm>
            <a:off x="8341796" y="4863710"/>
            <a:ext cx="723667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307E74D-8905-13E2-B5A9-5D3FD4C8A0C7}"/>
              </a:ext>
            </a:extLst>
          </p:cNvPr>
          <p:cNvCxnSpPr/>
          <p:nvPr/>
        </p:nvCxnSpPr>
        <p:spPr>
          <a:xfrm>
            <a:off x="9243080" y="4869320"/>
            <a:ext cx="1280935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1DA7669-40EB-6CC3-B9AA-9466A68D4275}"/>
              </a:ext>
            </a:extLst>
          </p:cNvPr>
          <p:cNvCxnSpPr>
            <a:cxnSpLocks/>
          </p:cNvCxnSpPr>
          <p:nvPr/>
        </p:nvCxnSpPr>
        <p:spPr>
          <a:xfrm>
            <a:off x="8465353" y="5855030"/>
            <a:ext cx="1955356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841B52BB-F2BC-A935-C4C7-EAAD1E57D16B}"/>
                  </a:ext>
                </a:extLst>
              </p14:cNvPr>
              <p14:cNvContentPartPr/>
              <p14:nvPr/>
            </p14:nvContentPartPr>
            <p14:xfrm>
              <a:off x="7491786" y="3601473"/>
              <a:ext cx="848520" cy="3715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841B52BB-F2BC-A935-C4C7-EAAD1E57D16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482786" y="3592473"/>
                <a:ext cx="866160" cy="38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0E74F6B4-C42F-2767-0DE6-226058491A19}"/>
                  </a:ext>
                </a:extLst>
              </p14:cNvPr>
              <p14:cNvContentPartPr/>
              <p14:nvPr/>
            </p14:nvContentPartPr>
            <p14:xfrm>
              <a:off x="7444626" y="4606953"/>
              <a:ext cx="407520" cy="31680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0E74F6B4-C42F-2767-0DE6-226058491A1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435626" y="4598313"/>
                <a:ext cx="425160" cy="33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397A3353-9CD2-260E-5EA8-5AAC54692873}"/>
                  </a:ext>
                </a:extLst>
              </p14:cNvPr>
              <p14:cNvContentPartPr/>
              <p14:nvPr/>
            </p14:nvContentPartPr>
            <p14:xfrm>
              <a:off x="7498266" y="5613153"/>
              <a:ext cx="406800" cy="28368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397A3353-9CD2-260E-5EA8-5AAC5469287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489266" y="5604513"/>
                <a:ext cx="424440" cy="301320"/>
              </a:xfrm>
              <a:prstGeom prst="rect">
                <a:avLst/>
              </a:prstGeom>
            </p:spPr>
          </p:pic>
        </mc:Fallback>
      </mc:AlternateContent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D37BF96-09AE-B35D-71C6-8DED11ECD71B}"/>
              </a:ext>
            </a:extLst>
          </p:cNvPr>
          <p:cNvCxnSpPr/>
          <p:nvPr/>
        </p:nvCxnSpPr>
        <p:spPr>
          <a:xfrm>
            <a:off x="6529826" y="2036363"/>
            <a:ext cx="362394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6DB90A3-F3D5-FB2A-2A9E-9E605EB3D05B}"/>
              </a:ext>
            </a:extLst>
          </p:cNvPr>
          <p:cNvCxnSpPr/>
          <p:nvPr/>
        </p:nvCxnSpPr>
        <p:spPr>
          <a:xfrm>
            <a:off x="2356123" y="1486601"/>
            <a:ext cx="2260756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D21AFA20-6251-D5A4-6EB0-7D9CBC6694AD}"/>
              </a:ext>
            </a:extLst>
          </p:cNvPr>
          <p:cNvSpPr txBox="1"/>
          <p:nvPr/>
        </p:nvSpPr>
        <p:spPr>
          <a:xfrm>
            <a:off x="8392285" y="3361866"/>
            <a:ext cx="352296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rgbClr val="FF0000"/>
                </a:solidFill>
              </a:rPr>
              <a:t>One third of adults worldwide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B7E5AFB0-8110-DB0C-335B-04A9F0121962}"/>
                  </a:ext>
                </a:extLst>
              </p14:cNvPr>
              <p14:cNvContentPartPr/>
              <p14:nvPr/>
            </p14:nvContentPartPr>
            <p14:xfrm>
              <a:off x="10008906" y="3626313"/>
              <a:ext cx="711720" cy="34524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B7E5AFB0-8110-DB0C-335B-04A9F012196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999906" y="3617673"/>
                <a:ext cx="729360" cy="362880"/>
              </a:xfrm>
              <a:prstGeom prst="rect">
                <a:avLst/>
              </a:prstGeom>
            </p:spPr>
          </p:pic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21F8EE00-C792-933D-1244-ECD25E7E8E68}"/>
              </a:ext>
            </a:extLst>
          </p:cNvPr>
          <p:cNvSpPr txBox="1"/>
          <p:nvPr/>
        </p:nvSpPr>
        <p:spPr>
          <a:xfrm>
            <a:off x="4381265" y="710543"/>
            <a:ext cx="2339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Locate the answer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318C4B1-7C77-202E-A9E6-9A3D097403E5}"/>
              </a:ext>
            </a:extLst>
          </p:cNvPr>
          <p:cNvCxnSpPr/>
          <p:nvPr/>
        </p:nvCxnSpPr>
        <p:spPr>
          <a:xfrm flipH="1">
            <a:off x="4555171" y="1082694"/>
            <a:ext cx="723666" cy="21317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AB87760-E4D3-9773-81B7-2B97474B854A}"/>
              </a:ext>
            </a:extLst>
          </p:cNvPr>
          <p:cNvCxnSpPr/>
          <p:nvPr/>
        </p:nvCxnSpPr>
        <p:spPr>
          <a:xfrm>
            <a:off x="334719" y="4675228"/>
            <a:ext cx="5873477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F289934-057A-AB41-25DF-9C809B9F4598}"/>
              </a:ext>
            </a:extLst>
          </p:cNvPr>
          <p:cNvCxnSpPr/>
          <p:nvPr/>
        </p:nvCxnSpPr>
        <p:spPr>
          <a:xfrm>
            <a:off x="403907" y="4950137"/>
            <a:ext cx="718056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E389D693-1575-C3B0-BF4C-A4646BD10B35}"/>
              </a:ext>
            </a:extLst>
          </p:cNvPr>
          <p:cNvSpPr txBox="1"/>
          <p:nvPr/>
        </p:nvSpPr>
        <p:spPr>
          <a:xfrm>
            <a:off x="9805831" y="4921981"/>
            <a:ext cx="246638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rgbClr val="FF0000"/>
                </a:solidFill>
              </a:rPr>
              <a:t>Use sugar in food that are advertised as low in fat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597DE33E-7921-7B59-26C2-75B932795622}"/>
              </a:ext>
            </a:extLst>
          </p:cNvPr>
          <p:cNvGrpSpPr/>
          <p:nvPr/>
        </p:nvGrpSpPr>
        <p:grpSpPr>
          <a:xfrm>
            <a:off x="10311627" y="4353607"/>
            <a:ext cx="812880" cy="546840"/>
            <a:chOff x="10311627" y="4353607"/>
            <a:chExt cx="812880" cy="54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3FFF97E-DEDA-C998-2A77-C1A049AEE974}"/>
                    </a:ext>
                  </a:extLst>
                </p14:cNvPr>
                <p14:cNvContentPartPr/>
                <p14:nvPr/>
              </p14:nvContentPartPr>
              <p14:xfrm>
                <a:off x="10311627" y="4353607"/>
                <a:ext cx="685440" cy="5468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3FFF97E-DEDA-C998-2A77-C1A049AEE97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302627" y="4344967"/>
                  <a:ext cx="703080" cy="56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F7ED6E3-E196-ED8F-3C49-F6F7765C3333}"/>
                    </a:ext>
                  </a:extLst>
                </p14:cNvPr>
                <p14:cNvContentPartPr/>
                <p14:nvPr/>
              </p14:nvContentPartPr>
              <p14:xfrm>
                <a:off x="10892307" y="4773007"/>
                <a:ext cx="232200" cy="1252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F7ED6E3-E196-ED8F-3C49-F6F7765C333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883667" y="4764367"/>
                  <a:ext cx="249840" cy="1429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37B38364-7378-7B6D-5AC5-8DD02E795CE8}"/>
              </a:ext>
            </a:extLst>
          </p:cNvPr>
          <p:cNvSpPr txBox="1"/>
          <p:nvPr/>
        </p:nvSpPr>
        <p:spPr>
          <a:xfrm>
            <a:off x="6310578" y="4662393"/>
            <a:ext cx="12173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For what purpose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57E2A07-6D8D-64E3-1AD3-775A9AEECC51}"/>
              </a:ext>
            </a:extLst>
          </p:cNvPr>
          <p:cNvGrpSpPr/>
          <p:nvPr/>
        </p:nvGrpSpPr>
        <p:grpSpPr>
          <a:xfrm>
            <a:off x="6919707" y="4396447"/>
            <a:ext cx="684000" cy="284760"/>
            <a:chOff x="6919707" y="4396447"/>
            <a:chExt cx="684000" cy="28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8742C42-26F2-F54E-B7E5-B6194AD62B6F}"/>
                    </a:ext>
                  </a:extLst>
                </p14:cNvPr>
                <p14:cNvContentPartPr/>
                <p14:nvPr/>
              </p14:nvContentPartPr>
              <p14:xfrm>
                <a:off x="7014747" y="4396447"/>
                <a:ext cx="588960" cy="2455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8742C42-26F2-F54E-B7E5-B6194AD62B6F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005747" y="4387447"/>
                  <a:ext cx="60660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A7EBD6C-2E00-8207-EEC4-3B6E459FB366}"/>
                    </a:ext>
                  </a:extLst>
                </p14:cNvPr>
                <p14:cNvContentPartPr/>
                <p14:nvPr/>
              </p14:nvContentPartPr>
              <p14:xfrm>
                <a:off x="6919707" y="4593727"/>
                <a:ext cx="195480" cy="874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A7EBD6C-2E00-8207-EEC4-3B6E459FB366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910707" y="4585087"/>
                  <a:ext cx="213120" cy="105120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A0AE5D84-B02C-1EEB-98D8-AE66925B5D8A}"/>
              </a:ext>
            </a:extLst>
          </p:cNvPr>
          <p:cNvCxnSpPr/>
          <p:nvPr/>
        </p:nvCxnSpPr>
        <p:spPr>
          <a:xfrm>
            <a:off x="2219864" y="5896833"/>
            <a:ext cx="3490823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1CE7D0A4-00DF-B4DF-53D0-F134814EC098}"/>
                  </a:ext>
                </a:extLst>
              </p14:cNvPr>
              <p14:cNvContentPartPr/>
              <p14:nvPr/>
            </p14:nvContentPartPr>
            <p14:xfrm>
              <a:off x="332787" y="5846527"/>
              <a:ext cx="2099160" cy="39420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1CE7D0A4-00DF-B4DF-53D0-F134814EC098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23787" y="5837527"/>
                <a:ext cx="2116800" cy="41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7DD0B1AA-1109-D7B9-57D1-86C71A536A29}"/>
                  </a:ext>
                </a:extLst>
              </p14:cNvPr>
              <p14:cNvContentPartPr/>
              <p14:nvPr/>
            </p14:nvContentPartPr>
            <p14:xfrm>
              <a:off x="10187427" y="2818567"/>
              <a:ext cx="1236600" cy="38016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7DD0B1AA-1109-D7B9-57D1-86C71A536A29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0178427" y="2809567"/>
                <a:ext cx="1254240" cy="397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84856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30" grpId="0"/>
      <p:bldP spid="33" grpId="0"/>
      <p:bldP spid="40" grpId="0"/>
      <p:bldP spid="4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807BB-1634-995F-519E-914BEA6E2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76B2F-3E1F-B38F-39F4-F5D79E2D0B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Unit 5</a:t>
            </a:r>
            <a:br>
              <a:rPr lang="en-US" dirty="0"/>
            </a:br>
            <a:r>
              <a:rPr lang="en-US" dirty="0"/>
              <a:t>memory &amp;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256EF5-A678-C194-AAEC-4BFDAE086A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35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751A6-667F-EFE4-F958-9B52AA514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close-up of a bag with items&#10;&#10;AI-generated content may be incorrect.">
            <a:extLst>
              <a:ext uri="{FF2B5EF4-FFF2-40B4-BE49-F238E27FC236}">
                <a16:creationId xmlns:a16="http://schemas.microsoft.com/office/drawing/2014/main" id="{0CF0B0B4-9D78-7351-81FA-1292FCE023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839" y="153653"/>
            <a:ext cx="11519849" cy="6510808"/>
          </a:xfrm>
        </p:spPr>
      </p:pic>
    </p:spTree>
    <p:extLst>
      <p:ext uri="{BB962C8B-B14F-4D97-AF65-F5344CB8AC3E}">
        <p14:creationId xmlns:p14="http://schemas.microsoft.com/office/powerpoint/2010/main" val="3590894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6331B-BB60-BD6F-8398-2D6BF5C6C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C149D-7C30-35D6-55B1-095A554405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Reading 1</a:t>
            </a:r>
            <a:br>
              <a:rPr lang="en-US" dirty="0"/>
            </a:br>
            <a:r>
              <a:rPr lang="en-US" dirty="0"/>
              <a:t>p. 84 - 87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DD9FB4-7EA7-C4A4-A5CA-298ED9365B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1196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8C025-C0D5-27C2-FBF5-1BE3494E3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89758"/>
            <a:ext cx="10058400" cy="409516"/>
          </a:xfrm>
        </p:spPr>
        <p:txBody>
          <a:bodyPr>
            <a:normAutofit fontScale="90000"/>
          </a:bodyPr>
          <a:lstStyle/>
          <a:p>
            <a:r>
              <a:rPr lang="en-US" sz="4500" dirty="0">
                <a:solidFill>
                  <a:srgbClr val="FF0000"/>
                </a:solidFill>
              </a:rPr>
              <a:t>Language development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FD1809F-367D-1AD5-7DD9-4A084E9861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498" y="623078"/>
            <a:ext cx="11525630" cy="6058213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8A00BA0-C299-36E2-499E-35644C262670}"/>
              </a:ext>
            </a:extLst>
          </p:cNvPr>
          <p:cNvSpPr txBox="1"/>
          <p:nvPr/>
        </p:nvSpPr>
        <p:spPr>
          <a:xfrm>
            <a:off x="5581767" y="2479539"/>
            <a:ext cx="1351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approach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A84047-13C2-D471-E547-1FC0C989E3D8}"/>
              </a:ext>
            </a:extLst>
          </p:cNvPr>
          <p:cNvSpPr txBox="1"/>
          <p:nvPr/>
        </p:nvSpPr>
        <p:spPr>
          <a:xfrm>
            <a:off x="4330778" y="3472476"/>
            <a:ext cx="835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tragic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D65B96-5471-144D-FC90-9E788986CF04}"/>
              </a:ext>
            </a:extLst>
          </p:cNvPr>
          <p:cNvSpPr txBox="1"/>
          <p:nvPr/>
        </p:nvSpPr>
        <p:spPr>
          <a:xfrm>
            <a:off x="6866415" y="4375656"/>
            <a:ext cx="1183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medical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2F5377-BF24-1C1D-AEBE-B1473BAFD8BD}"/>
              </a:ext>
            </a:extLst>
          </p:cNvPr>
          <p:cNvSpPr txBox="1"/>
          <p:nvPr/>
        </p:nvSpPr>
        <p:spPr>
          <a:xfrm>
            <a:off x="1957826" y="5323715"/>
            <a:ext cx="1464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memorize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199E96-7B55-06D1-DD55-5661662449AC}"/>
              </a:ext>
            </a:extLst>
          </p:cNvPr>
          <p:cNvSpPr txBox="1"/>
          <p:nvPr/>
        </p:nvSpPr>
        <p:spPr>
          <a:xfrm>
            <a:off x="948059" y="6234922"/>
            <a:ext cx="1408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Psychology </a:t>
            </a:r>
          </a:p>
        </p:txBody>
      </p:sp>
    </p:spTree>
    <p:extLst>
      <p:ext uri="{BB962C8B-B14F-4D97-AF65-F5344CB8AC3E}">
        <p14:creationId xmlns:p14="http://schemas.microsoft.com/office/powerpoint/2010/main" val="2316152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AE639-4729-2CDF-EE5B-2D108B2C0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74C3A43-174E-08D1-FBE0-D3FED9435B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11" y="297710"/>
            <a:ext cx="10988177" cy="6075658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8530B2F-B6AF-6108-FDBB-97A01819A135}"/>
              </a:ext>
            </a:extLst>
          </p:cNvPr>
          <p:cNvSpPr txBox="1"/>
          <p:nvPr/>
        </p:nvSpPr>
        <p:spPr>
          <a:xfrm>
            <a:off x="5082493" y="1621236"/>
            <a:ext cx="71244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200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E7695C-9D17-5BCE-39C7-10C705B984A9}"/>
              </a:ext>
            </a:extLst>
          </p:cNvPr>
          <p:cNvSpPr txBox="1"/>
          <p:nvPr/>
        </p:nvSpPr>
        <p:spPr>
          <a:xfrm>
            <a:off x="5082493" y="2347929"/>
            <a:ext cx="39829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200" dirty="0">
                <a:solidFill>
                  <a:srgbClr val="FF0000"/>
                </a:solidFill>
              </a:rPr>
              <a:t>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3637C0-DEDE-5EC3-5396-80BB88267852}"/>
              </a:ext>
            </a:extLst>
          </p:cNvPr>
          <p:cNvSpPr txBox="1"/>
          <p:nvPr/>
        </p:nvSpPr>
        <p:spPr>
          <a:xfrm>
            <a:off x="5082493" y="3120095"/>
            <a:ext cx="4375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200" dirty="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D9A538-E7FE-4DA2-119B-5B3E86A1D6EF}"/>
              </a:ext>
            </a:extLst>
          </p:cNvPr>
          <p:cNvSpPr txBox="1"/>
          <p:nvPr/>
        </p:nvSpPr>
        <p:spPr>
          <a:xfrm>
            <a:off x="5082493" y="4168093"/>
            <a:ext cx="4375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200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D1A081-51F3-EF23-EA1F-F630646FBD33}"/>
              </a:ext>
            </a:extLst>
          </p:cNvPr>
          <p:cNvSpPr txBox="1"/>
          <p:nvPr/>
        </p:nvSpPr>
        <p:spPr>
          <a:xfrm>
            <a:off x="5082493" y="5598596"/>
            <a:ext cx="49366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200" dirty="0">
                <a:solidFill>
                  <a:srgbClr val="FF0000"/>
                </a:solidFill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751544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EA3AC-FC95-C8E1-B406-E94B6EA36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Reading practice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14B10-410A-428C-9D9E-777815D00C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https://docs.google.com/forms/d/e/1FAIpQLSdIVhVxv0ydINFLtRT3ZTrrIrn_OBc1Vj-Twvr2-kkx_4AQ7A/viewform?usp=publish-editor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GOOGLE FORMS : </a:t>
            </a:r>
          </a:p>
          <a:p>
            <a:r>
              <a:rPr lang="en-US" dirty="0"/>
              <a:t>Unit 5 – Reading 1 – A &amp; B (Understand the main idea &amp; details) – P. 85 – 87</a:t>
            </a:r>
          </a:p>
          <a:p>
            <a:r>
              <a:rPr lang="en-US" dirty="0"/>
              <a:t>Unit 4 – Reading 2 – A &amp; B (Understand the main idea &amp; details) – P. 71 -73</a:t>
            </a:r>
          </a:p>
          <a:p>
            <a:endParaRPr lang="en-US" dirty="0"/>
          </a:p>
          <a:p>
            <a:r>
              <a:rPr lang="en-US" dirty="0"/>
              <a:t>TEXTBOOK</a:t>
            </a:r>
          </a:p>
          <a:p>
            <a:r>
              <a:rPr lang="en-US" dirty="0"/>
              <a:t>Unit 5 – Reading 1 – C (Classify)</a:t>
            </a:r>
          </a:p>
        </p:txBody>
      </p:sp>
    </p:spTree>
    <p:extLst>
      <p:ext uri="{BB962C8B-B14F-4D97-AF65-F5344CB8AC3E}">
        <p14:creationId xmlns:p14="http://schemas.microsoft.com/office/powerpoint/2010/main" val="21467243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B2A2B-A0AA-F6C9-5B12-41B3F60F5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140246"/>
            <a:ext cx="10058400" cy="353418"/>
          </a:xfrm>
        </p:spPr>
        <p:txBody>
          <a:bodyPr>
            <a:normAutofit fontScale="90000"/>
          </a:bodyPr>
          <a:lstStyle/>
          <a:p>
            <a:r>
              <a:rPr lang="en-US" sz="4500" dirty="0">
                <a:solidFill>
                  <a:srgbClr val="FF0000"/>
                </a:solidFill>
              </a:rPr>
              <a:t>Reading comprehension - details</a:t>
            </a:r>
          </a:p>
        </p:txBody>
      </p:sp>
      <p:pic>
        <p:nvPicPr>
          <p:cNvPr id="5" name="Content Placeholder 4" descr="A screenshot of a questionnaire&#10;&#10;AI-generated content may be incorrect.">
            <a:extLst>
              <a:ext uri="{FF2B5EF4-FFF2-40B4-BE49-F238E27FC236}">
                <a16:creationId xmlns:a16="http://schemas.microsoft.com/office/drawing/2014/main" id="{FC2A6E9B-108A-729D-123C-297E1E4226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929" y="578199"/>
            <a:ext cx="4304802" cy="6139555"/>
          </a:xfrm>
        </p:spPr>
      </p:pic>
      <p:pic>
        <p:nvPicPr>
          <p:cNvPr id="7" name="Picture 6" descr="A screenshot of a text message&#10;&#10;AI-generated content may be incorrect.">
            <a:extLst>
              <a:ext uri="{FF2B5EF4-FFF2-40B4-BE49-F238E27FC236}">
                <a16:creationId xmlns:a16="http://schemas.microsoft.com/office/drawing/2014/main" id="{92F6BE6A-2CE5-F1E2-B420-D6FFAE1F5A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8586" y="578199"/>
            <a:ext cx="7337640" cy="613955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105B250-757F-B8BC-0828-5EBD0EE5F97C}"/>
              </a:ext>
            </a:extLst>
          </p:cNvPr>
          <p:cNvSpPr txBox="1"/>
          <p:nvPr/>
        </p:nvSpPr>
        <p:spPr>
          <a:xfrm>
            <a:off x="740496" y="2788079"/>
            <a:ext cx="3236864" cy="381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0070C0"/>
                </a:solidFill>
              </a:rPr>
              <a:t>hyperthymestic</a:t>
            </a:r>
            <a:r>
              <a:rPr lang="en-US" dirty="0">
                <a:solidFill>
                  <a:srgbClr val="0070C0"/>
                </a:solidFill>
              </a:rPr>
              <a:t> syndrome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0400520-E32F-EDB4-EDE4-E7B2B82A126E}"/>
                  </a:ext>
                </a:extLst>
              </p14:cNvPr>
              <p14:cNvContentPartPr/>
              <p14:nvPr/>
            </p14:nvContentPartPr>
            <p14:xfrm>
              <a:off x="493746" y="2359473"/>
              <a:ext cx="360360" cy="3106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0400520-E32F-EDB4-EDE4-E7B2B82A126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85106" y="2350473"/>
                <a:ext cx="378000" cy="32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98F6F7F6-AA8C-C568-36E3-464FA296294D}"/>
                  </a:ext>
                </a:extLst>
              </p14:cNvPr>
              <p14:cNvContentPartPr/>
              <p14:nvPr/>
            </p14:nvContentPartPr>
            <p14:xfrm>
              <a:off x="5997786" y="2643513"/>
              <a:ext cx="369000" cy="2862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98F6F7F6-AA8C-C568-36E3-464FA296294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988786" y="2634873"/>
                <a:ext cx="386640" cy="303840"/>
              </a:xfrm>
              <a:prstGeom prst="rect">
                <a:avLst/>
              </a:prstGeom>
            </p:spPr>
          </p:pic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7BCB53B-FC46-79EC-FB2B-C85455B0D1BD}"/>
              </a:ext>
            </a:extLst>
          </p:cNvPr>
          <p:cNvCxnSpPr/>
          <p:nvPr/>
        </p:nvCxnSpPr>
        <p:spPr>
          <a:xfrm>
            <a:off x="897571" y="2643513"/>
            <a:ext cx="723666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FFE7E4-581B-6791-76B1-400FF8F93687}"/>
              </a:ext>
            </a:extLst>
          </p:cNvPr>
          <p:cNvCxnSpPr/>
          <p:nvPr/>
        </p:nvCxnSpPr>
        <p:spPr>
          <a:xfrm>
            <a:off x="1621237" y="2311244"/>
            <a:ext cx="1037816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12AE0DC-7DDE-90F9-4F23-35769F328018}"/>
              </a:ext>
            </a:extLst>
          </p:cNvPr>
          <p:cNvCxnSpPr/>
          <p:nvPr/>
        </p:nvCxnSpPr>
        <p:spPr>
          <a:xfrm>
            <a:off x="6843976" y="4560780"/>
            <a:ext cx="3135887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913805C9-F6C9-81D8-5C70-68FCC8A6CCE6}"/>
                  </a:ext>
                </a:extLst>
              </p14:cNvPr>
              <p14:cNvContentPartPr/>
              <p14:nvPr/>
            </p14:nvContentPartPr>
            <p14:xfrm>
              <a:off x="10532706" y="3849873"/>
              <a:ext cx="454680" cy="23940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913805C9-F6C9-81D8-5C70-68FCC8A6CCE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524066" y="3841233"/>
                <a:ext cx="472320" cy="257040"/>
              </a:xfrm>
              <a:prstGeom prst="rect">
                <a:avLst/>
              </a:prstGeom>
            </p:spPr>
          </p:pic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1F6ED59-2AF2-2612-75CE-6B64CA92A933}"/>
              </a:ext>
            </a:extLst>
          </p:cNvPr>
          <p:cNvCxnSpPr>
            <a:cxnSpLocks/>
          </p:cNvCxnSpPr>
          <p:nvPr/>
        </p:nvCxnSpPr>
        <p:spPr>
          <a:xfrm>
            <a:off x="4863710" y="4274680"/>
            <a:ext cx="422980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6103C45-9C0C-8F6F-8806-BA41AC7959AB}"/>
              </a:ext>
            </a:extLst>
          </p:cNvPr>
          <p:cNvSpPr txBox="1"/>
          <p:nvPr/>
        </p:nvSpPr>
        <p:spPr>
          <a:xfrm>
            <a:off x="3431805" y="4055967"/>
            <a:ext cx="17530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Condition =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9479EAD-4F86-3A39-A044-606E7EAADBA4}"/>
              </a:ext>
            </a:extLst>
          </p:cNvPr>
          <p:cNvCxnSpPr/>
          <p:nvPr/>
        </p:nvCxnSpPr>
        <p:spPr>
          <a:xfrm>
            <a:off x="493746" y="2311244"/>
            <a:ext cx="471142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0852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28D07-D520-B201-999B-60A9135EA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text on a page&#10;&#10;AI-generated content may be incorrect.">
            <a:extLst>
              <a:ext uri="{FF2B5EF4-FFF2-40B4-BE49-F238E27FC236}">
                <a16:creationId xmlns:a16="http://schemas.microsoft.com/office/drawing/2014/main" id="{CD6A18ED-8898-D80B-DBD7-ACD00C775C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928" y="106975"/>
            <a:ext cx="6464622" cy="6568705"/>
          </a:xfrm>
        </p:spPr>
      </p:pic>
      <p:pic>
        <p:nvPicPr>
          <p:cNvPr id="3" name="Content Placeholder 4" descr="A screenshot of a questionnaire&#10;&#10;AI-generated content may be incorrect.">
            <a:extLst>
              <a:ext uri="{FF2B5EF4-FFF2-40B4-BE49-F238E27FC236}">
                <a16:creationId xmlns:a16="http://schemas.microsoft.com/office/drawing/2014/main" id="{4D71C840-E354-9E8E-1B3D-EA633BDF53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7349" y="106975"/>
            <a:ext cx="5170827" cy="647333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1633B21-F493-7E66-64D7-05282960421C}"/>
              </a:ext>
            </a:extLst>
          </p:cNvPr>
          <p:cNvSpPr txBox="1"/>
          <p:nvPr/>
        </p:nvSpPr>
        <p:spPr>
          <a:xfrm>
            <a:off x="7141296" y="4095165"/>
            <a:ext cx="4846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A virus attacked the parts of his brain that turn experiences into long-term memories.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D717D7C-927F-AC91-66C8-B078BA944A75}"/>
                  </a:ext>
                </a:extLst>
              </p14:cNvPr>
              <p14:cNvContentPartPr/>
              <p14:nvPr/>
            </p14:nvContentPartPr>
            <p14:xfrm>
              <a:off x="9952386" y="3325263"/>
              <a:ext cx="487800" cy="4179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D717D7C-927F-AC91-66C8-B078BA944A7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943386" y="3316623"/>
                <a:ext cx="505440" cy="43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91F2638-775C-9D3F-EB36-194E02482CA3}"/>
                  </a:ext>
                </a:extLst>
              </p14:cNvPr>
              <p14:cNvContentPartPr/>
              <p14:nvPr/>
            </p14:nvContentPartPr>
            <p14:xfrm>
              <a:off x="3305706" y="2215023"/>
              <a:ext cx="395280" cy="3456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91F2638-775C-9D3F-EB36-194E02482CA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297066" y="2206023"/>
                <a:ext cx="412920" cy="363240"/>
              </a:xfrm>
              <a:prstGeom prst="rect">
                <a:avLst/>
              </a:prstGeom>
            </p:spPr>
          </p:pic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77DB544-7120-D2F5-DE6B-39F43585465D}"/>
              </a:ext>
            </a:extLst>
          </p:cNvPr>
          <p:cNvCxnSpPr/>
          <p:nvPr/>
        </p:nvCxnSpPr>
        <p:spPr>
          <a:xfrm>
            <a:off x="10440186" y="3696869"/>
            <a:ext cx="891642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7CFD096-6828-21C7-7BD6-4220B6119171}"/>
              </a:ext>
            </a:extLst>
          </p:cNvPr>
          <p:cNvCxnSpPr/>
          <p:nvPr/>
        </p:nvCxnSpPr>
        <p:spPr>
          <a:xfrm>
            <a:off x="7225443" y="4022238"/>
            <a:ext cx="516103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72AE28F-82F4-AB8B-34BD-174D30AB22E4}"/>
              </a:ext>
            </a:extLst>
          </p:cNvPr>
          <p:cNvCxnSpPr/>
          <p:nvPr/>
        </p:nvCxnSpPr>
        <p:spPr>
          <a:xfrm>
            <a:off x="7236663" y="3696869"/>
            <a:ext cx="420736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80D4498-20CF-6D88-230E-B6C1CA6C0722}"/>
              </a:ext>
            </a:extLst>
          </p:cNvPr>
          <p:cNvCxnSpPr/>
          <p:nvPr/>
        </p:nvCxnSpPr>
        <p:spPr>
          <a:xfrm>
            <a:off x="8521310" y="3696869"/>
            <a:ext cx="92562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F8C15D7-9C56-F7B3-FC2F-20940ABF2760}"/>
              </a:ext>
            </a:extLst>
          </p:cNvPr>
          <p:cNvCxnSpPr/>
          <p:nvPr/>
        </p:nvCxnSpPr>
        <p:spPr>
          <a:xfrm>
            <a:off x="252442" y="2799298"/>
            <a:ext cx="421858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722CA48-0C06-302E-3ADE-127F0CD68395}"/>
              </a:ext>
            </a:extLst>
          </p:cNvPr>
          <p:cNvSpPr txBox="1"/>
          <p:nvPr/>
        </p:nvSpPr>
        <p:spPr>
          <a:xfrm>
            <a:off x="674702" y="1962465"/>
            <a:ext cx="26310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Problem with memory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E8DA0E5-3625-66DC-FA16-E438605601A1}"/>
              </a:ext>
            </a:extLst>
          </p:cNvPr>
          <p:cNvCxnSpPr/>
          <p:nvPr/>
        </p:nvCxnSpPr>
        <p:spPr>
          <a:xfrm flipH="1">
            <a:off x="1862459" y="2266366"/>
            <a:ext cx="269271" cy="35902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AE123C4-8369-4177-EC65-9058C8B7C8E1}"/>
              </a:ext>
            </a:extLst>
          </p:cNvPr>
          <p:cNvCxnSpPr>
            <a:cxnSpLocks/>
          </p:cNvCxnSpPr>
          <p:nvPr/>
        </p:nvCxnSpPr>
        <p:spPr>
          <a:xfrm>
            <a:off x="4650537" y="2799298"/>
            <a:ext cx="66195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B50A10A-8595-8A36-4862-535BEB6E19CC}"/>
              </a:ext>
            </a:extLst>
          </p:cNvPr>
          <p:cNvCxnSpPr/>
          <p:nvPr/>
        </p:nvCxnSpPr>
        <p:spPr>
          <a:xfrm>
            <a:off x="6096000" y="3051740"/>
            <a:ext cx="31602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765DE40-7277-C9C7-C1FF-2FEA6D94FFAE}"/>
              </a:ext>
            </a:extLst>
          </p:cNvPr>
          <p:cNvCxnSpPr>
            <a:cxnSpLocks/>
          </p:cNvCxnSpPr>
          <p:nvPr/>
        </p:nvCxnSpPr>
        <p:spPr>
          <a:xfrm flipV="1">
            <a:off x="203824" y="3343644"/>
            <a:ext cx="519842" cy="1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B93DEC8F-AC8C-3775-1AB6-B0623B9CE4E1}"/>
              </a:ext>
            </a:extLst>
          </p:cNvPr>
          <p:cNvSpPr txBox="1"/>
          <p:nvPr/>
        </p:nvSpPr>
        <p:spPr>
          <a:xfrm>
            <a:off x="4841983" y="1869645"/>
            <a:ext cx="1587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How/ started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AF2C85E-E4A8-8080-2DCB-020F03C399F8}"/>
              </a:ext>
            </a:extLst>
          </p:cNvPr>
          <p:cNvCxnSpPr/>
          <p:nvPr/>
        </p:nvCxnSpPr>
        <p:spPr>
          <a:xfrm flipH="1">
            <a:off x="4931028" y="2147131"/>
            <a:ext cx="499274" cy="47826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772405AE-9EF5-7887-E8CF-69BC34833D9D}"/>
              </a:ext>
            </a:extLst>
          </p:cNvPr>
          <p:cNvSpPr txBox="1"/>
          <p:nvPr/>
        </p:nvSpPr>
        <p:spPr>
          <a:xfrm>
            <a:off x="7225443" y="5950501"/>
            <a:ext cx="4714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EP; he doesn’t have any stress in his life.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146C8A27-31A6-9F20-BB0A-CF9AF00DFB8A}"/>
                  </a:ext>
                </a:extLst>
              </p14:cNvPr>
              <p14:cNvContentPartPr/>
              <p14:nvPr/>
            </p14:nvContentPartPr>
            <p14:xfrm>
              <a:off x="9482226" y="5017623"/>
              <a:ext cx="882360" cy="4593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146C8A27-31A6-9F20-BB0A-CF9AF00DFB8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473226" y="5008623"/>
                <a:ext cx="900000" cy="47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3F5483AE-1E3A-6631-DDE9-BAD4D274D321}"/>
                  </a:ext>
                </a:extLst>
              </p14:cNvPr>
              <p14:cNvContentPartPr/>
              <p14:nvPr/>
            </p14:nvContentPartPr>
            <p14:xfrm>
              <a:off x="163266" y="6094383"/>
              <a:ext cx="560520" cy="23616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3F5483AE-1E3A-6631-DDE9-BAD4D274D32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54266" y="6085743"/>
                <a:ext cx="578160" cy="25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8A84E874-307F-08E4-F237-7AFDEA1E8FE8}"/>
                  </a:ext>
                </a:extLst>
              </p14:cNvPr>
              <p14:cNvContentPartPr/>
              <p14:nvPr/>
            </p14:nvContentPartPr>
            <p14:xfrm>
              <a:off x="1944906" y="6065943"/>
              <a:ext cx="669960" cy="28656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8A84E874-307F-08E4-F237-7AFDEA1E8FE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936266" y="6057303"/>
                <a:ext cx="687600" cy="304200"/>
              </a:xfrm>
              <a:prstGeom prst="rect">
                <a:avLst/>
              </a:prstGeom>
            </p:spPr>
          </p:pic>
        </mc:Fallback>
      </mc:AlternateContent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02C0DED-6E1E-F67F-F803-96628A17E52F}"/>
              </a:ext>
            </a:extLst>
          </p:cNvPr>
          <p:cNvCxnSpPr/>
          <p:nvPr/>
        </p:nvCxnSpPr>
        <p:spPr>
          <a:xfrm>
            <a:off x="6096000" y="6065943"/>
            <a:ext cx="388947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889C02F4-00A6-0A86-2407-2AF8F236D46F}"/>
              </a:ext>
            </a:extLst>
          </p:cNvPr>
          <p:cNvCxnSpPr/>
          <p:nvPr/>
        </p:nvCxnSpPr>
        <p:spPr>
          <a:xfrm>
            <a:off x="370248" y="5789330"/>
            <a:ext cx="3489305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94C2C7F-0B33-FB78-0A39-0E0AB60914F2}"/>
              </a:ext>
            </a:extLst>
          </p:cNvPr>
          <p:cNvCxnSpPr>
            <a:cxnSpLocks/>
          </p:cNvCxnSpPr>
          <p:nvPr/>
        </p:nvCxnSpPr>
        <p:spPr>
          <a:xfrm>
            <a:off x="2945153" y="6033453"/>
            <a:ext cx="306296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BA290DC4-560F-3678-A0A8-1AA5962DB076}"/>
                  </a:ext>
                </a:extLst>
              </p14:cNvPr>
              <p14:cNvContentPartPr/>
              <p14:nvPr/>
            </p14:nvContentPartPr>
            <p14:xfrm>
              <a:off x="7501866" y="5410383"/>
              <a:ext cx="1458360" cy="42264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BA290DC4-560F-3678-A0A8-1AA5962DB07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492866" y="5401743"/>
                <a:ext cx="1476000" cy="440280"/>
              </a:xfrm>
              <a:prstGeom prst="rect">
                <a:avLst/>
              </a:prstGeom>
            </p:spPr>
          </p:pic>
        </mc:Fallback>
      </mc:AlternateContent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06DD5EE4-3BBA-09D2-EA1E-5BBE1D55CE70}"/>
              </a:ext>
            </a:extLst>
          </p:cNvPr>
          <p:cNvCxnSpPr/>
          <p:nvPr/>
        </p:nvCxnSpPr>
        <p:spPr>
          <a:xfrm>
            <a:off x="4252240" y="6330543"/>
            <a:ext cx="2098072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250E4D98-FA24-62A4-D701-FD252EA1AA91}"/>
              </a:ext>
            </a:extLst>
          </p:cNvPr>
          <p:cNvCxnSpPr/>
          <p:nvPr/>
        </p:nvCxnSpPr>
        <p:spPr>
          <a:xfrm>
            <a:off x="252442" y="6597143"/>
            <a:ext cx="117806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C9CD9089-552D-AC55-6871-9D48F1EB0B67}"/>
              </a:ext>
            </a:extLst>
          </p:cNvPr>
          <p:cNvSpPr txBox="1"/>
          <p:nvPr/>
        </p:nvSpPr>
        <p:spPr>
          <a:xfrm>
            <a:off x="4521512" y="5082493"/>
            <a:ext cx="1587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happiness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6B5E8F30-9F7C-926F-736A-869695073540}"/>
              </a:ext>
            </a:extLst>
          </p:cNvPr>
          <p:cNvCxnSpPr/>
          <p:nvPr/>
        </p:nvCxnSpPr>
        <p:spPr>
          <a:xfrm flipH="1">
            <a:off x="4802002" y="5451825"/>
            <a:ext cx="375858" cy="38119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5646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9" grpId="0"/>
      <p:bldP spid="32" grpId="0"/>
      <p:bldP spid="35" grpId="0"/>
      <p:bldP spid="5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60BB5-ED69-DE24-2596-194A2D635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157076"/>
            <a:ext cx="10058400" cy="420736"/>
          </a:xfrm>
        </p:spPr>
        <p:txBody>
          <a:bodyPr>
            <a:noAutofit/>
          </a:bodyPr>
          <a:lstStyle/>
          <a:p>
            <a:r>
              <a:rPr lang="en-US" sz="4500" dirty="0">
                <a:solidFill>
                  <a:srgbClr val="FF0000"/>
                </a:solidFill>
              </a:rPr>
              <a:t>Reading comprehension – the main idea</a:t>
            </a:r>
          </a:p>
        </p:txBody>
      </p:sp>
      <p:pic>
        <p:nvPicPr>
          <p:cNvPr id="5" name="Content Placeholder 4" descr="A screenshot of a questionnaire&#10;&#10;AI-generated content may be incorrect.">
            <a:extLst>
              <a:ext uri="{FF2B5EF4-FFF2-40B4-BE49-F238E27FC236}">
                <a16:creationId xmlns:a16="http://schemas.microsoft.com/office/drawing/2014/main" id="{5527A244-E06B-47E0-A5D7-3ABE40A0E1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770" y="852174"/>
            <a:ext cx="4048470" cy="3837632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CAE86E6-3C42-76DF-8CD4-064C88572E35}"/>
                  </a:ext>
                </a:extLst>
              </p14:cNvPr>
              <p14:cNvContentPartPr/>
              <p14:nvPr/>
            </p14:nvContentPartPr>
            <p14:xfrm>
              <a:off x="599946" y="3914313"/>
              <a:ext cx="291600" cy="2671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CAE86E6-3C42-76DF-8CD4-064C88572E3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0946" y="3905313"/>
                <a:ext cx="309240" cy="28476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Picture 5" descr="A close up of a text&#10;&#10;AI-generated content may be incorrect.">
            <a:extLst>
              <a:ext uri="{FF2B5EF4-FFF2-40B4-BE49-F238E27FC236}">
                <a16:creationId xmlns:a16="http://schemas.microsoft.com/office/drawing/2014/main" id="{B92F036B-37FA-81AD-026A-B8B0DD0CFE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8419" y="823865"/>
            <a:ext cx="7371953" cy="2194215"/>
          </a:xfrm>
          <a:prstGeom prst="rect">
            <a:avLst/>
          </a:prstGeom>
        </p:spPr>
      </p:pic>
      <p:pic>
        <p:nvPicPr>
          <p:cNvPr id="7" name="Picture 6" descr="A close-up of a text&#10;&#10;AI-generated content may be incorrect.">
            <a:extLst>
              <a:ext uri="{FF2B5EF4-FFF2-40B4-BE49-F238E27FC236}">
                <a16:creationId xmlns:a16="http://schemas.microsoft.com/office/drawing/2014/main" id="{B56F476F-3307-2FB4-8DB3-2090AD8945E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190" y="3914312"/>
            <a:ext cx="7056040" cy="2786611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38C867C-2B3F-AEC4-FA2E-493AF2347675}"/>
              </a:ext>
            </a:extLst>
          </p:cNvPr>
          <p:cNvCxnSpPr/>
          <p:nvPr/>
        </p:nvCxnSpPr>
        <p:spPr>
          <a:xfrm>
            <a:off x="8835460" y="2058802"/>
            <a:ext cx="244588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86FB815-1059-F5D8-025F-12D874B51937}"/>
              </a:ext>
            </a:extLst>
          </p:cNvPr>
          <p:cNvCxnSpPr/>
          <p:nvPr/>
        </p:nvCxnSpPr>
        <p:spPr>
          <a:xfrm>
            <a:off x="4841271" y="2372952"/>
            <a:ext cx="852692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95EC1D9-BBB1-E18F-FD95-92DB0246F501}"/>
              </a:ext>
            </a:extLst>
          </p:cNvPr>
          <p:cNvCxnSpPr/>
          <p:nvPr/>
        </p:nvCxnSpPr>
        <p:spPr>
          <a:xfrm>
            <a:off x="6440069" y="2748810"/>
            <a:ext cx="4688179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191855D-382B-BF6C-9DEB-E1921EE3E5F8}"/>
              </a:ext>
            </a:extLst>
          </p:cNvPr>
          <p:cNvCxnSpPr/>
          <p:nvPr/>
        </p:nvCxnSpPr>
        <p:spPr>
          <a:xfrm>
            <a:off x="5239568" y="4241021"/>
            <a:ext cx="5677134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1733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C51D1-5F85-4E22-DC5C-1134B4DFE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179515"/>
            <a:ext cx="10058400" cy="431956"/>
          </a:xfrm>
        </p:spPr>
        <p:txBody>
          <a:bodyPr>
            <a:normAutofit fontScale="90000"/>
          </a:bodyPr>
          <a:lstStyle/>
          <a:p>
            <a:r>
              <a:rPr lang="en-US" sz="4500" dirty="0">
                <a:solidFill>
                  <a:srgbClr val="FF0000"/>
                </a:solidFill>
              </a:rPr>
              <a:t>Reading comprehension – details - </a:t>
            </a:r>
            <a:r>
              <a:rPr lang="en-US" sz="4500" dirty="0">
                <a:solidFill>
                  <a:srgbClr val="0070C0"/>
                </a:solidFill>
              </a:rPr>
              <a:t>classify</a:t>
            </a:r>
          </a:p>
        </p:txBody>
      </p:sp>
      <p:pic>
        <p:nvPicPr>
          <p:cNvPr id="5" name="Content Placeholder 4" descr="A chart with text and images&#10;&#10;AI-generated content may be incorrect.">
            <a:extLst>
              <a:ext uri="{FF2B5EF4-FFF2-40B4-BE49-F238E27FC236}">
                <a16:creationId xmlns:a16="http://schemas.microsoft.com/office/drawing/2014/main" id="{BBC1112B-FEA1-DA51-B9E5-A1FADBC67A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439" y="784240"/>
            <a:ext cx="5111668" cy="2644760"/>
          </a:xfrm>
        </p:spPr>
      </p:pic>
      <p:pic>
        <p:nvPicPr>
          <p:cNvPr id="4" name="Picture 3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ED97921D-DE3F-025F-0C73-EBD265C789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422" y="883831"/>
            <a:ext cx="6671385" cy="280181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FE77761-02E2-9540-3843-4FDED29F47C5}"/>
              </a:ext>
            </a:extLst>
          </p:cNvPr>
          <p:cNvSpPr txBox="1"/>
          <p:nvPr/>
        </p:nvSpPr>
        <p:spPr>
          <a:xfrm>
            <a:off x="192605" y="3486644"/>
            <a:ext cx="292645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* won’t forget names of people you have met or where you put your keys; </a:t>
            </a:r>
          </a:p>
          <a:p>
            <a:r>
              <a:rPr lang="en-US" dirty="0">
                <a:solidFill>
                  <a:srgbClr val="0070C0"/>
                </a:solidFill>
              </a:rPr>
              <a:t>* can remember good things, which is very comforting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3B54600-2136-7AFC-CF79-5AB917001926}"/>
              </a:ext>
            </a:extLst>
          </p:cNvPr>
          <p:cNvCxnSpPr/>
          <p:nvPr/>
        </p:nvCxnSpPr>
        <p:spPr>
          <a:xfrm>
            <a:off x="2866616" y="3579063"/>
            <a:ext cx="0" cy="314149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4A245C9-CC1C-7F69-C6BD-F595B8B01A8A}"/>
              </a:ext>
            </a:extLst>
          </p:cNvPr>
          <p:cNvCxnSpPr/>
          <p:nvPr/>
        </p:nvCxnSpPr>
        <p:spPr>
          <a:xfrm>
            <a:off x="151465" y="5295666"/>
            <a:ext cx="512176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374B23F-B4D6-52B0-90DA-2A3A894E777E}"/>
              </a:ext>
            </a:extLst>
          </p:cNvPr>
          <p:cNvCxnSpPr/>
          <p:nvPr/>
        </p:nvCxnSpPr>
        <p:spPr>
          <a:xfrm>
            <a:off x="8313747" y="1307087"/>
            <a:ext cx="706837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BDC4CF6-8A73-27B6-ED65-621938ED9590}"/>
              </a:ext>
            </a:extLst>
          </p:cNvPr>
          <p:cNvCxnSpPr/>
          <p:nvPr/>
        </p:nvCxnSpPr>
        <p:spPr>
          <a:xfrm>
            <a:off x="10675480" y="2064412"/>
            <a:ext cx="1049035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6F1F6FE-888D-B552-8179-E99B39FC79A9}"/>
              </a:ext>
            </a:extLst>
          </p:cNvPr>
          <p:cNvCxnSpPr/>
          <p:nvPr/>
        </p:nvCxnSpPr>
        <p:spPr>
          <a:xfrm>
            <a:off x="5452741" y="2485148"/>
            <a:ext cx="3567843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2B9911B7-BA32-F688-82FE-AB59E83FF557}"/>
                  </a:ext>
                </a:extLst>
              </p14:cNvPr>
              <p14:cNvContentPartPr/>
              <p14:nvPr/>
            </p14:nvContentPartPr>
            <p14:xfrm>
              <a:off x="9055986" y="2174433"/>
              <a:ext cx="467640" cy="3668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2B9911B7-BA32-F688-82FE-AB59E83FF55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046986" y="2165793"/>
                <a:ext cx="485280" cy="38448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F389E907-D610-E159-1812-2322D4BE2841}"/>
              </a:ext>
            </a:extLst>
          </p:cNvPr>
          <p:cNvSpPr txBox="1"/>
          <p:nvPr/>
        </p:nvSpPr>
        <p:spPr>
          <a:xfrm>
            <a:off x="2990032" y="3646380"/>
            <a:ext cx="230563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* can be upsetting and lonely; </a:t>
            </a:r>
          </a:p>
          <a:p>
            <a:r>
              <a:rPr lang="en-US" dirty="0">
                <a:solidFill>
                  <a:srgbClr val="7030A0"/>
                </a:solidFill>
              </a:rPr>
              <a:t>* can remember bad choices you made in the past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22F6630-BA07-B710-1BC6-8A53F550727F}"/>
              </a:ext>
            </a:extLst>
          </p:cNvPr>
          <p:cNvCxnSpPr/>
          <p:nvPr/>
        </p:nvCxnSpPr>
        <p:spPr>
          <a:xfrm>
            <a:off x="7741546" y="2064412"/>
            <a:ext cx="2765639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9BF1E86F-E6FE-866A-66C6-8C612D696760}"/>
                  </a:ext>
                </a:extLst>
              </p14:cNvPr>
              <p14:cNvContentPartPr/>
              <p14:nvPr/>
            </p14:nvContentPartPr>
            <p14:xfrm>
              <a:off x="10535946" y="1343553"/>
              <a:ext cx="490320" cy="39492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9BF1E86F-E6FE-866A-66C6-8C612D69676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527306" y="1334913"/>
                <a:ext cx="507960" cy="412560"/>
              </a:xfrm>
              <a:prstGeom prst="rect">
                <a:avLst/>
              </a:prstGeom>
            </p:spPr>
          </p:pic>
        </mc:Fallback>
      </mc:AlternateContent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282C0F8-9A10-3596-D609-C3D66C4D88C0}"/>
              </a:ext>
            </a:extLst>
          </p:cNvPr>
          <p:cNvCxnSpPr/>
          <p:nvPr/>
        </p:nvCxnSpPr>
        <p:spPr>
          <a:xfrm>
            <a:off x="5508839" y="2838567"/>
            <a:ext cx="1413674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B3C8F7FE-4D2C-6F06-1AE6-1703E86093A3}"/>
                  </a:ext>
                </a:extLst>
              </p14:cNvPr>
              <p14:cNvContentPartPr/>
              <p14:nvPr/>
            </p14:nvContentPartPr>
            <p14:xfrm>
              <a:off x="1693986" y="5926263"/>
              <a:ext cx="3240" cy="36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B3C8F7FE-4D2C-6F06-1AE6-1703E86093A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685346" y="5917263"/>
                <a:ext cx="2088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91375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8983B-A48C-9C83-6C21-779A53D6A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3B573-A12B-3B9E-B2A4-ABC547D83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179515"/>
            <a:ext cx="10058400" cy="431956"/>
          </a:xfrm>
        </p:spPr>
        <p:txBody>
          <a:bodyPr>
            <a:normAutofit fontScale="90000"/>
          </a:bodyPr>
          <a:lstStyle/>
          <a:p>
            <a:r>
              <a:rPr lang="en-US" sz="4500" dirty="0">
                <a:solidFill>
                  <a:srgbClr val="FF0000"/>
                </a:solidFill>
              </a:rPr>
              <a:t>Reading comprehension – details - </a:t>
            </a:r>
            <a:r>
              <a:rPr lang="en-US" sz="4500" dirty="0">
                <a:solidFill>
                  <a:srgbClr val="0070C0"/>
                </a:solidFill>
              </a:rPr>
              <a:t>classify</a:t>
            </a:r>
          </a:p>
        </p:txBody>
      </p:sp>
      <p:pic>
        <p:nvPicPr>
          <p:cNvPr id="5" name="Content Placeholder 4" descr="A chart with text and images&#10;&#10;AI-generated content may be incorrect.">
            <a:extLst>
              <a:ext uri="{FF2B5EF4-FFF2-40B4-BE49-F238E27FC236}">
                <a16:creationId xmlns:a16="http://schemas.microsoft.com/office/drawing/2014/main" id="{5125DE25-8856-9D9B-8497-40C1F12892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439" y="784240"/>
            <a:ext cx="5111668" cy="2644760"/>
          </a:xfrm>
        </p:spPr>
      </p:pic>
      <p:pic>
        <p:nvPicPr>
          <p:cNvPr id="7" name="Picture 6" descr="A close up of a text&#10;&#10;AI-generated content may be incorrect.">
            <a:extLst>
              <a:ext uri="{FF2B5EF4-FFF2-40B4-BE49-F238E27FC236}">
                <a16:creationId xmlns:a16="http://schemas.microsoft.com/office/drawing/2014/main" id="{1E5B5357-D14A-AE99-180D-FBC0C8D760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422" y="4712246"/>
            <a:ext cx="6613974" cy="189772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CCA9CE2-AE38-48F1-2C1D-53D36F9987F6}"/>
              </a:ext>
            </a:extLst>
          </p:cNvPr>
          <p:cNvSpPr txBox="1"/>
          <p:nvPr/>
        </p:nvSpPr>
        <p:spPr>
          <a:xfrm>
            <a:off x="192605" y="3486644"/>
            <a:ext cx="292645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* won’t forget names of people you have met or where you put your keys; </a:t>
            </a:r>
          </a:p>
          <a:p>
            <a:r>
              <a:rPr lang="en-US" dirty="0">
                <a:solidFill>
                  <a:srgbClr val="0070C0"/>
                </a:solidFill>
              </a:rPr>
              <a:t>* can remember good things, which is very comforting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EA35AD-EE4A-FAC9-6C74-1A9704102B4B}"/>
              </a:ext>
            </a:extLst>
          </p:cNvPr>
          <p:cNvSpPr txBox="1"/>
          <p:nvPr/>
        </p:nvSpPr>
        <p:spPr>
          <a:xfrm>
            <a:off x="206439" y="5435912"/>
            <a:ext cx="24918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can have a worry-free approach to life; happy because of no stress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7A83A5D-82E9-B9CA-EEF4-0FF49765AB1F}"/>
              </a:ext>
            </a:extLst>
          </p:cNvPr>
          <p:cNvCxnSpPr/>
          <p:nvPr/>
        </p:nvCxnSpPr>
        <p:spPr>
          <a:xfrm>
            <a:off x="2866616" y="3579063"/>
            <a:ext cx="0" cy="314149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EC7C668-C3D6-27A5-8B2B-1E5374623DA7}"/>
              </a:ext>
            </a:extLst>
          </p:cNvPr>
          <p:cNvCxnSpPr/>
          <p:nvPr/>
        </p:nvCxnSpPr>
        <p:spPr>
          <a:xfrm>
            <a:off x="151465" y="5295666"/>
            <a:ext cx="512176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EFFA055-A621-0FFE-342B-6A751D2C171F}"/>
              </a:ext>
            </a:extLst>
          </p:cNvPr>
          <p:cNvCxnSpPr/>
          <p:nvPr/>
        </p:nvCxnSpPr>
        <p:spPr>
          <a:xfrm>
            <a:off x="5907136" y="5621036"/>
            <a:ext cx="548079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341BE67-17B4-B7D6-0E62-D54915960C16}"/>
              </a:ext>
            </a:extLst>
          </p:cNvPr>
          <p:cNvCxnSpPr/>
          <p:nvPr/>
        </p:nvCxnSpPr>
        <p:spPr>
          <a:xfrm>
            <a:off x="5576157" y="6081040"/>
            <a:ext cx="2243926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A56AA18-7660-2043-4022-5A73A4DA7518}"/>
              </a:ext>
            </a:extLst>
          </p:cNvPr>
          <p:cNvSpPr txBox="1"/>
          <p:nvPr/>
        </p:nvSpPr>
        <p:spPr>
          <a:xfrm>
            <a:off x="2990032" y="3646380"/>
            <a:ext cx="230563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* can be upsetting and lonely; </a:t>
            </a:r>
          </a:p>
          <a:p>
            <a:r>
              <a:rPr lang="en-US" dirty="0">
                <a:solidFill>
                  <a:srgbClr val="7030A0"/>
                </a:solidFill>
              </a:rPr>
              <a:t>* can remember bad choices you made in the past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F1593D2-738C-2392-1746-7C9620A6A9C3}"/>
              </a:ext>
            </a:extLst>
          </p:cNvPr>
          <p:cNvSpPr txBox="1"/>
          <p:nvPr/>
        </p:nvSpPr>
        <p:spPr>
          <a:xfrm>
            <a:off x="2922713" y="5362984"/>
            <a:ext cx="244961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 will forget people you have met; </a:t>
            </a:r>
          </a:p>
          <a:p>
            <a:r>
              <a:rPr lang="en-US" dirty="0"/>
              <a:t>* hard to understand current TV shows and news stories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6" name="Picture 5" descr="A text on a page&#10;&#10;AI-generated content may be incorrect.">
            <a:extLst>
              <a:ext uri="{FF2B5EF4-FFF2-40B4-BE49-F238E27FC236}">
                <a16:creationId xmlns:a16="http://schemas.microsoft.com/office/drawing/2014/main" id="{8934005E-F383-4532-031A-371B991D5E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5666" y="744163"/>
            <a:ext cx="6754217" cy="3887942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5552B43-7A27-E09C-DCC8-E459CA7043B5}"/>
              </a:ext>
            </a:extLst>
          </p:cNvPr>
          <p:cNvCxnSpPr/>
          <p:nvPr/>
        </p:nvCxnSpPr>
        <p:spPr>
          <a:xfrm>
            <a:off x="5424692" y="3486644"/>
            <a:ext cx="4285899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FA72FDB-EB16-26E5-BC31-2872EF58B470}"/>
              </a:ext>
            </a:extLst>
          </p:cNvPr>
          <p:cNvCxnSpPr/>
          <p:nvPr/>
        </p:nvCxnSpPr>
        <p:spPr>
          <a:xfrm>
            <a:off x="7713497" y="2451490"/>
            <a:ext cx="422980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576AC4C-ADED-EC83-A281-8199387B0F81}"/>
              </a:ext>
            </a:extLst>
          </p:cNvPr>
          <p:cNvCxnSpPr/>
          <p:nvPr/>
        </p:nvCxnSpPr>
        <p:spPr>
          <a:xfrm>
            <a:off x="5424692" y="2760030"/>
            <a:ext cx="239539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D12422BE-D86B-AEF9-C9F3-53B3C7A2F8C8}"/>
                  </a:ext>
                </a:extLst>
              </p14:cNvPr>
              <p14:cNvContentPartPr/>
              <p14:nvPr/>
            </p14:nvContentPartPr>
            <p14:xfrm>
              <a:off x="7311786" y="2132943"/>
              <a:ext cx="434880" cy="33084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D12422BE-D86B-AEF9-C9F3-53B3C7A2F8C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302786" y="2124303"/>
                <a:ext cx="452520" cy="34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4318A7AA-2DA4-1C35-717B-DFA3B5B21562}"/>
                  </a:ext>
                </a:extLst>
              </p14:cNvPr>
              <p14:cNvContentPartPr/>
              <p14:nvPr/>
            </p14:nvContentPartPr>
            <p14:xfrm>
              <a:off x="10957866" y="2860503"/>
              <a:ext cx="465840" cy="3229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4318A7AA-2DA4-1C35-717B-DFA3B5B2156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948866" y="2851503"/>
                <a:ext cx="483480" cy="340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30960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1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>
    <a:lnDef>
      <a:spPr>
        <a:ln w="19050">
          <a:solidFill>
            <a:srgbClr val="FF000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dirty="0" smtClean="0">
            <a:solidFill>
              <a:srgbClr val="FF0000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776</TotalTime>
  <Words>350</Words>
  <Application>Microsoft Office PowerPoint</Application>
  <PresentationFormat>Widescreen</PresentationFormat>
  <Paragraphs>55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Rockwell</vt:lpstr>
      <vt:lpstr>Rockwell Condensed</vt:lpstr>
      <vt:lpstr>Wingdings</vt:lpstr>
      <vt:lpstr>Wood Type</vt:lpstr>
      <vt:lpstr>Unit 5 memory &amp; learning</vt:lpstr>
      <vt:lpstr>Reading skill 1 – identifying cause/effect – signal words</vt:lpstr>
      <vt:lpstr>PowerPoint Presentation</vt:lpstr>
      <vt:lpstr>Reading skill 2 – details - short answer questions</vt:lpstr>
      <vt:lpstr>Unit 5 memory &amp; learning</vt:lpstr>
      <vt:lpstr>PowerPoint Presentation</vt:lpstr>
      <vt:lpstr>Reading 1 p. 84 - 87</vt:lpstr>
      <vt:lpstr>Language development</vt:lpstr>
      <vt:lpstr>PowerPoint Presentation</vt:lpstr>
      <vt:lpstr>Reading practice </vt:lpstr>
      <vt:lpstr>Reading comprehension - details</vt:lpstr>
      <vt:lpstr>PowerPoint Presentation</vt:lpstr>
      <vt:lpstr>Reading comprehension – the main idea</vt:lpstr>
      <vt:lpstr>Reading comprehension – details - classify</vt:lpstr>
      <vt:lpstr>Reading comprehension – details - classify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Vu Thu Ha</dc:creator>
  <cp:lastModifiedBy>Vu Thu Ha</cp:lastModifiedBy>
  <cp:revision>6</cp:revision>
  <dcterms:created xsi:type="dcterms:W3CDTF">2025-12-10T09:49:03Z</dcterms:created>
  <dcterms:modified xsi:type="dcterms:W3CDTF">2025-12-11T12:25:56Z</dcterms:modified>
</cp:coreProperties>
</file>