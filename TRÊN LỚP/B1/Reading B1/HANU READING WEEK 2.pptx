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8" r:id="rId2"/>
    <p:sldId id="256" r:id="rId3"/>
    <p:sldId id="257" r:id="rId4"/>
    <p:sldId id="258" r:id="rId5"/>
    <p:sldId id="259" r:id="rId6"/>
    <p:sldId id="260" r:id="rId7"/>
    <p:sldId id="274" r:id="rId8"/>
    <p:sldId id="261" r:id="rId9"/>
    <p:sldId id="262" r:id="rId10"/>
    <p:sldId id="267" r:id="rId11"/>
    <p:sldId id="269" r:id="rId12"/>
    <p:sldId id="270" r:id="rId13"/>
    <p:sldId id="266" r:id="rId14"/>
    <p:sldId id="263" r:id="rId15"/>
    <p:sldId id="264" r:id="rId16"/>
    <p:sldId id="273" r:id="rId17"/>
    <p:sldId id="272" r:id="rId18"/>
    <p:sldId id="271" r:id="rId19"/>
    <p:sldId id="275" r:id="rId20"/>
    <p:sldId id="276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6" autoAdjust="0"/>
    <p:restoredTop sz="94660"/>
  </p:normalViewPr>
  <p:slideViewPr>
    <p:cSldViewPr snapToGrid="0">
      <p:cViewPr varScale="1">
        <p:scale>
          <a:sx n="85" d="100"/>
          <a:sy n="85" d="100"/>
        </p:scale>
        <p:origin x="90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9T15:15:41.5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2391 230 7831 0 0,'0'0'1898'0'0,"0"0"-1876"0"0,0 0 1 0 0,0 0-1 0 0,0 0 1 0 0,0 0-1 0 0,1 1 1 0 0,-1-1-1 0 0,0 0 1 0 0,0 0 0 0 0,0 0-1 0 0,0 0 1 0 0,0 0-1 0 0,0 0 1 0 0,1 0-1 0 0,-1-1 1 0 0,0 1-1 0 0,0 0 1 0 0,0 0-1 0 0,0 0 1 0 0,0 0-1 0 0,0 0 1 0 0,0 0-1 0 0,1 0 1 0 0,-1 0 0 0 0,0 0-1 0 0,0 0 1 0 0,0 0-1 0 0,0 0 1 0 0,0 0-1 0 0,0 0 1 0 0,0-1-1 0 0,0 1 1 0 0,0 0-1 0 0,0 0 1 0 0,1 0-1 0 0,-1 0 1 0 0,0 0-1 0 0,0 0 1 0 0,0 0 0 0 0,0-1-1 0 0,0 1 1 0 0,0 0-1 0 0,0 0 1 0 0,0 0-1 0 0,0 0 1 0 0,0 0-1 0 0,0 0 1 0 0,0 0-1 0 0,0-1 1 0 0,0 1-1 0 0,0 0 1 0 0,-2-3 118 0 0,1 1 0 0 0,0 0-1 0 0,-1-1 1 0 0,0 1 0 0 0,1 0 0 0 0,-1 0 0 0 0,0 0-1 0 0,0 0 1 0 0,0 0 0 0 0,0 0 0 0 0,-4-2-1 0 0,-1-1 729 0 0,0 0-1 0 0,-14-6 1 0 0,12 8-314 0 0,1 0 0 0 0,-1 1 0 0 0,-11-1 0 0 0,-1-1-62 0 0,-90-12 2032 0 0,71 11-1849 0 0,18 3-306 0 0,-13-3 84 0 0,-249-43 1241 0 0,266 45-1662 0 0,-224-33 507 0 0,70 17-219 0 0,131 15-330 0 0,-52 0 136 0 0,-8 0-50 0 0,-77-11 47 0 0,131 13 87 0 0,-73 6 1 0 0,-13 17-160 0 0,-1-1-19 0 0,134-20-33 0 0,-134 19 32 0 0,111-15-24 0 0,0 2 0 0 0,0 0 0 0 0,-36 17 0 0 0,35-11 4 0 0,14-7 4 0 0,0 0 0 0 0,-11 3 0 0 0,16-6-8 0 0,2-1-2 0 0,1 0-1 0 0,-1 0 1 0 0,1 0 0 0 0,-1 1 0 0 0,1-1 0 0 0,0 0-1 0 0,-1 1 1 0 0,1 0 0 0 0,0 0 0 0 0,0-1 0 0 0,-2 4-1 0 0,1-2-15 0 0,0-1-1 0 0,0 1 1 0 0,1-1-1 0 0,-1 1 1 0 0,1 0-1 0 0,-3 4 1 0 0,-1 1-1 0 0,-25 28-42 0 0,26-31 53 0 0,3-2 0 0 0,-1 0 0 0 0,1 0 0 0 0,0 0 0 0 0,0 0 0 0 0,-3 7 0 0 0,2-6 0 0 0,-6 17 0 0 0,-4 20 0 0 0,1 3-53 0 0,10-33 48 0 0,-3 12 4 0 0,0-1-1 0 0,2 1 1 0 0,-1 45-1 0 0,7-23 2 0 0,0-25 0 0 0,2 1 0 0 0,-1-1 0 0 0,1-1 0 0 0,11 33 0 0 0,-9-36 0 0 0,0-1 0 0 0,6 4 0 0 0,-9-10 0 0 0,-3-6 0 0 0,1 1 0 0 0,-1-1 0 0 0,1 0 0 0 0,0 0 0 0 0,1 0 0 0 0,-1 0 0 0 0,0 0 0 0 0,5 4 0 0 0,6 6 11 0 0,24 17 112 0 0,-30-25-118 0 0,8 5 37 0 0,20 8-36 0 0,-5-4 59 0 0,-10-3 3 0 0,-10-6-63 0 0,1 0-1 0 0,0 0 1 0 0,16 4 0 0 0,3 1 48 0 0,193 59 207 0 0,-162-52-164 0 0,-59-16-88 0 0,0 0-1 0 0,0 0 1 0 0,1 0-1 0 0,-1 0 1 0 0,0-1 0 0 0,1 1-1 0 0,-1-1 1 0 0,0 0-1 0 0,5 1 1 0 0,-4-2-1 0 0,0 1 0 0 0,0 1 0 0 0,0-1-1 0 0,0 0 1 0 0,1 1 0 0 0,4 1 0 0 0,88 16 57 0 0,-65-11-11 0 0,133 20 99 0 0,-81-19-20 0 0,8 1-133 0 0,18 4 1 0 0,-38-3 0 0 0,-12-5 64 0 0,-35-1-64 0 0,-9-2 0 0 0,24 2 0 0 0,-23-2 0 0 0,15 4 0 0 0,-23-3 0 0 0,33 1 0 0 0,-9 1 0 0 0,1-1 36 0 0,-1-3-8 0 0,10 4-28 0 0,-20-1 0 0 0,30 0 0 0 0,24 2 0 0 0,-59-5 0 0 0,0 1 0 0 0,21 4 0 0 0,-27-4 0 0 0,-6 0 0 0 0,0-2 0 0 0,0 1 0 0 0,0 0 0 0 0,10-1 0 0 0,-1 0 0 0 0,9 2 53 0 0,3-2-42 0 0,-22 0-11 0 0,19-2 0 0 0,-3-2 0 0 0,-18 3 0 0 0,20-1 0 0 0,8 0 0 0 0,-17 2 4 0 0,-4-2-10 0 0,13-5 61 0 0,8-1-44 0 0,-6 3-11 0 0,-19 4 0 0 0,15-5 0 0 0,-2 1 10 0 0,54-18 52 0 0,-68 22-62 0 0,21-9 0 0 0,-2-5 0 0 0,15-2 17 0 0,-27 12-5 0 0,1 0 0 0 0,-1 0 0 0 0,0-1-1 0 0,20-15 1 0 0,-24 16 11 0 0,0-1-1 0 0,-1 0 1 0 0,0 0 0 0 0,8-10-1 0 0,-10 11-11 0 0,13-12 66 0 0,-8 7-25 0 0,-1 0 14 0 0,0 0-1 0 0,12-20 0 0 0,-11 18-52 0 0,-8 9-18 0 0,4-17 83 0 0,2 2-30 0 0,0-4 81 0 0,-7 20-128 0 0,3-7 30 0 0,-1 0 1 0 0,-1-1 0 0 0,0 1-1 0 0,0-12 1 0 0,0 2 23 0 0,-3-9-50 0 0,1 22-1 0 0,-1-6 38 0 0,1 0-20 0 0,0-1 20 0 0,-2 0-20 0 0,0 1 20 0 0,-1-8-6 0 0,3 19-28 0 0,-14-27 23 0 0,8 12-10 0 0,1-1 1 0 0,-7-24-1 0 0,10 30-21 0 0,-1-1 0 0 0,-10-45 0 0 0,9 33 11 0 0,1 3 42 0 0,-2 0-53 0 0,-7-28 64 0 0,3 19 0 0 0,-2-3 0 0 0,-2 2-64 0 0,14 28 0 0 0,-1 0 0 0 0,-10-14 11 0 0,10 15-6 0 0,-1 0 1 0 0,1-1-1 0 0,-1 1 1 0 0,1 0 0 0 0,-1 0-1 0 0,0 0 1 0 0,0 0-1 0 0,-3-2 1 0 0,0 1-3 0 0,3 1-3 0 0,-1 0 0 0 0,0-1 0 0 0,0 2 0 0 0,0-1 0 0 0,0 0 0 0 0,-1 0 0 0 0,1 1 0 0 0,0 0 0 0 0,-1 0 0 0 0,-4-1 0 0 0,-2-1 0 0 0,-3-1-347 0 0,-1-1-1 0 0,0 2 0 0 0,-1 0 1 0 0,1 1-1 0 0,0 0 1 0 0,-1 1-1 0 0,1 1 1 0 0,-24 2-1 0 0,12 1-1068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9T15:16:59.8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2629 198 4143 0 0,'0'0'1339'0'0,"-5"1"-328"0"0,-16 6 5759 0 0,18-8-6394 0 0,-7-2 35 0 0,8 2 874 0 0,-1 0-893 0 0,-8-3-9 0 0,8 2 994 0 0,1 2-1073 0 0,-9-4-8 0 0,8 4-34 0 0,0-2-20 0 0,-42-25 1502 0 0,35 22-1584 0 0,7 4 118 0 0,1 0-172 0 0,-35-20 326 0 0,35 20-358 0 0,1 1-59 0 0,0 0 1 0 0,-1-1 0 0 0,1 1 0 0 0,0 0 0 0 0,0-1 0 0 0,0 1 0 0 0,-1-1-1 0 0,1 0 1 0 0,-2 0 0 0 0,1 0 64 0 0,-2-1 3 0 0,-81-36 453 0 0,53 30-481 0 0,-1 1-1 0 0,1 1 1 0 0,-51-2 0 0 0,19 2-61 0 0,-140-16 6 0 0,138 15 129 0 0,0 3 1 0 0,1 3-1 0 0,-68 8 0 0 0,-34-7 119 0 0,60-14 75 0 0,41 5 1 0 0,61 9-311 0 0,0 0-1 0 0,-1 0 0 0 0,1 0 1 0 0,0 1-1 0 0,-8 1 1 0 0,9 0 1 0 0,-1-1 1 0 0,1-1 0 0 0,-1 1-1 0 0,1-1 1 0 0,-1 0 0 0 0,1 0-1 0 0,-1 0 1 0 0,-5-1 0 0 0,5-1-7 0 0,0 1 1 0 0,-1 0 0 0 0,1 0-1 0 0,0 0 1 0 0,-1 1 0 0 0,1 0-1 0 0,-1 0 1 0 0,1 0 0 0 0,0 0-1 0 0,-1 1 1 0 0,-7 2 0 0 0,10-2-1 0 0,-1-1-1 0 0,1 1 1 0 0,-1-1 0 0 0,1 0 0 0 0,-1 0-1 0 0,-4-1 1 0 0,-14 1-9 0 0,-6 2 11 0 0,0-1-1 0 0,-38-4 1 0 0,-6-1 173 0 0,-43 4 144 0 0,87 0-276 0 0,5 1-10 0 0,-24-3 0 0 0,40 1-35 0 0,0 1 0 0 0,0 1-1 0 0,0-1 1 0 0,0 1 0 0 0,0 0 0 0 0,-12 4 0 0 0,-42 17 26 0 0,27-9-25 0 0,-17 9-7 0 0,2 1 0 0 0,38-17 0 0 0,0 1 0 0 0,0 0 0 0 0,-12 10 0 0 0,9-6 0 0 0,-71 59 132 0 0,15-11-120 0 0,63-52 11 0 0,0 0 1 0 0,0 0-1 0 0,1 0 0 0 0,0 1 0 0 0,0 0 0 0 0,1 0 1 0 0,-7 13-1 0 0,2-4 2 0 0,-14 18 92 0 0,12-7-117 0 0,7-14 5 0 0,-11 22 1 0 0,15-34-2 0 0,0-1 0 0 0,0 0-1 0 0,0 1 1 0 0,1-1 0 0 0,-1 1 0 0 0,0-1 0 0 0,1 1 0 0 0,0-1 0 0 0,-1 1 0 0 0,1 0 0 0 0,0-1 0 0 0,0 4-1 0 0,-2 13 0 0 0,1 4 8 0 0,1 24 191 0 0,1-19-82 0 0,2-8-108 0 0,0-14-9 0 0,0-3 4 0 0,1 7 49 0 0,-3-7 21 0 0,0-2-67 0 0,0 1 1 0 0,0 0-1 0 0,-1-1 0 0 0,1 1 1 0 0,0 0-1 0 0,0 0 0 0 0,-1-1 1 0 0,1 1-1 0 0,0 0 0 0 0,-1 0 0 0 0,1 1 1 0 0,1 1 9 0 0,8 8 57 0 0,1-1 1 0 0,0 0-1 0 0,0-1 0 0 0,16 11 1 0 0,52 25 50 0 0,-64-37-110 0 0,8 5 4 0 0,3 2 30 0 0,-12-7-36 0 0,0-1 1 0 0,0 0-1 0 0,24 7 0 0 0,-11-5 27 0 0,42 13 110 0 0,-12-8-77 0 0,88 14 146 0 0,-107-22-184 0 0,143 31 110 0 0,-112-26-148 0 0,14 3 75 0 0,-72-12-51 0 0,0-1 0 0 0,13 0 1 0 0,16 1 19 0 0,-30-1-27 0 0,1-1-1 0 0,-1 0 1 0 0,14-1-1 0 0,19-1 43 0 0,60 3 16 0 0,10-2-50 0 0,-68-1-5 0 0,62 5-1 0 0,131 2 65 0 0,-139-6-51 0 0,30-4-22 0 0,-85 3-11 0 0,97-3 0 0 0,-118 4 0 0 0,-1-1 0 0 0,29-6 0 0 0,-11 1 0 0 0,23-10 0 0 0,-59 17 1 0 0,15-4 30 0 0,35-11 1 0 0,-9 3-32 0 0,-8-2 64 0 0,-32 13-64 0 0,13-9 0 0 0,-6 3 0 0 0,32-25 0 0 0,-23 15 0 0 0,32-21 11 0 0,-48 33 6 0 0,20-12 19 0 0,20-11 17 0 0,-41 27-45 0 0,-2 0-7 0 0,-1 0 0 0 0,0 1 0 0 0,1-1 0 0 0,-1 0 0 0 0,0 0 0 0 0,0 0 0 0 0,0 0 0 0 0,1 0 0 0 0,-1 0 1 0 0,0 0-1 0 0,0 0 0 0 0,1-2 0 0 0,5-6 41 0 0,1-1-31 0 0,2-2-1 0 0,-7 10 11 0 0,0 1 2 0 0,4-14-13 0 0,-5 11-10 0 0,6-18 0 0 0,-8 20 4 0 0,1-1 0 0 0,0 1 0 0 0,0-1 0 0 0,-1 1 0 0 0,1 0 1 0 0,-1-1-1 0 0,0 1 0 0 0,0-1 0 0 0,0-3 0 0 0,-2-15 19 0 0,3 16-23 0 0,-1-15 0 0 0,0 15 0 0 0,-7-24 58 0 0,6 26-52 0 0,-5-19-6 0 0,0 5 0 0 0,0 3 0 0 0,3 7 0 0 0,0-1 0 0 0,-1 1 0 0 0,0 1 0 0 0,0-1 0 0 0,-9-11 0 0 0,-4-10 64 0 0,2 3-70 0 0,12 18 18 0 0,0 1-1 0 0,-1-1 0 0 0,0 1 0 0 0,-1 0 0 0 0,1 1 0 0 0,-1-1 1 0 0,0 1-1 0 0,-1-1 0 0 0,1 2 0 0 0,-10-7 0 0 0,13 9-16 0 0,-50-38 85 0 0,50 37-80 0 0,1 2 0 0 0,0 0 0 0 0,1 0 0 0 0,-1 0 0 0 0,0 0 0 0 0,0 0 0 0 0,0 0 0 0 0,0 0 0 0 0,0 1 0 0 0,0-1 0 0 0,0 0 0 0 0,-1 1 0 0 0,0-1 0 0 0,-1-2 0 0 0,-22-8 0 0 0,-17-6 0 0 0,38 15 0 0 0,-15-1-12 0 0,-123-9-2420 0 0,118 9 439 0 0,-2 1-4058 0 0,-4 0-1869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9T16:59:12.5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2333 147 9671 0 0,'0'0'1119'0'0,"-2"-1"-500"0"0,-9-2 235 0 0,0 0 1 0 0,-1-1-1 0 0,1-1 1 0 0,-19-10-1 0 0,-8-4 312 0 0,30 16-1003 0 0,-10-5 291 0 0,-1 1 0 0 0,-26-7 1 0 0,-2-1 140 0 0,35 11-443 0 0,0 0 1 0 0,0 1-1 0 0,-17-3 1 0 0,-51-6 349 0 0,50 6-185 0 0,0 1-1 0 0,-39 0 1 0 0,-14 1 84 0 0,-70 10-30 0 0,14-5-229 0 0,5 0 41 0 0,47 2 85 0 0,-50 4 43 0 0,14 6-183 0 0,21-2-75 0 0,-11-3-21 0 0,0 1 0 0 0,98-7-29 0 0,-43 6 100 0 0,-84 23-1 0 0,97-17-34 0 0,1 1 0 0 0,0 3 0 0 0,-51 30 0 0 0,55-27 19 0 0,-39 24 29 0 0,76-42-74 0 0,-6 4-31 0 0,-4 6-1 0 0,11-8 13 0 0,0-1-3 0 0,-1 2-6 0 0,-7 16 28 0 0,8-16-18 0 0,-2 6 9 0 0,0 0 0 0 0,2 1-1 0 0,-1-1 1 0 0,1 0 0 0 0,1 1-1 0 0,0 0 1 0 0,1-1 0 0 0,0 1-1 0 0,4 17 1 0 0,-4-8 32 0 0,0-16-48 0 0,1 0 0 0 0,-1 1-1 0 0,1-1 1 0 0,0 0 0 0 0,0 1-1 0 0,1-1 1 0 0,4 10 0 0 0,0 6 35 0 0,-4-14-35 0 0,1 0 0 0 0,0 0 0 0 0,0 0 0 0 0,7 12 0 0 0,-7-15 9 0 0,-2-3-20 0 0,0 1-1 0 0,1-1 1 0 0,-1 0-1 0 0,1 0 1 0 0,0 0-1 0 0,0 0 1 0 0,-1 0 0 0 0,1 0-1 0 0,4 2 1 0 0,5 6 32 0 0,-5-4-24 0 0,17 19 48 0 0,-18-20-38 0 0,0 0 0 0 0,0-1 1 0 0,0 0-1 0 0,12 8 0 0 0,10 7 43 0 0,-27-19-67 0 0,24 21 8 0 0,0-7 49 0 0,-1 4 7 0 0,-20-15-55 0 0,20 11 53 0 0,15 10 38 0 0,-25-15-54 0 0,0-1 0 0 0,1 0 0 0 0,26 11 0 0 0,-10-8 30 0 0,0 0-1 0 0,38 7 1 0 0,-27-10 56 0 0,2-1 1 0 0,71 2-1 0 0,98-4 268 0 0,-87-3-124 0 0,157-17 0 0 0,-83 10-216 0 0,-155 5-45 0 0,3-1 29 0 0,-32 0-19 0 0,1 2-1 0 0,17 1 0 0 0,-22-1-24 0 0,0 0 0 0 0,15-2 0 0 0,26-1 0 0 0,267-13 203 0 0,-271 11-151 0 0,56-5 13 0 0,-63 4-12 0 0,-12-2-42 0 0,-10 3-6 0 0,32-12 1 0 0,-13 0 47 0 0,-3-2-53 0 0,35-14 64 0 0,-37 13-11 0 0,-28 18-40 0 0,14-11-15 0 0,3-6 2 0 0,-13 13 25 0 0,-2-1 0 0 0,1-1 0 0 0,-1 1 0 0 0,1-1 0 0 0,-2 0 0 0 0,1-1 0 0 0,8-13 0 0 0,5-9 50 0 0,-14 20-33 0 0,-4 8-36 0 0,-1 1 1 0 0,0-1-1 0 0,1 0 0 0 0,-1 0 0 0 0,0 0 0 0 0,0 0 0 0 0,-1 0 0 0 0,1-1 0 0 0,0 1 0 0 0,-1 0 0 0 0,1 0 0 0 0,0-4 1 0 0,-1-3-4 0 0,2 4 13 0 0,-1 0 1 0 0,0 0-1 0 0,-1 0 0 0 0,1 0 0 0 0,-1-1 1 0 0,0 1-1 0 0,-2-10 0 0 0,1-3 51 0 0,0 6-48 0 0,-1 0-1 0 0,0-1 1 0 0,-7-22-1 0 0,7 27-17 0 0,-3-5 9 0 0,0 0 1 0 0,0 0-1 0 0,-9-15 1 0 0,-7-15 11 0 0,15 31-6 0 0,-1 1 0 0 0,0 0 0 0 0,-12-14 0 0 0,-7-2-16 0 0,12 11 0 0 0,0 1 11 0 0,-3 3 42 0 0,-14-7-53 0 0,21 13 0 0 0,1 1 0 0 0,-5-3 0 0 0,-13-2 0 0 0,16 5 0 0 0,-1 1 0 0 0,-5-1 2 0 0,16 5-3 0 0,-16-1-64 0 0,6 1-191 0 0,0 0 0 0 0,0 1 0 0 0,-17 3 1 0 0,15-1-849 0 0,-5-1-465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9T17:04:02.5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2322 148 3223 0 0,'0'0'5443'0'0,"-2"-2"-3815"0"0,-23-39 1981 0 0,24 40-3361 0 0,-17-12 656 0 0,17 12-528 0 0,-12-5-64 0 0,3 3-173 0 0,8 3-55 0 0,0-1-13 0 0,-88-10 915 0 0,10 3-129 0 0,47 4-513 0 0,-62-1-1 0 0,59 6-123 0 0,-60-8 0 0 0,0-4 396 0 0,62 9-341 0 0,-10-3-22 0 0,42 5-238 0 0,0-1 0 0 0,0 0 1 0 0,0 1-1 0 0,0 0 0 0 0,-1 0 0 0 0,1-1 0 0 0,0 1 0 0 0,0 0 0 0 0,-1 1 0 0 0,1-1 1 0 0,0 0-1 0 0,-4 2 0 0 0,-2-1 18 0 0,-36-1 119 0 0,-13-3 149 0 0,-74-2 195 0 0,101 4-431 0 0,-21 2 73 0 0,-49-2 64 0 0,59 0-119 0 0,-39-5 186 0 0,46 1-84 0 0,25 3-142 0 0,0 1-1 0 0,0 0 1 0 0,-15 0 0 0 0,-45-2 17 0 0,19 8-60 0 0,16-1 41 0 0,1 1-1 0 0,-44 13 0 0 0,54-12-33 0 0,-68 11 104 0 0,49-10-78 0 0,-62 5 37 0 0,64-8-76 0 0,27-2 6 0 0,-25 7 0 0 0,5-1 0 0 0,21-5 0 0 0,1-1 0 0 0,1 0 0 0 0,-1 1 0 0 0,-15 7 0 0 0,-8 3 0 0 0,2 5 64 0 0,-3-3-64 0 0,32-14 0 0 0,-13 9 0 0 0,14-8 0 0 0,-9 6 0 0 0,-4 1 27 0 0,11-8-2 0 0,-20 12-13 0 0,14-6-12 0 0,3-1 11 0 0,-3 7 28 0 0,-3 5-25 0 0,-2 5-14 0 0,1-3 0 0 0,10-15 0 0 0,3-4 0 0 0,-1 1 0 0 0,1 0 0 0 0,0-1 0 0 0,0 1 0 0 0,0 0 0 0 0,1 0 0 0 0,-1 0 0 0 0,0 0 0 0 0,1 0 0 0 0,-1 0 0 0 0,0 3 0 0 0,-1 2 0 0 0,1-5 0 0 0,0 1 0 0 0,0 0 0 0 0,0-1 0 0 0,1 1 0 0 0,-1 0 0 0 0,1 0 0 0 0,-1-1 0 0 0,1 4 0 0 0,0 27 0 0 0,1-10 0 0 0,0 0 0 0 0,10 42 0 0 0,-6-39 64 0 0,3 7-53 0 0,-7-29 31 0 0,3 7-20 0 0,0 2 20 0 0,0 0-31 0 0,-1-3 0 0 0,-1-6 31 0 0,2 5-19 0 0,-3-7 37 0 0,1 0 0 0 0,6 6-48 0 0,2 4-12 0 0,-2-3 11 0 0,-5-5 31 0 0,6 5-20 0 0,4 3 20 0 0,5 4-34 0 0,2-1 70 0 0,-16-11-64 0 0,0 0-6 0 0,18 6 116 0 0,-11-6-42 0 0,-8-3-9 0 0,0 0-13 0 0,10 6-48 0 0,4 0-12 0 0,0-1 0 0 0,5 0 10 0 0,-18-4 17 0 0,7-1 3 0 0,56 10 400 0 0,25-3-355 0 0,8 3-63 0 0,-76-8 9 0 0,0-1 1 0 0,33-1-1 0 0,-45-1 3 0 0,24 3-1 0 0,5 0-6 0 0,32-3 120 0 0,-24 3-58 0 0,1 2-79 0 0,-21 0 0 0 0,-14-3 0 0 0,0 0 0 0 0,25-1 0 0 0,33 2 0 0 0,20-1 0 0 0,-2 3 0 0 0,-42-1 0 0 0,52-4 11 0 0,-62 1 45 0 0,-25-1-39 0 0,1 0 0 0 0,18-3-1 0 0,-4 1 6 0 0,15-4 42 0 0,-11 3-30 0 0,-16 2-6 0 0,0 0-1 0 0,27-7 1 0 0,-18 2-10 0 0,0 1 0 0 0,39-2 0 0 0,-26 3-8 0 0,99-6 54 0 0,-127 9-64 0 0,5 0 4 0 0,16-2-11 0 0,32-7 74 0 0,-51 9-56 0 0,41-6 42 0 0,-40 5-53 0 0,0 0 0 0 0,-2-2 0 0 0,1 0 9 0 0,-8 3-21 0 0,-6 1 6 0 0,5 0 16 0 0,39-10 106 0 0,-30 7-105 0 0,-1-1-11 0 0,0 0 0 0 0,0 0 0 0 0,1 0 0 0 0,-1-2 0 0 0,1 0 0 0 0,7-2 27 0 0,-13 3 11 0 0,3-2-28 0 0,-1 1 43 0 0,12-12 75 0 0,-10 10-128 0 0,2 3 0 0 0,-1-1 0 0 0,-2-2 0 0 0,-2 0 11 0 0,-5 5 31 0 0,3-5-20 0 0,-4 5 20 0 0,2-4-20 0 0,-2 3 20 0 0,0-3-20 0 0,-1 3 20 0 0,2-5-20 0 0,-3 5 20 0 0,0-5-20 0 0,0 7 31 0 0,0-1 0 0 0,3-15-51 0 0,-2 15 7 0 0,-2-26 172 0 0,2 25-171 0 0,0 5-13 0 0,-1-1 3 0 0,-8-31 68 0 0,6 21-68 0 0,-3-8 1 0 0,2 0 90 0 0,1 7-55 0 0,2 7-37 0 0,-7-26 55 0 0,4 20-43 0 0,0 0-11 0 0,-3-5 30 0 0,5 11-2 0 0,-1-8-22 0 0,0 3 5 0 0,1 3 41 0 0,1 4-52 0 0,-6-14 54 0 0,-5-17 10 0 0,4 14-53 0 0,2 11-11 0 0,-1 1 0 0 0,3 1 11 0 0,1 3 31 0 0,-4-9-33 0 0,2 11-2 0 0,-11-13 63 0 0,13 12-51 0 0,-5-7-7 0 0,-1 1-1 0 0,-18-15 0 0 0,18 18-11 0 0,-3 1 0 0 0,-1 1 0 0 0,2 0 0 0 0,-1 1 0 0 0,1 1 0 0 0,0-1 0 0 0,6 1-25 0 0,0 0 0 0 0,0 0 0 0 0,0-1 1 0 0,0 1-1 0 0,1-1 0 0 0,-1 1 0 0 0,0-1 0 0 0,1-1 0 0 0,-4-1 0 0 0,-6-5-295 0 0,-1 3-1551 0 0,-1 1-3829 0 0,-7-1-2520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9T17:06:15.2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1875 147 4143 0 0,'0'0'8016'0'0,"-2"1"-7656"0"0,1 0-343 0 0,1-1 0 0 0,0 0-1 0 0,0 0 1 0 0,-1 1 0 0 0,1-1-1 0 0,0 0 1 0 0,0 0 0 0 0,-1 0 0 0 0,1 0-1 0 0,0 1 1 0 0,-1-1 0 0 0,1 0-1 0 0,0 0 1 0 0,-1 0 0 0 0,1 0-1 0 0,0 0 1 0 0,-1 0 0 0 0,1 0-1 0 0,0 0 1 0 0,-1 0 0 0 0,1 0-1 0 0,0 0 1 0 0,-1 0 0 0 0,1 0 0 0 0,0 0-1 0 0,-1 0 1 0 0,1 0 0 0 0,0 0-1 0 0,-1-1 1 0 0,1 1 0 0 0,0 0-1 0 0,0 0 1 0 0,-1 0 0 0 0,1 0-1 0 0,0-1 1 0 0,0 1 0 0 0,-1 0 0 0 0,1 0-1 0 0,0-1 1 0 0,0 1 0 0 0,-1 0-1 0 0,1 0 1 0 0,0-1 0 0 0,0 1-1 0 0,0 0 1 0 0,0-1 0 0 0,-1 1-1 0 0,1 0 1 0 0,0-1 0 0 0,0 1-1 0 0,0 0 1 0 0,0-1 0 0 0,0 1 0 0 0,0 0-1 0 0,0-1 1 0 0,-1 0 87 0 0,1-1 0 0 0,-1 1 0 0 0,0-1 0 0 0,1 1 0 0 0,-1 0 0 0 0,0 0 0 0 0,0-1 1 0 0,0 1-1 0 0,0 0 0 0 0,0 0 0 0 0,0 0 0 0 0,0 0 0 0 0,-1 0 0 0 0,1 0 0 0 0,0 0 0 0 0,-2 0 0 0 0,-7-3 182 0 0,0 0 0 0 0,-1 0 0 0 0,0 1-1 0 0,1 1 1 0 0,-23-3 0 0 0,-128-19 2517 0 0,136 19-2547 0 0,-97-23 634 0 0,69 21-450 0 0,17-3 44 0 0,-65-10 0 0 0,88 19-409 0 0,1-1-6 0 0,0 0 1 0 0,0 1 0 0 0,0 1 0 0 0,0 0-1 0 0,-1 0 1 0 0,-21 5 0 0 0,17-2-47 0 0,0-1 1 0 0,0-1 0 0 0,0 0-1 0 0,0-2 1 0 0,0 0 0 0 0,-21-3-1 0 0,28 3-23 0 0,-1 1 0 0 0,-13 1 0 0 0,-10 0 0 0 0,17-1 0 0 0,-1 1 0 0 0,-24 5 0 0 0,-3 0 0 0 0,-2 1 0 0 0,-8 1 0 0 0,29-6 38 0 0,-40 11 0 0 0,15 6 22 0 0,43-16-47 0 0,1 0 0 0 0,-14 7-1 0 0,-7 3 14 0 0,-36 12-3 0 0,-49 18 55 0 0,66-28 61 0 0,-46 21 0 0 0,81-29-125 0 0,0 0 0 0 0,-18 15-1 0 0,-3 1-1 0 0,30-21-12 0 0,0 0 0 0 0,0 0 0 0 0,1 0 0 0 0,-1 1 0 0 0,-3 3 0 0 0,-5 5 0 0 0,2-2 0 0 0,4-3 0 0 0,-2 9 0 0 0,2-4 0 0 0,-1 2 5 0 0,4-8 23 0 0,-3 16 3 0 0,0-7-31 0 0,4-9 0 0 0,2 1 0 0 0,-6 28 0 0 0,4-29-2 0 0,0 20 15 0 0,0 3 44 0 0,0-25-56 0 0,1 0 0 0 0,0 1 0 0 0,1-1 0 0 0,-1 0 0 0 0,0 1 0 0 0,1-1 0 0 0,1 4 0 0 0,-1 1 31 0 0,1 0 0 0 0,0-1 0 0 0,0 1 0 0 0,1 0 0 0 0,5 11 0 0 0,-2-4-25 0 0,-4-11 6 0 0,0 0 0 0 0,-1 0 0 0 0,1 0 1 0 0,1 0-1 0 0,-1 0 0 0 0,1 0 0 0 0,-1 0 0 0 0,6 5 1 0 0,4 4 51 0 0,8 14 9 0 0,-14-21-71 0 0,-4-4 3 0 0,0 1 0 0 0,1 0 0 0 0,-1-1 0 0 0,1 0 0 0 0,0 1 0 0 0,0-1 0 0 0,0 0 0 0 0,0-1-1 0 0,0 1 1 0 0,6 2 0 0 0,2 1 5 0 0,-11-5-10 0 0,15 9 33 0 0,0-1 1 0 0,0-1-1 0 0,1 0 0 0 0,0-1 1 0 0,0-1-1 0 0,28 5 0 0 0,236 35 449 0 0,-232-37-483 0 0,10 0 108 0 0,0-2 0 0 0,87-2 0 0 0,-36-2 44 0 0,-61-1-73 0 0,60-2 110 0 0,-54-1-121 0 0,33-4 123 0 0,-56 4-111 0 0,-26 2-71 0 0,22-3 6 0 0,-22 2-2 0 0,21 0 38 0 0,40 1 2 0 0,198-7 22 0 0,-264 7-75 0 0,21-1 36 0 0,-1-3-19 0 0,59 0-6 0 0,-54-1 42 0 0,-11 3-38 0 0,-9 1-6 0 0,0 0-1 0 0,0 1 1 0 0,1-2-1 0 0,-2 1 1 0 0,1-1-1 0 0,8-3 1 0 0,-4 1 16 0 0,23-7 3 0 0,-27 10-26 0 0,4-2 14 0 0,0 0-1 0 0,0-1 1 0 0,12-6-1 0 0,0-3 38 0 0,0-2 22 0 0,-18 13-62 0 0,0-1 1 0 0,0 1-1 0 0,0-1 0 0 0,-1 0 0 0 0,1 0 0 0 0,-1 0 1 0 0,4-6-1 0 0,0 0 9 0 0,-2 5-13 0 0,-3 2 0 0 0,0 0-1 0 0,0 1 1 0 0,1-1-1 0 0,-1 0 1 0 0,-1 0-1 0 0,1 0 1 0 0,0 0-1 0 0,0 0 1 0 0,-1 0-1 0 0,1 0 1 0 0,-1 0-1 0 0,0 0 1 0 0,1-4-1 0 0,2-10 66 0 0,-1 0 0 0 0,0-1 0 0 0,-2 1 1 0 0,-1-22-1 0 0,3 8-1 0 0,-3 11-39 0 0,0 0 0 0 0,-1 0 0 0 0,-1 0 0 0 0,-1 0 0 0 0,-11-30 0 0 0,3 21-34 0 0,9 18 14 0 0,1 5-1 0 0,0 0 1 0 0,0 0 0 0 0,-1 0-1 0 0,1 0 1 0 0,-1 1-1 0 0,0-1 1 0 0,0 1-1 0 0,-5-5 1 0 0,0 0-14 0 0,-4-7 28 0 0,-6-10 8 0 0,16 22-36 0 0,-13-12 0 0 0,9 10 0 0 0,-2-2 11 0 0,5 4 31 0 0,-7-6-31 0 0,0 0-11 0 0,1-1 0 0 0,-1 0 0 0 0,-2 3 0 0 0,0 1 0 0 0,-2 2 0 0 0,1 1 0 0 0,3 2-16 0 0,10 1 11 0 0,-1 1 0 0 0,0 0-1 0 0,1 0 1 0 0,-1 0 0 0 0,0 0 0 0 0,1 0 0 0 0,-1-1-1 0 0,0 2 1 0 0,0-1 0 0 0,1 0 0 0 0,-1 0 0 0 0,0 0-1 0 0,1 0 1 0 0,-1 0 0 0 0,-1 1 0 0 0,0-1-9 0 0,0 1-66 0 0,-11 5-915 0 0,0 1-46 0 0,1-1-50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9T17:06:24.0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617 1151 2303 0 0,'0'0'102'0'0,"2"2"123"0"0,9 7 1292 0 0,14-12 1003 0 0,-22 3-2228 0 0,7-3 507 0 0,28-6 2880 0 0,-36 8-3077 0 0,12-2 689 0 0,10 0-390 0 0,-22 2-641 0 0,0 1-112 0 0,23-1 460 0 0,-23 1-456 0 0,1-1 0 0 0,5-1 3 0 0,-6 1 12 0 0,1 1 7 0 0,89-20 2216 0 0,3 13-1542 0 0,-78 6-702 0 0,30-3 266 0 0,23 0-24 0 0,-2 2-212 0 0,48 3 352 0 0,-72 0-337 0 0,-30 0-85 0 0,26-2 0 0 0,-13-2-29 0 0,-6 1 21 0 0,0 0 1 0 0,36 2-1 0 0,-54 1-73 0 0,0-1 0 0 0,0-1 1 0 0,0 1-1 0 0,0 0 0 0 0,0-1 1 0 0,6-1-1 0 0,-3 1-17 0 0,11-2 192 0 0,29-1 0 0 0,-27 3-133 0 0,-2 0 10 0 0,22-3 147 0 0,-19 2-156 0 0,1-2-72 0 0,-6 2 3 0 0,-10 2 12 0 0,0-1 0 0 0,0 1 0 0 0,0-1-1 0 0,0 0 1 0 0,8-3 0 0 0,-6 1 20 0 0,6 0 5 0 0,-1 0 1 0 0,17-2-1 0 0,-19 5-10 0 0,-8 0-23 0 0,1 0 0 0 0,0 0 0 0 0,-1 0-1 0 0,1-1 1 0 0,0 1 0 0 0,-1-1 0 0 0,1 1 0 0 0,-1-1 0 0 0,1 0-1 0 0,-1 0 1 0 0,4-1 0 0 0,1-2-3 0 0,-2 3 0 0 0,0-1 0 0 0,0 1 0 0 0,0-1 0 0 0,9 0 0 0 0,14-1 53 0 0,15-2-42 0 0,-16-2 42 0 0,-19 6-41 0 0,-5 0 1 0 0,1 0-1 0 0,-1 0 0 0 0,1 0 1 0 0,-1 0-1 0 0,0-1 1 0 0,4-1-1 0 0,16-7 199 0 0,-10 5-137 0 0,4-1 30 0 0,-16 5-95 0 0,16-9 189 0 0,-13 8-172 0 0,0-1 1 0 0,-1 0-1 0 0,1 0 0 0 0,-1 0 1 0 0,0 0-1 0 0,0 0 0 0 0,0-1 1 0 0,0 1-1 0 0,0-1 0 0 0,3-7 0 0 0,-1 5 84 0 0,3-9-65 0 0,-6 11-37 0 0,1-2 0 0 0,1-2 54 0 0,0-1-1 0 0,-1 1 0 0 0,2-10 0 0 0,4-11-39 0 0,-6 19 8 0 0,5-24 142 0 0,0-26-249 0 0,-6 51 73 0 0,-1 1 21 0 0,1 1 0 0 0,-2-1 0 0 0,1 0-1 0 0,-1 0 1 0 0,0 0 0 0 0,-3-13-1 0 0,-1-10-40 0 0,-1 0 0 0 0,-2 0 0 0 0,0 1 0 0 0,-3 0 0 0 0,0 0-1 0 0,-29-54 1 0 0,29 66-1 0 0,-16-22-1 0 0,10 17 13 0 0,6 10 13 0 0,0 1 0 0 0,-1 0 0 0 0,0 1 0 0 0,0 0 0 0 0,-1 0 0 0 0,-1 1 0 0 0,0 1 0 0 0,0 0 0 0 0,-1 1 0 0 0,-16-7 0 0 0,-18-6 0 0 0,-86-25 0 0 0,42 27 0 0 0,49 6 0 0 0,-15-7 0 0 0,-104-19 0 0 0,86 32 0 0 0,-111 2 0 0 0,40 3 0 0 0,3 1 0 0 0,99 6-25 0 0,-57 12 1 0 0,16-1 1 0 0,-91 19 23 0 0,88-17 0 0 0,32-5 0 0 0,45-10 0 0 0,1 1 1 0 0,1 0-1 0 0,-1 1 0 0 0,-12 7 0 0 0,9-5 10 0 0,-5 3 64 0 0,-34 25 0 0 0,38-25-17 0 0,-3 5 7 0 0,14-13-64 0 0,-11 11 0 0 0,6-4 0 0 0,1 2 0 0 0,0 1 0 0 0,-3 7 23 0 0,9-17 3 0 0,-3 17-11 0 0,-2-1 13 0 0,6-12 45 0 0,-8 34 2 0 0,-16 68 53 0 0,17-73 3 0 0,2-11-42 0 0,4-12-30 0 0,0 1 6 0 0,1-1-1 0 0,-1 0 17 0 0,1 0-47 0 0,2 13 215 0 0,-1 0-162 0 0,2-12-34 0 0,1-1 11 0 0,1 8 33 0 0,-3-16-89 0 0,5 10 15 0 0,-1-3-29 0 0,12 25 87 0 0,-14-32-39 0 0,4 6-31 0 0,4 7 40 0 0,-9-14 2 0 0,15 15 8 0 0,7 9 177 0 0,-13-15-240 0 0,1 1-56 0 0,-3-5 54 0 0,-5-4 46 0 0,7 7-20 0 0,2 0 20 0 0,26 28 86 0 0,-13-18-106 0 0,-14-12 31 0 0,0-1 11 0 0,1-1-11 0 0,-2-1-31 0 0,118 64 295 0 0,-85-50-264 0 0,-17-6-42 0 0,-22-10-11 0 0,-3-2 0 0 0,0-1 0 0 0,0 0 0 0 0,0 0 0 0 0,0 0 0 0 0,0 0 0 0 0,0 0 0 0 0,0 0 0 0 0,1-1 0 0 0,-1 1 0 0 0,0-1 0 0 0,3 1 0 0 0,-1-1 0 0 0,17 8 63 0 0,-21-8-62 0 0,43 10 63 0 0,-20-3 0 0 0,-10-4-64 0 0,-1 1 0 0 0,-1-3 11 0 0,-7-1 31 0 0,34 9 44 0 0,-33-8-44 0 0,13 0-39 0 0,2-2 149 0 0,-16 1-92 0 0,7 3-48 0 0,0 0-1 0 0,-6-2 31 0 0,6 0-31 0 0,0 0 0 0 0,-7 0 31 0 0,7 0-31 0 0,2 2-11 0 0,-3 0 11 0 0,-6-2 31 0 0,7-2-31 0 0,0 0 0 0 0,-7 1 31 0 0,7 0-31 0 0,0 2-11 0 0,-2 0-99 0 0,-8-1-407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9T17:12:11.1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982 192 3367 0 0,'0'0'2120'0'0,"-1"1"-1573"0"0,-1 0-250 0 0,1-1-1 0 0,0 1 1 0 0,-1-1-1 0 0,1 0 1 0 0,-1 1-1 0 0,1-1 1 0 0,-1 0 0 0 0,1 0-1 0 0,0 0 1 0 0,-1 0-1 0 0,1 0 1 0 0,-1 0-1 0 0,1 0 1 0 0,-1-1-1 0 0,1 1 1 0 0,0 0 0 0 0,-1-1-1 0 0,1 1 1 0 0,0-1-1 0 0,-1 1 1 0 0,0-2-1 0 0,-4 0-159 0 0,4 1 410 0 0,-21-11 2744 0 0,-5-9-1489 0 0,26 20-1579 0 0,0-1-6 0 0,-40-29 1030 0 0,40 29-1118 0 0,0 1-1 0 0,-18-12 155 0 0,9 5 31 0 0,-1 0 0 0 0,-24-11-1 0 0,14 10-48 0 0,-42-15 323 0 0,48 19-542 0 0,11 3-25 0 0,0 1 0 0 0,-1-1 1 0 0,1 1-1 0 0,-9-1 0 0 0,-19-4 2 0 0,26 5 14 0 0,-1-1 1 0 0,-16 0-1 0 0,6 1 7 0 0,-24-4 0 0 0,24 2 9 0 0,-24 0-1 0 0,36 3-44 0 0,0 0 0 0 0,0 0-1 0 0,-1 1 1 0 0,1-1-1 0 0,0 1 1 0 0,0 1-1 0 0,0-1 1 0 0,0 1-1 0 0,0 0 1 0 0,-7 4-1 0 0,-10 3-7 0 0,14-4 0 0 0,-1 1 0 0 0,1 0 0 0 0,0 1 0 0 0,0 0 0 0 0,-13 14 0 0 0,5-5 0 0 0,-1 3 0 0 0,0 0 0 0 0,-22 34 0 0 0,16-20 0 0 0,-23 30-64 0 0,32-45 64 0 0,1 1 0 0 0,1 1 0 0 0,1 0 0 0 0,0 0 0 0 0,-8 23 0 0 0,18-40 0 0 0,1 0 0 0 0,-1 0 0 0 0,1 1 0 0 0,0-1 0 0 0,0 0 0 0 0,0 1 0 0 0,1-1 0 0 0,-2 7 0 0 0,1 1 0 0 0,-1 3 11 0 0,1 0 1 0 0,0 0-1 0 0,1-1 0 0 0,0 1 1 0 0,3 15-1 0 0,15 67 57 0 0,-17-90-54 0 0,1 0 0 0 0,0 0 0 0 0,4 9 0 0 0,3 6 5 0 0,-3-6 21 0 0,-3-6-14 0 0,0-1-1 0 0,1 0 0 0 0,0 0 0 0 0,1-1 1 0 0,10 15-1 0 0,14 12 108 0 0,-10-14-25 0 0,-14-14-84 0 0,0 0-1 0 0,0 0 1 0 0,5 8 0 0 0,13 17 37 0 0,-1-2-61 0 0,-6-9 64 0 0,8 3 93 0 0,-22-21-93 0 0,0 0-8 0 0,2 3-39 0 0,-2-2 9 0 0,0-1 0 0 0,1 1 0 0 0,0 0 0 0 0,-1-1 0 0 0,1 0 0 0 0,0 0 0 0 0,0 0 0 0 0,5 3 0 0 0,2 1 6 0 0,-8-4 208 0 0,2-1-160 0 0,31 16 60 0 0,7-5 78 0 0,-1-1 37 0 0,-14-4-242 0 0,-22-7-13 0 0,1 0-2 0 0,26 1 2 0 0,11-1 98 0 0,1-2-1 0 0,0-1 1 0 0,-1-3 0 0 0,60-16-1 0 0,-85 17-52 0 0,-1-1 1 0 0,22-10-1 0 0,10-10 15 0 0,-41 23-47 0 0,-6 2-8 0 0,0 1-1 0 0,-1-1 1 0 0,1 0-1 0 0,0 0 1 0 0,0 0-1 0 0,0 0 1 0 0,-1-1-1 0 0,1 1 1 0 0,-1 0-1 0 0,1-1 1 0 0,-1 1 0 0 0,3-4-1 0 0,50-49 165 0 0,-49 50-109 0 0,-3 1-55 0 0,8-16 77 0 0,21-48 126 0 0,-26 54-157 0 0,1-14-38 0 0,21-109 101 0 0,-21 102-100 0 0,-3 8-14 0 0,12-111 128 0 0,-14 129-125 0 0,1-18 33 0 0,-10-38-11 0 0,7 55-5 0 0,-1 1 1 0 0,-6-17-1 0 0,8 23-17 0 0,-3-5 8 0 0,-2-2 63 0 0,-1 4 3 0 0,-8-22-39 0 0,10 16-38 0 0,2 1 11 0 0,2 9-8 0 0,-1 0 0 0 0,1 1 0 0 0,0-1 1 0 0,0 0-1 0 0,-1 1 0 0 0,1-1 0 0 0,-1 0 0 0 0,1 1 1 0 0,0-1-1 0 0,-1 1 0 0 0,1-1 0 0 0,-1 0 1 0 0,0 1-1 0 0,1-1 0 0 0,-1 0 0 0 0,-2-1-1 0 0,-6-6-2 0 0,-6 3-16 0 0,11 4-144 0 0,0 0 1 0 0,0 0-1 0 0,0 0 1 0 0,0 1-1 0 0,0 0 0 0 0,-1 0 1 0 0,1 0-1 0 0,0 0 1 0 0,-5 2-1 0 0,-5 1-676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3:35:58.2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709 79 2759 0 0,'0'0'6399'0'0,"0"3"-5995"0"0,0-3-374 0 0,0 0 0 0 0,1 1-1 0 0,-1-1 1 0 0,0 1 0 0 0,0-1 0 0 0,0 0-1 0 0,0 1 1 0 0,0-1 0 0 0,0 1 0 0 0,0-1-1 0 0,0 1 1 0 0,-1-1 0 0 0,1 0 0 0 0,0 1 0 0 0,0-1-1 0 0,0 0 1 0 0,0 1 0 0 0,0-1 0 0 0,-1 1-1 0 0,1-1 1 0 0,0 0 0 0 0,0 1 0 0 0,-1-1-1 0 0,1 0 1 0 0,0 0 0 0 0,-1 1 0 0 0,1-1-1 0 0,-1 1 1 0 0,-12 0 1218 0 0,11-1-1191 0 0,0 0 932 0 0,-2 0-517 0 0,1-1 0 0 0,-1 1 0 0 0,1-1 0 0 0,0 0-1 0 0,0 0 1 0 0,-1 0 0 0 0,-3-3 0 0 0,-2 1-24 0 0,-35-12 1504 0 0,42 14-1727 0 0,1 0-185 0 0,0 0 1 0 0,0 0-1 0 0,0 0 0 0 0,0 1 0 0 0,0-1 0 0 0,-1 0 1 0 0,1 0-1 0 0,0 1 0 0 0,-1-1 0 0 0,-1 0 0 0 0,-8-4 254 0 0,-22-13 538 0 0,32 17-728 0 0,-9-4 192 0 0,-12-2 208 0 0,21 6-398 0 0,-9-2 333 0 0,2 1-361 0 0,-9-2 37 0 0,12 2-58 0 0,1 0 0 0 0,-1 1 0 0 0,0 0 0 0 0,0 0-1 0 0,0 0 1 0 0,-9 0 0 0 0,10 1-20 0 0,0-1-1 0 0,0 1 0 0 0,0 0 1 0 0,0 0-1 0 0,-1 0 0 0 0,1 0 1 0 0,0 1-1 0 0,0 0 0 0 0,-5 1 1 0 0,-17 5 47 0 0,0 0-84 0 0,11-3 0 0 0,-5 2 0 0 0,18-5 0 0 0,-15 10 0 0 0,4-3 11 0 0,-20 15 59 0 0,-16 12 38 0 0,37-27-97 0 0,-19 17 53 0 0,20-14-65 0 0,9-8 27 0 0,0-1 0 0 0,-1 0 0 0 0,1 1 0 0 0,-1-1 0 0 0,1 0 0 0 0,-1 0-1 0 0,0 0 1 0 0,-3 1 0 0 0,3-2-20 0 0,1 1-1 0 0,0 0 1 0 0,-1 0-1 0 0,1 0 1 0 0,0 0-1 0 0,0 0 1 0 0,1 0-1 0 0,-3 3 1 0 0,-2 2-56 0 0,-4 4 32 0 0,8-8 17 0 0,-7 13 4 0 0,-6 23-3 0 0,9-26 0 0 0,-4 14 32 0 0,9-20-26 0 0,0 0 1 0 0,0 0-1 0 0,-1 0 1 0 0,-4 10-1 0 0,2-4-6 0 0,2 1 0 0 0,0-7 17 0 0,0 1 0 0 0,1 0 0 0 0,-1 10 0 0 0,2-16-5 0 0,0 0 1 0 0,1 0-1 0 0,-1 0 1 0 0,1 0 0 0 0,-1 0-1 0 0,1-1 1 0 0,0 1-1 0 0,-1 0 1 0 0,3 2 0 0 0,8 22 49 0 0,-10-24-47 0 0,16 36 108 0 0,-9-22-64 0 0,-2-5 32 0 0,1-2-12 0 0,-1-1 1 0 0,1 0-1 0 0,12 11 0 0 0,-11-12-65 0 0,-5-4 4 0 0,1 0 1 0 0,-1 0-1 0 0,0 0 1 0 0,1-1-1 0 0,-1 1 0 0 0,7 2 1 0 0,-3-1 33 0 0,-6-3 12 0 0,1 0 0 0 0,7 5-19 0 0,3 4-17 0 0,1 0-1 0 0,21 12 1 0 0,-16-11-17 0 0,-6-4 31 0 0,9 1-8 0 0,-17-8-2 0 0,-1 1 0 0 0,1 0 0 0 0,-1 0 0 0 0,0 0 0 0 0,0 0 0 0 0,1 1 0 0 0,4 2 0 0 0,-1-2 42 0 0,-5-2-68 0 0,0 0 0 0 0,-1 0 1 0 0,1-1-1 0 0,0 1 0 0 0,-1 0 0 0 0,1 1 0 0 0,0-1 0 0 0,-1 0 0 0 0,1 0 1 0 0,0 1-1 0 0,1 0 0 0 0,11 2 36 0 0,-2-3-19 0 0,-8 0 25 0 0,7 2-43 0 0,1-2 0 0 0,-1 0 0 0 0,19-2 0 0 0,-29 2-2 0 0,4 0 50 0 0,52-15 11 0 0,-52 14-64 0 0,18-8 0 0 0,4-4 11 0 0,-22 12 12 0 0,18-12 7 0 0,6-4 34 0 0,-17 11-64 0 0,39-20 0 0 0,-38 19 0 0 0,-11 6 0 0 0,15-11-3 0 0,-3-1 17 0 0,4-5 39 0 0,-7 6-61 0 0,-3 4 39 0 0,0-1 1 0 0,-1 0-1 0 0,10-16 0 0 0,-13 19-17 0 0,-1 1-5 0 0,-1 1 0 0 0,0 0-1 0 0,0-1 1 0 0,0 0 0 0 0,0 1-1 0 0,1-7 1 0 0,1-1-9 0 0,0-3-8 0 0,-2 2 65 0 0,-3-5-31 0 0,1-3 38 0 0,0-24 64 0 0,-1 28-53 0 0,1 14-60 0 0,-6-14 24 0 0,5 10 9 0 0,-1 0 1 0 0,0 0-1 0 0,-1 0 0 0 0,0 0 0 0 0,-6-12 0 0 0,-3-2-5 0 0,8 14-32 0 0,2 4 31 0 0,-5-2-31 0 0,0-1 0 0 0,6 5 42 0 0,-1-1 10 0 0,1 1-53 0 0,0 0 0 0 0,0 1 0 0 0,1-1 0 0 0,-1 0 0 0 0,0 0 0 0 0,0 0 0 0 0,0 0 0 0 0,1 0 0 0 0,-1 0 0 0 0,0 0 0 0 0,1 0 0 0 0,-1 0 0 0 0,0-1 0 0 0,-1-1 32 0 0,-2-3-20 0 0,2 4 31 0 0,-3-3 11 0 0,3 3-11 0 0,-3-3-42 0 0,0-2-24 0 0,-1 0-53 0 0,2 2-324 0 0,-1 0-1 0 0,0 0 0 0 0,0 0 0 0 0,-1 1 0 0 0,0 0 0 0 0,1 0 1 0 0,-14-6-1 0 0,14 6-644 0 0,-10-4-7413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3:36:17.3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196 578 2759 0 0,'0'0'4352'0'0,"4"-2"-3978"0"0,13-12 3179 0 0,-8 33-360 0 0,-8-17-2859 0 0,8 10-70 0 0,-8-10-179 0 0,5 4 280 0 0,0 0 1 0 0,1-1-1 0 0,10 8 0 0 0,-15-12-149 0 0,0 0-104 0 0,5 2-9 0 0,0-1-1 0 0,0 0 0 0 0,0 0 1 0 0,0 0-1 0 0,1-1 1 0 0,-1 0-1 0 0,0 0 0 0 0,1-1 1 0 0,12-1-1 0 0,-9 1 29 0 0,0 0-1 0 0,0-1 0 0 0,16-4 1 0 0,-25 5-61 0 0,22-8 274 0 0,3 1-136 0 0,-25 7-64 0 0,0 0-80 0 0,34-11 355 0 0,-21 4-328 0 0,-12 5-25 0 0,-1 1 1 0 0,8-3-40 0 0,-8 3 37 0 0,1 0-8 0 0,7-4-30 0 0,-8 4 49 0 0,9-4 5 0 0,2-2-16 0 0,-11 6-11 0 0,9-6 22 0 0,-7 5-32 0 0,3-4-21 0 0,3 0 42 0 0,-7 5-45 0 0,-1-1 1 0 0,1 0-1 0 0,-1 1 0 0 0,0-1 0 0 0,1 0 0 0 0,-1 0 0 0 0,0 0 0 0 0,0 0 1 0 0,0-1-1 0 0,2-3 0 0 0,10-10 102 0 0,-2 4-5 0 0,-12 12-116 0 0,4-3 48 0 0,3-5-36 0 0,1 1-1 0 0,-5 4 32 0 0,10-9-34 0 0,-5 3 13 0 0,5-7 21 0 0,-4 6-43 0 0,-1-1 0 0 0,-1 0 0 0 0,-2 4 44 0 0,0-1 0 0 0,-1 1 0 0 0,1-1 0 0 0,-1 0 1 0 0,5-17-1 0 0,-6 14-29 0 0,-1 6 20 0 0,-1 2-10 0 0,0 1 0 0 0,0-1 1 0 0,0 1-1 0 0,-1-1 1 0 0,0 1-1 0 0,1-1 1 0 0,-1 1-1 0 0,0-1 1 0 0,0 0-1 0 0,0 1 0 0 0,-1-1 1 0 0,1 1-1 0 0,-1-1 1 0 0,0-3-1 0 0,0 3 8 0 0,0 0 0 0 0,0 0 0 0 0,0 0-1 0 0,0 0 1 0 0,0 0 0 0 0,-3-5 0 0 0,-3-5-7 0 0,-3-19 27 0 0,-16-33 135 0 0,25 61-205 0 0,-9-14-39 0 0,-5 1 67 0 0,-31-26 301 0 0,44 42-304 0 0,1 0 0 0 0,0 0 1 0 0,-1 0-1 0 0,1 1 0 0 0,-1-1 1 0 0,1 0-1 0 0,-1 0 0 0 0,1 1 1 0 0,-3-1-1 0 0,-7-4 26 0 0,7 3-6 0 0,-1-1 0 0 0,0 1 0 0 0,0 0-1 0 0,-9-3 1 0 0,0 0 68 0 0,-11-6 21 0 0,14 7-105 0 0,-14-7 123 0 0,15 8-82 0 0,-21-3 64 0 0,23 4-106 0 0,-20 1 106 0 0,2 1-30 0 0,-34 2-11 0 0,30-2-76 0 0,20 0 3 0 0,-34-2 47 0 0,38 1-48 0 0,1 1 0 0 0,-1-1 0 0 0,0 1 0 0 0,0 1-1 0 0,-7 0 1 0 0,4 0 11 0 0,0 0-1 0 0,-13 0 1 0 0,-10 0 13 0 0,-19 6 49 0 0,35-5-53 0 0,9 0 4 0 0,-4 2-21 0 0,8-4-5 0 0,-11 7 0 0 0,6-1 0 0 0,-6 8 0 0 0,11-11 0 0 0,-6 8-9 0 0,6-7-21 0 0,-3 15 5 0 0,4-15 25 0 0,0 2 0 0 0,-4 20 0 0 0,2-13 0 0 0,1 0 0 0 0,1 0 0 0 0,-3 30 0 0 0,5-2 0 0 0,0-13 0 0 0,-1-8 0 0 0,1-19 0 0 0,6 35 0 0 0,-3-8 0 0 0,-3-9-2 0 0,3 18 15 0 0,-1-23 29 0 0,0 1-31 0 0,1 0 0 0 0,0-2 42 0 0,12 46 83 0 0,-14-54-138 0 0,-1-3 3 0 0,0 0 0 0 0,1 0 0 0 0,-1 0 0 0 0,1-1 0 0 0,-1 1 1 0 0,1 0-1 0 0,0 0 0 0 0,0-1 0 0 0,0 1 0 0 0,0-1 0 0 0,1 3 0 0 0,6 8 41 0 0,0 0-31 0 0,16 15-11 0 0,-19-21 0 0 0,4 1 0 0 0,0 0-7 0 0,-4-4 16 0 0,-1 1-1 0 0,1-1 1 0 0,0 0-1 0 0,1 0 1 0 0,-1 0 0 0 0,0-1-1 0 0,8 2 1 0 0,-4 0-7 0 0,23 6 51 0 0,64 9 161 0 0,-92-17-203 0 0,-1 0-13 0 0,13-4 123 0 0,13 2-35 0 0,-25 0-44 0 0,5-3-31 0 0,1 0-11 0 0,13-5-372 0 0,-12 2-3000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3:37:17.9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764 174 3679 0 0,'0'0'86'0'0,"0"2"-23"0"0,8 3 431 0 0,20 6 10263 0 0,-31-12-10288 0 0,0 0 0 0 0,0 0-1 0 0,0-1 1 0 0,0 1 0 0 0,0-1 0 0 0,0 1-1 0 0,0-1 1 0 0,-4-4 0 0 0,-2 0 208 0 0,8 6-358 0 0,-91-83 2106 0 0,90 82-2313 0 0,0-1-3 0 0,-4-5-42 0 0,3 4-29 0 0,0-1 0 0 0,0 2 0 0 0,-1-1 1 0 0,1 0-1 0 0,-1 1 0 0 0,0-1 0 0 0,1 1 0 0 0,-1 0 0 0 0,0 0 0 0 0,0 1 0 0 0,-6-2 0 0 0,-9-5 32 0 0,7 2-35 0 0,0 2 1 0 0,-1 0-1 0 0,-18-4 0 0 0,-1 3 189 0 0,0 1 0 0 0,-54 0 0 0 0,14 2 65 0 0,62 2-271 0 0,-1 1-1 0 0,1 1 0 0 0,0-1 1 0 0,-1 2-1 0 0,1-1 0 0 0,0 1 1 0 0,-17 9-1 0 0,20-9-5 0 0,0 1 1 0 0,1 0-1 0 0,-1 1 0 0 0,1-1 0 0 0,0 1 0 0 0,1 0 1 0 0,-10 12-1 0 0,-30 45 148 0 0,27-34-250 0 0,12-20 111 0 0,1 1 0 0 0,0 0-1 0 0,1 0 1 0 0,0 1 0 0 0,-4 17 0 0 0,-8 53 180 0 0,8-33-151 0 0,-10 93 25 0 0,16-117 7 0 0,1 0 1 0 0,1 1 0 0 0,1-1-1 0 0,6 34 1 0 0,9 22 434 0 0,-14-69-482 0 0,1 1 0 0 0,6 15 0 0 0,23 39 130 0 0,23 29-28 0 0,-54-92-129 0 0,1 1-1 0 0,0-1 1 0 0,-1 0 0 0 0,1 0-1 0 0,0-1 1 0 0,0 1 0 0 0,4 2-1 0 0,4 5 4 0 0,-4-2 12 0 0,0-1-1 0 0,1 0 1 0 0,-1 0-1 0 0,1 0 1 0 0,15 8 0 0 0,-10-7-15 0 0,-1 0 15 0 0,0-2 0 0 0,1 1 1 0 0,0-2-1 0 0,0 1 0 0 0,0-2 0 0 0,20 4 0 0 0,-7-1 22 0 0,-2-1 7 0 0,0 0 0 0 0,0-1 0 0 0,42 0 0 0 0,-55-2-26 0 0,-5-2-20 0 0,1 0 0 0 0,-1 0 1 0 0,0 0-1 0 0,0 0 0 0 0,6-2 1 0 0,20 0 29 0 0,-13 1-9 0 0,0-1 0 0 0,26-6 0 0 0,-21 4-9 0 0,0 0 17 0 0,7-4-24 0 0,-1 0 0 0 0,-1 1 42 0 0,-13 2-54 0 0,-9 2 0 0 0,5-9 16 0 0,-6 8 4 0 0,0-1-1 0 0,0 0 1 0 0,-1 0-1 0 0,0 0 1 0 0,0-1-1 0 0,0 1 1 0 0,0-1-1 0 0,-1 0 1 0 0,0 0-1 0 0,0 0 1 0 0,-1-1-1 0 0,1 1 1 0 0,1-13-1 0 0,4-8 35 0 0,-4-4-42 0 0,-1 17 10 0 0,-1 1 1 0 0,-1-1-1 0 0,0 1 0 0 0,-1-1 1 0 0,-2-24-1 0 0,-3-1-21 0 0,1-36 64 0 0,5 53-67 0 0,0 17 6 0 0,-3-27 8 0 0,2 12 41 0 0,1 17-55 0 0,-4-17 73 0 0,0 5-12 0 0,-3-11 38 0 0,-3-26 107 0 0,3 27-138 0 0,5 21-65 0 0,-4-27 53 0 0,3 18-42 0 0,-1-5-11 0 0,2 17-9 0 0,-5-18 135 0 0,-2-7 101 0 0,-5-5-67 0 0,8 20-160 0 0,2 0 0 0 0,1 2 0 0 0,0-1 0 0 0,-3 1-13 0 0,-23-34-1596 0 0,7 19-2524 0 0,7 12-4528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3:40:11.0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2051 480 8751 0 0,'-1'0'33'0'0,"2"1"-1"0"0,-1 0 1 0 0,0 0-1 0 0,0 0 1 0 0,0-1-1 0 0,0 1 1 0 0,0 0-1 0 0,1 0 1 0 0,-1-1-1 0 0,0 1 1 0 0,0 0-1 0 0,1-1 1 0 0,-1 1-1 0 0,1 0 1 0 0,-1-1-1 0 0,1 1 1 0 0,-1 0-1 0 0,1-1 1 0 0,-1 1 0 0 0,1-1-1 0 0,-1 1 1 0 0,1-1-1 0 0,0 1 1 0 0,-1-1-1 0 0,1 0 1 0 0,0 1-1 0 0,1 0 1 0 0,13 10 4544 0 0,-28-32-4679 0 0,9 14 91 0 0,-51-81 3026 0 0,5-17-1615 0 0,42 90-1315 0 0,0 1 1 0 0,-1 0 0 0 0,-1 1 0 0 0,0 0 0 0 0,-1 0 0 0 0,0 1-1 0 0,-1 0 1 0 0,0 1 0 0 0,-1 1 0 0 0,0 0 0 0 0,-1 0 0 0 0,0 1-1 0 0,0 1 1 0 0,-1 1 0 0 0,-22-9 0 0 0,-91-22 295 0 0,84 26-287 0 0,25 7-27 0 0,3 0 9 0 0,0 1 1 0 0,0 0 0 0 0,-1 2 0 0 0,-25-2-1 0 0,10 2 65 0 0,-41-7-1 0 0,-13 0 107 0 0,-41 3-139 0 0,-196 16 0 0 0,217 2 10 0 0,73-7-97 0 0,1 1 0 0 0,0 2 0 0 0,-34 12 1 0 0,-42 11-25 0 0,50-19 32 0 0,-62 23-1 0 0,98-27 10 0 0,-1 2-1 0 0,2 0 1 0 0,-1 1 0 0 0,1 1-1 0 0,-30 24 1 0 0,44-31-16 0 0,0 1-10 0 0,0 0 0 0 0,0 0 0 0 0,1 0 0 0 0,0 1-1 0 0,0 0 1 0 0,1 0 0 0 0,-8 12 0 0 0,9-13-7 0 0,2-1 7 0 0,-1-1-1 0 0,1 1 1 0 0,0 0 0 0 0,-3 9 0 0 0,1-3 52 0 0,0 6 210 0 0,4-9-4717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3:40:11.8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25 7831 0 0,'0'0'3427'0'0,"-5"-10"-4790"0"0,4 2 1322 0 0,0 6 556 0 0,1 3-419 0 0,1-1 0 0 0,-1 0 0 0 0,0 0 0 0 0,0 0 1 0 0,0 0-1 0 0,0 0 0 0 0,1 0 0 0 0,-1 0 0 0 0,0 0 0 0 0,0 0 1 0 0,0 0-1 0 0,0 0 0 0 0,1 0 0 0 0,-1 0 0 0 0,0 0 0 0 0,0 0 1 0 0,0 0-1 0 0,1 0 0 0 0,-1 0 0 0 0,0 0 0 0 0,0 0 0 0 0,0 0 1 0 0,0 0-1 0 0,1 0 0 0 0,-1 0 0 0 0,0 0 0 0 0,0 0 0 0 0,0 0 1 0 0,0 0-1 0 0,1-1 0 0 0,-1 1 0 0 0,0 0 0 0 0,0 0 0 0 0,0 0 1 0 0,0 0-1 0 0,0 0 0 0 0,1 0 0 0 0,-1-1 0 0 0,0 1 0 0 0,0 0 1 0 0,0 0-1 0 0,0 0 0 0 0,0 0 0 0 0,0-1 0 0 0,0 1 0 0 0,0 0 1 0 0,0 0-1 0 0,0 0 0 0 0,0-1 0 0 0,0 1 0 0 0,0 0 0 0 0,0 0 1 0 0,0 0-1 0 0,0-1 0 0 0,0 1 0 0 0,0 0 0 0 0,0 0 0 0 0,0 0 1 0 0,0 0-1 0 0,0-1 0 0 0,8 10 3390 0 0,-4-2-4244 0 0,1 15 946 0 0,-2-1 0 0 0,0 0 0 0 0,-1 1 0 0 0,-1 30 0 0 0,2 39 268 0 0,-1-74-269 0 0,-2 36-1 0 0,-1 0-51 0 0,2-49-144 0 0,1 14 1104 0 0,9-18-760 0 0,-8-1-281 0 0,1 0 0 0 0,0 0 0 0 0,-1 0 0 0 0,1 0-1 0 0,-1-1 1 0 0,1 1 0 0 0,-1-1 0 0 0,0 0 0 0 0,0 0-1 0 0,1 0 1 0 0,-1 0 0 0 0,-1 0 0 0 0,1-1 0 0 0,0 1-1 0 0,2-4 1 0 0,10-8 116 0 0,10-6-41 0 0,-13 10-103 0 0,0 0-1 0 0,1 1 1 0 0,25-14 0 0 0,-25 17-26 0 0,1 1 0 0 0,-2 0 11 0 0,2 2 133 0 0,-11 2 92 0 0,0 1-267 0 0,9-2-397 0 0,-9 1-147 0 0,0 1-1420 0 0,10 0-5599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3:41:26.5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1508 906 10591 0 0,'0'0'3074'0'0,"3"3"-2473"0"0,9 8-357 0 0,-9-8-151 0 0,-1-2-6 0 0,7 3-12 0 0,-7-3 10 0 0,1 0-5 0 0,35 5 441 0 0,-36-6-363 0 0,1 0 8 0 0,71 6 1554 0 0,-65-5-1536 0 0,-1-1 0 0 0,0-1 0 0 0,13-1 0 0 0,-1 0-22 0 0,-12 2-83 0 0,-5 0-64 0 0,-1 0-1 0 0,1-1 1 0 0,0 1-1 0 0,0 0 1 0 0,0-1-1 0 0,-1 0 1 0 0,1 1-1 0 0,3-3 1 0 0,11-2 65 0 0,14-6 6 0 0,7-1 92 0 0,15-3 164 0 0,-1-3 0 0 0,63-32 0 0 0,-108 47-325 0 0,-1-1 1 0 0,0 0 0 0 0,-1 0-1 0 0,1 0 1 0 0,-1 0 0 0 0,6-7-1 0 0,-5 6 10 0 0,7-4 22 0 0,-10 7-33 0 0,0 0 0 0 0,-1 1 0 0 0,1-1 0 0 0,0-1 0 0 0,-1 1 0 0 0,0 0 0 0 0,1-1 0 0 0,-1 1 0 0 0,0-1 1 0 0,3-4-1 0 0,-2 4 7 0 0,-2 2-19 0 0,1 0 0 0 0,-1 0 0 0 0,0 0 0 0 0,0-1-1 0 0,0 1 1 0 0,-1 0 0 0 0,1 0 0 0 0,0 0 0 0 0,0-1 0 0 0,-1 1 0 0 0,1-1 0 0 0,-1 1 0 0 0,1-2 0 0 0,1 0 19 0 0,3-12 13 0 0,-3 9-35 0 0,0-3 31 0 0,0 1 0 0 0,0-1 0 0 0,-1 0-1 0 0,0 0 1 0 0,-1 0 0 0 0,-1-15 0 0 0,2 17-2 0 0,-1 4-14 0 0,0 0-1 0 0,0-1 1 0 0,-1 1-1 0 0,1 0 1 0 0,-1-1-1 0 0,0 1 1 0 0,-2-5 0 0 0,-24-79 244 0 0,22 76-251 0 0,0 0-1 0 0,-1 0 0 0 0,0 1 1 0 0,0-1-1 0 0,-13-14 0 0 0,6 12 15 0 0,0 1 0 0 0,0-1 1 0 0,-1 2-1 0 0,-1 0 0 0 0,0 1 0 0 0,0 0 0 0 0,-1 1 0 0 0,-21-8 0 0 0,-118-61 553 0 0,102 55-576 0 0,6 0 0 0 0,-9-4 91 0 0,-74-32 245 0 0,123 57-321 0 0,0 1 0 0 0,0 0 0 0 0,0 0 1 0 0,-11 0-1 0 0,-19-3 26 0 0,-20-9-19 0 0,-185-40 201 0 0,172 42-129 0 0,-96-3-1 0 0,-144 19 179 0 0,260 1-268 0 0,-1 1-1 0 0,-66 20 1 0 0,109-26 17 0 0,-19 10 11 0 0,1 3 21 0 0,14-8-42 0 0,-13 2-11 0 0,23-7 0 0 0,1-1 0 0 0,-1 1 0 0 0,0-1 0 0 0,1 1 0 0 0,-1 0 0 0 0,1 0 0 0 0,-1 0 0 0 0,1 0 0 0 0,-3 2 0 0 0,-4 3 0 0 0,-5 4 0 0 0,1 0 0 0 0,-16 18 0 0 0,16-16 0 0 0,-1 2 0 0 0,-16 22 0 0 0,25-30 0 0 0,2-4 0 0 0,0 1 0 0 0,0-1 0 0 0,0 1 0 0 0,1-1 0 0 0,-1 1 0 0 0,1-1 0 0 0,0 1 0 0 0,0 0 0 0 0,-1 3 0 0 0,-2 4 0 0 0,-15 21 0 0 0,8-14 0 0 0,0 1 0 0 0,2 0 0 0 0,-8 20 0 0 0,7-14 0 0 0,4-13 0 0 0,2 0 0 0 0,-6 19 0 0 0,4-12 0 0 0,4-16 0 0 0,-8 34 0 0 0,9-30 0 0 0,-1 0 0 0 0,1 1 0 0 0,0-1 0 0 0,1 1 0 0 0,0-1 0 0 0,0 12 0 0 0,0-18 0 0 0,2 14 0 0 0,2 6 0 0 0,-4-16 0 0 0,5 12 0 0 0,-2-5 0 0 0,0-1 0 0 0,7 7 0 0 0,7 13 21 0 0,-2-16 12 0 0,5 2-23 0 0,-14-11 2 0 0,17 11 51 0 0,-12-11-10 0 0,0-1-8 0 0,20 10 111 0 0,-9-2-122 0 0,-2-2 69 0 0,0-1 1 0 0,0 0-1 0 0,1-2 1 0 0,25 6-1 0 0,53 6 292 0 0,-69-12-346 0 0,3-2-29 0 0,21-2 44 0 0,57-5-1 0 0,-103 2-62 0 0,26-2 16 0 0,151-11 238 0 0,-178 12-241 0 0,-2 0 6 0 0,0 1 0 0 0,0 0 0 0 0,0 0 0 0 0,0 0 0 0 0,6 1-1 0 0,38 0 120 0 0,-10-1-22 0 0,-1 2-42 0 0,-9 1-11 0 0,-14-2-53 0 0,1 1 31 0 0,49 3 97 0 0,-49-3-86 0 0,90 11-27 0 0,-43-1 47 0 0,-14-5-73 0 0,-31-4 0 0 0,0 0 0 0 0,23 7 0 0 0,-38-8 0 0 0,8-1 23 0 0,8 2 30 0 0,-7-2 6 0 0,34 4 173 0 0,-37-3-196 0 0,-7-2 17 0 0,0 1 11 0 0,6 0 0 0 0,-5-1-11 0 0,4 1-54 0 0,-6 0-248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3:41:36.5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868 990 2303 0 0,'0'0'102'0'0,"2"0"-1"0"0,2-2 232 0 0,0 1 0 0 0,-1 0 0 0 0,1 0 0 0 0,0 0 0 0 0,-1 0 0 0 0,1 1-1 0 0,0-1 1 0 0,7 1 0 0 0,2 0 491 0 0,120-8 3272 0 0,-119 7-3294 0 0,25-3 0 0 0,0-1-17 0 0,-28 4-614 0 0,-1-1-1 0 0,1 0 1 0 0,-1-1 0 0 0,1 0-1 0 0,-1 0 1 0 0,0-1-1 0 0,0 0 1 0 0,0-1-1 0 0,-1 0 1 0 0,12-9-1 0 0,-1-1 172 0 0,0-1 0 0 0,-2 0 0 0 0,23-25 0 0 0,-34 33-192 0 0,0-1 0 0 0,0 1-1 0 0,-1-1 1 0 0,0 0 0 0 0,0 0 0 0 0,6-17-1 0 0,2-2 346 0 0,-14 27-398 0 0,1-2-16 0 0,0-1 0 0 0,0 1 0 0 0,0-1 0 0 0,-1 1 0 0 0,1-1 0 0 0,-1 1 0 0 0,0-6 0 0 0,0 2 32 0 0,0-16 155 0 0,-2 0 0 0 0,-6-36 1 0 0,-1 19-51 0 0,8 38-58 0 0,0 0-80 0 0,-6-11 16 0 0,-3-5 248 0 0,-24-33 0 0 0,17 31-159 0 0,-41-54 414 0 0,54 68-553 0 0,-19-21 100 0 0,11 16-34 0 0,0 0 0 0 0,0 0 0 0 0,-1 1 0 0 0,-1 1 0 0 0,1 0 0 0 0,-29-13 0 0 0,-21-13 93 0 0,-19-9-78 0 0,62 35-115 0 0,-5-2 49 0 0,0-1-1 0 0,-34-23 0 0 0,29 15 162 0 0,-47-24-1 0 0,63 38-202 0 0,-1 0-1 0 0,0 1 1 0 0,0 0 0 0 0,-29-4-1 0 0,32 8 2 0 0,0 1-1 0 0,0 0 1 0 0,0 1-1 0 0,0 0 0 0 0,0 1 1 0 0,-13 4-1 0 0,5-2-24 0 0,15-3 5 0 0,-1 0 0 0 0,0 1 0 0 0,1 0 0 0 0,-1 0 0 0 0,-6 4 0 0 0,-7 1 0 0 0,-145 45 128 0 0,143-45-107 0 0,1 1-1 0 0,0 0 1 0 0,0 2-1 0 0,1 0 1 0 0,0 1 0 0 0,-20 16-1 0 0,-23 24-20 0 0,52-44 0 0 0,7-5 0 0 0,0 0 0 0 0,0 0 0 0 0,0 0 0 0 0,1 0 0 0 0,-1 1 0 0 0,0 0 0 0 0,-1 2 0 0 0,-21 24 0 0 0,22-26-2 0 0,-9 15 15 0 0,6-6 29 0 0,-1 0-31 0 0,7-11-11 0 0,-8 16 0 0 0,5 0 0 0 0,2-16-2 0 0,0 0 1 0 0,1 0-1 0 0,-1 0 0 0 0,1 0 0 0 0,-1 1 0 0 0,1-1 0 0 0,0 0 1 0 0,0 0-1 0 0,-1 1 0 0 0,1-1 0 0 0,0 0 0 0 0,0 1 1 0 0,1 1-1 0 0,-1 6-26 0 0,-2 6 17 0 0,2-11 9 0 0,4 16 4 0 0,0 1-2 0 0,-4-19 0 0 0,6 17 0 0 0,3 12 10 0 0,-3-9 40 0 0,1-1 0 0 0,18 36 0 0 0,-21-50-19 0 0,-1-1-24 0 0,0 0-1 0 0,-1 0 1 0 0,0 0 0 0 0,2 8-1 0 0,-1-1 41 0 0,-2-8-22 0 0,1 0 0 0 0,-1-1-1 0 0,1 1 1 0 0,-1-1 0 0 0,1 1 0 0 0,1-1 0 0 0,4 9-1 0 0,11 11-13 0 0,3 3 103 0 0,2-1-1 0 0,32 29 0 0 0,-18-19-45 0 0,-27-28-50 0 0,-1 0 1 0 0,1 0-1 0 0,1-1 0 0 0,-1-1 1 0 0,1 0-1 0 0,13 5 0 0 0,-2-2 17 0 0,-2 0 66 0 0,1-1 1 0 0,0 0 0 0 0,0-2 0 0 0,25 4 0 0 0,-21-6-49 0 0,28 3 75 0 0,-40-4-106 0 0,1-2 20 0 0,0 0-20 0 0,4 1-5 0 0,-16-1-4 0 0,37 8 10 0 0,-5-3 41 0 0,-9-2-64 0 0,-20-3 0 0 0,31 0 0 0 0,-3-2 11 0 0,-1 1 56 0 0,37-3 159 0 0,-32-1-134 0 0,-11 1 4 0 0,0 1-1 0 0,28 2 1 0 0,-51 1-74 0 0,10-2 9 0 0,-7 0-31 0 0,22-1 53 0 0,-5 2 11 0 0,-22 0-113 0 0,7 0-2322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9:46.1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8751 0 0,'0'0'952'0'0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3:48:52.8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700 135 7831 0 0,'0'0'9683'0'0,"-2"-2"-9414"0"0,-28-50 2206 0 0,29 50-2303 0 0,-1 1-11 0 0,-18-15 673 0 0,17 14-742 0 0,3 2-87 0 0,-1 0 0 0 0,1-1 1 0 0,0 1-1 0 0,-1 0 0 0 0,1 0 1 0 0,0 0-1 0 0,-1 0 0 0 0,1 0 1 0 0,-1 0-1 0 0,1-1 0 0 0,0 1 1 0 0,-1 0-1 0 0,1 0 0 0 0,0-1 1 0 0,0 1-1 0 0,-1 0 0 0 0,1 0 1 0 0,0-1-1 0 0,-1 1 1 0 0,1-1-1 0 0,-8-6 101 0 0,-27-13 374 0 0,33 19-416 0 0,-3 0-11 0 0,0 0 0 0 0,1 0 0 0 0,-1-1 0 0 0,-5-2 0 0 0,-21-6 322 0 0,-85 3 393 0 0,94 8-754 0 0,-90 10 160 0 0,101-10-161 0 0,1 1 1 0 0,-15 5-1 0 0,-3 2 34 0 0,26-9-43 0 0,1 0 1 0 0,-1 1 0 0 0,0-1-1 0 0,0 1 1 0 0,1-1-1 0 0,-1 1 1 0 0,0 0 0 0 0,1 0-1 0 0,-1 0 1 0 0,-2 1-1 0 0,2 0 6 0 0,0 0 0 0 0,0-1-1 0 0,-1 1 1 0 0,1-1 0 0 0,0 0-1 0 0,-1 0 1 0 0,-3 2 0 0 0,2-2 5 0 0,-12 4 23 0 0,13-4-38 0 0,0 0 0 0 0,1 0 0 0 0,-1 1 0 0 0,0-1 0 0 0,1 1 0 0 0,-5 4 0 0 0,1-2 11 0 0,3-3 11 0 0,-1 2 10 0 0,-9 12-22 0 0,-11 7 107 0 0,13-12-57 0 0,9-8-58 0 0,-9 13 88 0 0,8-13-68 0 0,-7 15 153 0 0,4-5-164 0 0,1 2-11 0 0,-1 5 0 0 0,3-2 0 0 0,0 6 0 0 0,0 3 53 0 0,1-17-42 0 0,-2 34 5 0 0,3-28 36 0 0,1 0 0 0 0,1-1 0 0 0,4 23 0 0 0,-3-14-52 0 0,-1-18 0 0 0,6 26 0 0 0,-6-22 0 0 0,4 18 0 0 0,12 20 431 0 0,-16-45-350 0 0,3 4 0 0 0,0 3-29 0 0,-4-7-45 0 0,19 21 118 0 0,-18-22-122 0 0,10 14 32 0 0,-10-15-25 0 0,28 22 21 0 0,-25-18-22 0 0,-3-3-5 0 0,0 0-1 0 0,0 1 1 0 0,1-1 0 0 0,-1 0-1 0 0,1 0 1 0 0,-1 0 0 0 0,1 0 0 0 0,-1 0-1 0 0,1 0 1 0 0,-1 0 0 0 0,4 0-1 0 0,9 6 8 0 0,-8-4-10 0 0,2 1 15 0 0,0 0 1 0 0,0 0 0 0 0,0-1-1 0 0,1 0 1 0 0,-1 0-1 0 0,1-1 1 0 0,18 3 0 0 0,-7-2-4 0 0,36 9 40 0 0,-24-6-53 0 0,-5-4 0 0 0,-4 1 35 0 0,32 3-6 0 0,-6-4 35 0 0,-47-1-59 0 0,1-1 0 0 0,0 0 1 0 0,0 0-1 0 0,0 0 0 0 0,-1 0 0 0 0,1 0 0 0 0,5-1 1 0 0,14-4 16 0 0,14 0 42 0 0,-34 5-60 0 0,0 0 0 0 0,0 0-1 0 0,1-1 1 0 0,-1 1 0 0 0,0 0 0 0 0,0-1-1 0 0,0 0 1 0 0,0 1 0 0 0,0-1 0 0 0,3-2 0 0 0,16-8 18 0 0,-16 10-4 0 0,13-9 28 0 0,-8 3-35 0 0,0 1 31 0 0,-2-2-31 0 0,-2 1 0 0 0,-4 4 31 0 0,5-5-31 0 0,-2-3 0 0 0,1 1 31 0 0,0-1-31 0 0,-2 2 1 0 0,1-5 63 0 0,7-23-1 0 0,-11 30-38 0 0,5-9-28 0 0,-2-2 26 0 0,-2 8-12 0 0,2-11 105 0 0,-2 0 0 0 0,0 0-1 0 0,-2-39 1 0 0,-7 12 129 0 0,4 30-59 0 0,-10-47-111 0 0,13 61-64 0 0,0 0-20 0 0,-1 1 1 0 0,0 0 0 0 0,1-1-1 0 0,-1 1 1 0 0,-1-1-1 0 0,1 1 1 0 0,0 0 0 0 0,-1 0-1 0 0,1 0 1 0 0,-1 0-1 0 0,-4-5 1 0 0,3 6 16 0 0,-9-22 26 0 0,7 13-45 0 0,1 1 0 0 0,0-1 0 0 0,1 2 0 0 0,1 1 0 0 0,-2 2-75 0 0,3 5-310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3:48:52.8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700 135 7831 0 0,'0'0'9683'0'0,"-2"-2"-9414"0"0,-28-50 2206 0 0,29 50-2303 0 0,-1 1-11 0 0,-18-15 673 0 0,17 14-742 0 0,3 2-87 0 0,-1 0 0 0 0,1-1 1 0 0,0 1-1 0 0,-1 0 0 0 0,1 0 1 0 0,0 0-1 0 0,-1 0 0 0 0,1 0 1 0 0,-1 0-1 0 0,1-1 0 0 0,0 1 1 0 0,-1 0-1 0 0,1 0 0 0 0,0-1 1 0 0,0 1-1 0 0,-1 0 0 0 0,1 0 1 0 0,0-1-1 0 0,-1 1 1 0 0,1-1-1 0 0,-8-6 101 0 0,-27-13 374 0 0,33 19-416 0 0,-3 0-11 0 0,0 0 0 0 0,1 0 0 0 0,-1-1 0 0 0,-5-2 0 0 0,-21-6 322 0 0,-85 3 393 0 0,94 8-754 0 0,-90 10 160 0 0,101-10-161 0 0,1 1 1 0 0,-15 5-1 0 0,-3 2 34 0 0,26-9-43 0 0,1 0 1 0 0,-1 1 0 0 0,0-1-1 0 0,0 1 1 0 0,1-1-1 0 0,-1 1 1 0 0,0 0 0 0 0,1 0-1 0 0,-1 0 1 0 0,-2 1-1 0 0,2 0 6 0 0,0 0 0 0 0,0-1-1 0 0,-1 1 1 0 0,1-1 0 0 0,0 0-1 0 0,-1 0 1 0 0,-3 2 0 0 0,2-2 5 0 0,-12 4 23 0 0,13-4-38 0 0,0 0 0 0 0,1 0 0 0 0,-1 1 0 0 0,0-1 0 0 0,1 1 0 0 0,-5 4 0 0 0,1-2 11 0 0,3-3 11 0 0,-1 2 10 0 0,-9 12-22 0 0,-11 7 107 0 0,13-12-57 0 0,9-8-58 0 0,-9 13 88 0 0,8-13-68 0 0,-7 15 153 0 0,4-5-164 0 0,1 2-11 0 0,-1 5 0 0 0,3-2 0 0 0,0 6 0 0 0,0 3 53 0 0,1-17-42 0 0,-2 34 5 0 0,3-28 36 0 0,1 0 0 0 0,1-1 0 0 0,4 23 0 0 0,-3-14-52 0 0,-1-18 0 0 0,6 26 0 0 0,-6-22 0 0 0,4 18 0 0 0,12 20 431 0 0,-16-45-350 0 0,3 4 0 0 0,0 3-29 0 0,-4-7-45 0 0,19 21 118 0 0,-18-22-122 0 0,10 14 32 0 0,-10-15-25 0 0,28 22 21 0 0,-25-18-22 0 0,-3-3-5 0 0,0 0-1 0 0,0 1 1 0 0,1-1 0 0 0,-1 0-1 0 0,1 0 1 0 0,-1 0 0 0 0,1 0 0 0 0,-1 0-1 0 0,1 0 1 0 0,-1 0 0 0 0,4 0-1 0 0,9 6 8 0 0,-8-4-10 0 0,2 1 15 0 0,0 0 1 0 0,0 0 0 0 0,0-1-1 0 0,1 0 1 0 0,-1 0-1 0 0,1-1 1 0 0,18 3 0 0 0,-7-2-4 0 0,36 9 40 0 0,-24-6-53 0 0,-5-4 0 0 0,-4 1 35 0 0,32 3-6 0 0,-6-4 35 0 0,-47-1-59 0 0,1-1 0 0 0,0 0 1 0 0,0 0-1 0 0,0 0 0 0 0,-1 0 0 0 0,1 0 0 0 0,5-1 1 0 0,14-4 16 0 0,14 0 42 0 0,-34 5-60 0 0,0 0 0 0 0,0 0-1 0 0,1-1 1 0 0,-1 1 0 0 0,0 0 0 0 0,0-1-1 0 0,0 0 1 0 0,0 1 0 0 0,0-1 0 0 0,3-2 0 0 0,16-8 18 0 0,-16 10-4 0 0,13-9 28 0 0,-8 3-35 0 0,0 1 31 0 0,-2-2-31 0 0,-2 1 0 0 0,-4 4 31 0 0,5-5-31 0 0,-2-3 0 0 0,1 1 31 0 0,0-1-31 0 0,-2 2 1 0 0,1-5 63 0 0,7-23-1 0 0,-11 30-38 0 0,5-9-28 0 0,-2-2 26 0 0,-2 8-12 0 0,2-11 105 0 0,-2 0 0 0 0,0 0-1 0 0,-2-39 1 0 0,-7 12 129 0 0,4 30-59 0 0,-10-47-111 0 0,13 61-64 0 0,0 0-20 0 0,-1 1 1 0 0,0 0 0 0 0,1-1-1 0 0,-1 1 1 0 0,-1-1-1 0 0,1 1 1 0 0,0 0 0 0 0,-1 0-1 0 0,1 0 1 0 0,-1 0-1 0 0,-4-5 1 0 0,3 6 16 0 0,-9-22 26 0 0,7 13-45 0 0,1 1 0 0 0,0-1 0 0 0,1 2 0 0 0,1 1 0 0 0,-2 2-75 0 0,3 5-310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3:48:54.9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726 106 11311 0 0,'0'0'4224'0'0,"-2"-1"-3870"0"0,-14-16 868 0 0,14 15-807 0 0,1 1-260 0 0,0-1 0 0 0,0 0 0 0 0,0 1 0 0 0,0-1 0 0 0,-1 1 0 0 0,1-1 0 0 0,0 1 0 0 0,-1-1 0 0 0,0 1 0 0 0,-2-2-1 0 0,-6-6 1267 0 0,-17-15-393 0 0,25 23-773 0 0,-8-5 42 0 0,9 6-281 0 0,0 0 1 0 0,1 0-1 0 0,-1-1 1 0 0,0 1-1 0 0,0 0 1 0 0,0-1 0 0 0,0 1-1 0 0,1-1 1 0 0,-1 1-1 0 0,0-1 1 0 0,0 1-1 0 0,1-1 1 0 0,-1 1 0 0 0,-1-2-1 0 0,-9-4 191 0 0,-10-2 155 0 0,19 7-267 0 0,-5 0 51 0 0,-1-2-9 0 0,-26 2 188 0 0,32 1-261 0 0,0 0 0 0 0,-11 0 1 0 0,-1 0 0 0 0,0 0-1 0 0,-23 5 1 0 0,22-2-52 0 0,-53 4 129 0 0,44-6-71 0 0,-25 6 0 0 0,-45 11 125 0 0,93-18-190 0 0,-1 0 1 0 0,0 1-1 0 0,1-1 0 0 0,-1 0 1 0 0,0 1-1 0 0,0-1 0 0 0,1 1 1 0 0,-1-1-1 0 0,1 1 0 0 0,-1 0 1 0 0,1 0-1 0 0,-3 1 0 0 0,-12 8 45 0 0,-30 19 24 0 0,40-26-55 0 0,0 0 0 0 0,0 0-1 0 0,1 1 1 0 0,-1-1 0 0 0,-5 6 0 0 0,-4 2 86 0 0,12-8-48 0 0,0-1 0 0 0,-1 1 0 0 0,1 0-1 0 0,0 1 1 0 0,-3 4 0 0 0,1-2-1 0 0,1-2-35 0 0,1 1-1 0 0,-1 0 0 0 0,1 0 1 0 0,0 1-1 0 0,1-1 0 0 0,-1 1 1 0 0,1-1-1 0 0,-2 7 0 0 0,-1 1-13 0 0,1 6-3 0 0,1 4-7 0 0,1-4 20 0 0,0 0 1 0 0,1 0-1 0 0,1 0 0 0 0,1 1 1 0 0,1-1-1 0 0,5 26 0 0 0,-3-15-4 0 0,2-12 46 0 0,-1-6-38 0 0,2 9 70 0 0,-5-15-84 0 0,1 1 1 0 0,-1-1-1 0 0,1 1 1 0 0,0-1-1 0 0,0 0 1 0 0,1 0 0 0 0,5 7-1 0 0,-7-10-8 0 0,-1-1 0 0 0,1 1 0 0 0,0-1 0 0 0,0 0 0 0 0,0 1 0 0 0,0-1 0 0 0,0 0 0 0 0,0 0 0 0 0,5 2 0 0 0,0 1 0 0 0,13 13 45 0 0,7 2-15 0 0,-20-15-6 0 0,-1-1-16 0 0,0-1 0 0 0,0 1 0 0 0,1-1 0 0 0,11 5 0 0 0,-6-3 10 0 0,-5-2-11 0 0,1 0 0 0 0,-1-1 0 0 0,1 1 0 0 0,8 0 0 0 0,9 3 21 0 0,-1-2 0 0 0,1 0-1 0 0,0-2 1 0 0,38-1 0 0 0,-33-1 27 0 0,-20 0-30 0 0,1 0 0 0 0,0 0 0 0 0,-1-1 1 0 0,21-5-1 0 0,-4 1-25 0 0,-6 2 14 0 0,-21 3-9 0 0,33-12 29 0 0,33-5 41 0 0,-52 13-75 0 0,9-2-3 0 0,-13 1 43 0 0,0 0-5 0 0,8-4-35 0 0,13-4 0 0 0,-12 5 0 0 0,-18 8-5 0 0,26-23 63 0 0,-24 21-46 0 0,12-13-13 0 0,-11 10 9 0 0,14-19 59 0 0,-15 20-41 0 0,0 0 0 0 0,-1 0 0 0 0,1-1 0 0 0,-1 1 0 0 0,0-1 1 0 0,-1 1-1 0 0,3-10 0 0 0,-3 10-7 0 0,-1 0 0 0 0,0 0 1 0 0,0 0-1 0 0,-1 0 0 0 0,1 0 0 0 0,-2-7 1 0 0,-2-14 96 0 0,-2-6-55 0 0,3 20-29 0 0,-3-8 16 0 0,1 0 0 0 0,2 0-1 0 0,-4-34 1 0 0,7 45-24 0 0,-2-18 5 0 0,0 17-18 0 0,-2-1 31 0 0,2-1-20 0 0,-2 1 20 0 0,0 0-31 0 0,-1 0 0 0 0,-3-6 43 0 0,2 9-34 0 0,0 1 12 0 0,-21-22 134 0 0,24 25-124 0 0,-4 0-20 0 0,3 1 20 0 0,-8-5-31 0 0,-2 1-11 0 0,0 2 0 0 0,1 1 0 0 0,0 1 0 0 0,3 1-11 0 0,7 1-45 0 0,-3-3 183 0 0,3 2-876 0 0,-3-1-2553 0 0,-5-4-5507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3:48:52.8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700 135 7831 0 0,'0'0'9683'0'0,"-2"-2"-9414"0"0,-28-50 2206 0 0,29 50-2303 0 0,-1 1-11 0 0,-18-15 673 0 0,17 14-742 0 0,3 2-87 0 0,-1 0 0 0 0,1-1 1 0 0,0 1-1 0 0,-1 0 0 0 0,1 0 1 0 0,0 0-1 0 0,-1 0 0 0 0,1 0 1 0 0,-1 0-1 0 0,1-1 0 0 0,0 1 1 0 0,-1 0-1 0 0,1 0 0 0 0,0-1 1 0 0,0 1-1 0 0,-1 0 0 0 0,1 0 1 0 0,0-1-1 0 0,-1 1 1 0 0,1-1-1 0 0,-8-6 101 0 0,-27-13 374 0 0,33 19-416 0 0,-3 0-11 0 0,0 0 0 0 0,1 0 0 0 0,-1-1 0 0 0,-5-2 0 0 0,-21-6 322 0 0,-85 3 393 0 0,94 8-754 0 0,-90 10 160 0 0,101-10-161 0 0,1 1 1 0 0,-15 5-1 0 0,-3 2 34 0 0,26-9-43 0 0,1 0 1 0 0,-1 1 0 0 0,0-1-1 0 0,0 1 1 0 0,1-1-1 0 0,-1 1 1 0 0,0 0 0 0 0,1 0-1 0 0,-1 0 1 0 0,-2 1-1 0 0,2 0 6 0 0,0 0 0 0 0,0-1-1 0 0,-1 1 1 0 0,1-1 0 0 0,0 0-1 0 0,-1 0 1 0 0,-3 2 0 0 0,2-2 5 0 0,-12 4 23 0 0,13-4-38 0 0,0 0 0 0 0,1 0 0 0 0,-1 1 0 0 0,0-1 0 0 0,1 1 0 0 0,-5 4 0 0 0,1-2 11 0 0,3-3 11 0 0,-1 2 10 0 0,-9 12-22 0 0,-11 7 107 0 0,13-12-57 0 0,9-8-58 0 0,-9 13 88 0 0,8-13-68 0 0,-7 15 153 0 0,4-5-164 0 0,1 2-11 0 0,-1 5 0 0 0,3-2 0 0 0,0 6 0 0 0,0 3 53 0 0,1-17-42 0 0,-2 34 5 0 0,3-28 36 0 0,1 0 0 0 0,1-1 0 0 0,4 23 0 0 0,-3-14-52 0 0,-1-18 0 0 0,6 26 0 0 0,-6-22 0 0 0,4 18 0 0 0,12 20 431 0 0,-16-45-350 0 0,3 4 0 0 0,0 3-29 0 0,-4-7-45 0 0,19 21 118 0 0,-18-22-122 0 0,10 14 32 0 0,-10-15-25 0 0,28 22 21 0 0,-25-18-22 0 0,-3-3-5 0 0,0 0-1 0 0,0 1 1 0 0,1-1 0 0 0,-1 0-1 0 0,1 0 1 0 0,-1 0 0 0 0,1 0 0 0 0,-1 0-1 0 0,1 0 1 0 0,-1 0 0 0 0,4 0-1 0 0,9 6 8 0 0,-8-4-10 0 0,2 1 15 0 0,0 0 1 0 0,0 0 0 0 0,0-1-1 0 0,1 0 1 0 0,-1 0-1 0 0,1-1 1 0 0,18 3 0 0 0,-7-2-4 0 0,36 9 40 0 0,-24-6-53 0 0,-5-4 0 0 0,-4 1 35 0 0,32 3-6 0 0,-6-4 35 0 0,-47-1-59 0 0,1-1 0 0 0,0 0 1 0 0,0 0-1 0 0,0 0 0 0 0,-1 0 0 0 0,1 0 0 0 0,5-1 1 0 0,14-4 16 0 0,14 0 42 0 0,-34 5-60 0 0,0 0 0 0 0,0 0-1 0 0,1-1 1 0 0,-1 1 0 0 0,0 0 0 0 0,0-1-1 0 0,0 0 1 0 0,0 1 0 0 0,0-1 0 0 0,3-2 0 0 0,16-8 18 0 0,-16 10-4 0 0,13-9 28 0 0,-8 3-35 0 0,0 1 31 0 0,-2-2-31 0 0,-2 1 0 0 0,-4 4 31 0 0,5-5-31 0 0,-2-3 0 0 0,1 1 31 0 0,0-1-31 0 0,-2 2 1 0 0,1-5 63 0 0,7-23-1 0 0,-11 30-38 0 0,5-9-28 0 0,-2-2 26 0 0,-2 8-12 0 0,2-11 105 0 0,-2 0 0 0 0,0 0-1 0 0,-2-39 1 0 0,-7 12 129 0 0,4 30-59 0 0,-10-47-111 0 0,13 61-64 0 0,0 0-20 0 0,-1 1 1 0 0,0 0 0 0 0,1-1-1 0 0,-1 1 1 0 0,-1-1-1 0 0,1 1 1 0 0,0 0 0 0 0,-1 0-1 0 0,1 0 1 0 0,-1 0-1 0 0,-4-5 1 0 0,3 6 16 0 0,-9-22 26 0 0,7 13-45 0 0,1 1 0 0 0,0-1 0 0 0,1 2 0 0 0,1 1 0 0 0,-2 2-75 0 0,3 5-310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3:48:54.9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726 106 11311 0 0,'0'0'4224'0'0,"-2"-1"-3870"0"0,-14-16 868 0 0,14 15-807 0 0,1 1-260 0 0,0-1 0 0 0,0 0 0 0 0,0 1 0 0 0,0-1 0 0 0,-1 1 0 0 0,1-1 0 0 0,0 1 0 0 0,-1-1 0 0 0,0 1 0 0 0,-2-2-1 0 0,-6-6 1267 0 0,-17-15-393 0 0,25 23-773 0 0,-8-5 42 0 0,9 6-281 0 0,0 0 1 0 0,1 0-1 0 0,-1-1 1 0 0,0 1-1 0 0,0 0 1 0 0,0-1 0 0 0,0 1-1 0 0,1-1 1 0 0,-1 1-1 0 0,0-1 1 0 0,0 1-1 0 0,1-1 1 0 0,-1 1 0 0 0,-1-2-1 0 0,-9-4 191 0 0,-10-2 155 0 0,19 7-267 0 0,-5 0 51 0 0,-1-2-9 0 0,-26 2 188 0 0,32 1-261 0 0,0 0 0 0 0,-11 0 1 0 0,-1 0 0 0 0,0 0-1 0 0,-23 5 1 0 0,22-2-52 0 0,-53 4 129 0 0,44-6-71 0 0,-25 6 0 0 0,-45 11 125 0 0,93-18-190 0 0,-1 0 1 0 0,0 1-1 0 0,1-1 0 0 0,-1 0 1 0 0,0 1-1 0 0,0-1 0 0 0,1 1 1 0 0,-1-1-1 0 0,1 1 0 0 0,-1 0 1 0 0,1 0-1 0 0,-3 1 0 0 0,-12 8 45 0 0,-30 19 24 0 0,40-26-55 0 0,0 0 0 0 0,0 0-1 0 0,1 1 1 0 0,-1-1 0 0 0,-5 6 0 0 0,-4 2 86 0 0,12-8-48 0 0,0-1 0 0 0,-1 1 0 0 0,1 0-1 0 0,0 1 1 0 0,-3 4 0 0 0,1-2-1 0 0,1-2-35 0 0,1 1-1 0 0,-1 0 0 0 0,1 0 1 0 0,0 1-1 0 0,1-1 0 0 0,-1 1 1 0 0,1-1-1 0 0,-2 7 0 0 0,-1 1-13 0 0,1 6-3 0 0,1 4-7 0 0,1-4 20 0 0,0 0 1 0 0,1 0-1 0 0,1 0 0 0 0,1 1 1 0 0,1-1-1 0 0,5 26 0 0 0,-3-15-4 0 0,2-12 46 0 0,-1-6-38 0 0,2 9 70 0 0,-5-15-84 0 0,1 1 1 0 0,-1-1-1 0 0,1 1 1 0 0,0-1-1 0 0,0 0 1 0 0,1 0 0 0 0,5 7-1 0 0,-7-10-8 0 0,-1-1 0 0 0,1 1 0 0 0,0-1 0 0 0,0 0 0 0 0,0 1 0 0 0,0-1 0 0 0,0 0 0 0 0,0 0 0 0 0,5 2 0 0 0,0 1 0 0 0,13 13 45 0 0,7 2-15 0 0,-20-15-6 0 0,-1-1-16 0 0,0-1 0 0 0,0 1 0 0 0,1-1 0 0 0,11 5 0 0 0,-6-3 10 0 0,-5-2-11 0 0,1 0 0 0 0,-1-1 0 0 0,1 1 0 0 0,8 0 0 0 0,9 3 21 0 0,-1-2 0 0 0,1 0-1 0 0,0-2 1 0 0,38-1 0 0 0,-33-1 27 0 0,-20 0-30 0 0,1 0 0 0 0,0 0 0 0 0,-1-1 1 0 0,21-5-1 0 0,-4 1-25 0 0,-6 2 14 0 0,-21 3-9 0 0,33-12 29 0 0,33-5 41 0 0,-52 13-75 0 0,9-2-3 0 0,-13 1 43 0 0,0 0-5 0 0,8-4-35 0 0,13-4 0 0 0,-12 5 0 0 0,-18 8-5 0 0,26-23 63 0 0,-24 21-46 0 0,12-13-13 0 0,-11 10 9 0 0,14-19 59 0 0,-15 20-41 0 0,0 0 0 0 0,-1 0 0 0 0,1-1 0 0 0,-1 1 0 0 0,0-1 1 0 0,-1 1-1 0 0,3-10 0 0 0,-3 10-7 0 0,-1 0 0 0 0,0 0 1 0 0,0 0-1 0 0,-1 0 0 0 0,1 0 0 0 0,-2-7 1 0 0,-2-14 96 0 0,-2-6-55 0 0,3 20-29 0 0,-3-8 16 0 0,1 0 0 0 0,2 0-1 0 0,-4-34 1 0 0,7 45-24 0 0,-2-18 5 0 0,0 17-18 0 0,-2-1 31 0 0,2-1-20 0 0,-2 1 20 0 0,0 0-31 0 0,-1 0 0 0 0,-3-6 43 0 0,2 9-34 0 0,0 1 12 0 0,-21-22 134 0 0,24 25-124 0 0,-4 0-20 0 0,3 1 20 0 0,-8-5-31 0 0,-2 1-11 0 0,0 2 0 0 0,1 1 0 0 0,0 1 0 0 0,3 1-11 0 0,7 1-45 0 0,-3-3 183 0 0,3 2-876 0 0,-3-1-2553 0 0,-5-4-5507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3:48:56.9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698 125 15431 0 0,'0'0'706'0'0,"-1"-1"-12"0"0,0 1-653 0 0,0-1 1 0 0,0 0-1 0 0,0 0 0 0 0,0 0 0 0 0,0 0 0 0 0,0 1 1 0 0,0-1-1 0 0,0-1 0 0 0,0 1 0 0 0,0 0 0 0 0,0 0 1 0 0,1 0-1 0 0,-1 0 0 0 0,0 0 0 0 0,0-3 0 0 0,0 1 16 0 0,0 0 0 0 0,-1 0 0 0 0,1 0 0 0 0,-1 1 0 0 0,0-1 0 0 0,1 0 0 0 0,-5-4 0 0 0,2 4 178 0 0,1 0 1 0 0,-1 0 0 0 0,1 0-1 0 0,-1 0 1 0 0,-5-2-1 0 0,-8-7 517 0 0,16 11-108 0 0,-12-4-128 0 0,-9-4 404 0 0,19 9-713 0 0,-21-8 333 0 0,11 4-383 0 0,-29-4 263 0 0,0 2 0 0 0,-1 2 0 0 0,-68 2 0 0 0,93 4-375 0 0,1 0-1 0 0,-1 0 1 0 0,1 2 0 0 0,-21 7-1 0 0,3-2-46 0 0,31-8 11 0 0,1 0 0 0 0,-1 1 0 0 0,1-1 0 0 0,-1 1 0 0 0,-3 2-1 0 0,-23 11 22 0 0,21-11-30 0 0,-5 3 0 0 0,10-3 0 0 0,-6 6 0 0 0,6-6 0 0 0,1-1 0 0 0,1-1 0 0 0,0 1 0 0 0,0 0 0 0 0,0 0 0 0 0,0 0 0 0 0,-2 6 0 0 0,-9 14 0 0 0,3 3 0 0 0,6-14 6 0 0,0 1 0 0 0,1 0 0 0 0,1-1 0 0 0,0 1 0 0 0,1 0 0 0 0,0 15 0 0 0,-5 70 16 0 0,5-90-16 0 0,-2 12 85 0 0,2 30 0 0 0,2-12 68 0 0,-1-34-134 0 0,1 17 3 0 0,5 5 25 0 0,4 13-42 0 0,-10-35 6 0 0,10 24 41 0 0,-7-23-5 0 0,17 16 59 0 0,7 2 29 0 0,-27-23-141 0 0,4 3 8 0 0,22 13 71 0 0,-7-5-47 0 0,-14-8 22 0 0,19 3-16 0 0,-16-3-24 0 0,28 7 36 0 0,-13-5-11 0 0,0 0-1 0 0,0-2 0 0 0,0-1 1 0 0,34 0-1 0 0,-44-3-27 0 0,7 0 11 0 0,-16 1 17 0 0,48-8 17 0 0,-33 6-56 0 0,-17 2 0 0 0,14-4 0 0 0,19-1 0 0 0,-18 3 7 0 0,-4-1 35 0 0,8-6-27 0 0,1 2 7 0 0,-20 6-17 0 0,1 0-1 0 0,-1 0 1 0 0,1-1 0 0 0,-1 1-1 0 0,0 0 1 0 0,1-1 0 0 0,-1 1-1 0 0,2-3 1 0 0,-3 3-5 0 0,6-5 23 0 0,-6 5-11 0 0,1-1 0 0 0,0 1 0 0 0,-1 0 0 0 0,1-1 0 0 0,0 1 0 0 0,0 0 0 0 0,0 0 0 0 0,0 0 0 0 0,0 0 0 0 0,4 0 0 0 0,4-4 30 0 0,0-3-31 0 0,-2 0 0 0 0,0-1 31 0 0,-2 1-19 0 0,-4 4 25 0 0,3-6-36 0 0,1 0-1 0 0,-4 6 31 0 0,3-7-31 0 0,0 0-11 0 0,12-24 0 0 0,-5 3 64 0 0,-1-2-53 0 0,-2-5 42 0 0,-8-12 64 0 0,-1 41-103 0 0,-1 0 0 0 0,0 0 0 0 0,-2-13-1 0 0,1 14 7 0 0,1 2-9 0 0,-1-21 42 0 0,0-7 0 0 0,-4-5 22 0 0,4 29-29 0 0,2 9-24 0 0,0-1-1 0 0,-1 0 0 0 0,0 0 1 0 0,0 1-1 0 0,0-1 1 0 0,0 0-1 0 0,0 1 0 0 0,0-1 1 0 0,0 1-1 0 0,-1 0 0 0 0,0-1 1 0 0,-2-3-1 0 0,-1 1 3 0 0,2 0-2 0 0,4 5 9 0 0,-21-24 40 0 0,7 9-178 0 0,12 13-10 0 0,-1 0-3 0 0,-12-20-1303 0 0,7 10-34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4:19:55.2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1921 96 3679 0 0,'0'0'9303'0'0,"0"8"-8992"0"0,0 23-38 0 0,0-31-263 0 0,0 0 0 0 0,0 0 1 0 0,0 1-1 0 0,0-1 0 0 0,0 0 0 0 0,0 0 0 0 0,-1 0 1 0 0,1 1-1 0 0,0-1 0 0 0,0 0 0 0 0,0 0 0 0 0,0 0 0 0 0,0 0 1 0 0,0 1-1 0 0,-1-1 0 0 0,1 0 0 0 0,0 0 0 0 0,0 0 1 0 0,0 0-1 0 0,0 0 0 0 0,-1 0 0 0 0,1 0 0 0 0,0 1 1 0 0,0-1-1 0 0,0 0 0 0 0,-1 0 0 0 0,1 0 0 0 0,0 0 1 0 0,0 0-1 0 0,0 0 0 0 0,-1 0 0 0 0,1 0 0 0 0,0 0 1 0 0,0 0-1 0 0,0 0 0 0 0,-1 0 0 0 0,1 0 0 0 0,0 0 1 0 0,0 0-1 0 0,0 0 0 0 0,-1-1 0 0 0,1 1 0 0 0,0 0 1 0 0,0 0-1 0 0,0 0 0 0 0,0 0 0 0 0,-1 0 0 0 0,1 0 1 0 0,-15-7 237 0 0,8 3-43 0 0,7 4-199 0 0,0 0-1 0 0,-1 0 0 0 0,1 0 1 0 0,-1-1-1 0 0,1 1 0 0 0,0 0 1 0 0,-1-1-1 0 0,1 1 0 0 0,0 0 1 0 0,-1-1-1 0 0,1 1 0 0 0,0 0 1 0 0,0-1-1 0 0,-1 1 0 0 0,1 0 1 0 0,0-1-1 0 0,0 1 0 0 0,0-1 1 0 0,-1 1-1 0 0,1 0 0 0 0,0-1 1 0 0,0 1-1 0 0,0-1 0 0 0,0 1 1 0 0,0-1-1 0 0,0 0 0 0 0,-4-31 137 0 0,4 31-134 0 0,-1 0 0 0 0,1 1 1 0 0,-1-1-1 0 0,1 0 0 0 0,-1 0 1 0 0,1 1-1 0 0,-1-1 0 0 0,1 0 1 0 0,-1 1-1 0 0,0-1 0 0 0,1 1 1 0 0,-1-1-1 0 0,0 1 0 0 0,1-1 0 0 0,-1 1 1 0 0,0-1-1 0 0,0 1 0 0 0,0 0 1 0 0,1-1-1 0 0,-1 1 0 0 0,0 0 1 0 0,0 0-1 0 0,0 0 0 0 0,-1-1 1 0 0,-23 0 213 0 0,21 1-156 0 0,-222-4 3130 0 0,-39-24-1430 0 0,109 13-1273 0 0,17 2 62 0 0,109 10-428 0 0,0 1 0 0 0,0 2 0 0 0,-1 1 0 0 0,-33 6 0 0 0,5 4-4 0 0,-63 19-1 0 0,64-15 15 0 0,-52 17 177 0 0,-83 43 119 0 0,169-65-398 0 0,12-6-11 0 0,0 1 0 0 0,0 1 1 0 0,-14 8-1 0 0,-65 55 40 0 0,30-19 19 0 0,43-34-26 0 0,3-1-61 0 0,8-8 4 0 0,-5 3 0 0 0,9-6 6 0 0,-4 9 41 0 0,-1-1-35 0 0,6-8-11 0 0,-2 14-3 0 0,3-15 6 0 0,1 0-1 0 0,-1 0 0 0 0,0 0 1 0 0,1 0-1 0 0,0 0 1 0 0,0 4-1 0 0,-2 37 26 0 0,1-36-29 0 0,1-5 9 0 0,0 1 0 0 0,-1-1 0 0 0,1 1 0 0 0,1-1 0 0 0,-1 0 0 0 0,0 1 0 0 0,1-1 1 0 0,0 1-1 0 0,0-1 0 0 0,0 0 0 0 0,0 1 0 0 0,0-1 0 0 0,1 0 0 0 0,2 4 0 0 0,2 4 18 0 0,-1-3 1 0 0,-4-6-7 0 0,0 0 0 0 0,1 0-1 0 0,-1 0 1 0 0,1 0 0 0 0,0 0 0 0 0,0 0-1 0 0,3 2 1 0 0,7 7-7 0 0,0 0-12 0 0,-4-4 17 0 0,13 10 13 0 0,-9-7-2 0 0,1 0-1 0 0,0-1 0 0 0,1-1 0 0 0,0 0 0 0 0,0-1 1 0 0,0 0-1 0 0,1-1 0 0 0,29 7 0 0 0,162 18 307 0 0,-134-22-151 0 0,5 4 10 0 0,-47-7-98 0 0,-1-1 0 0 0,42 1 0 0 0,53 1 89 0 0,331-17 92 0 0,-71-8 106 0 0,-341 15-310 0 0,131-3-42 0 0,-87 4 11 0 0,143 1 53 0 0,-120 2-64 0 0,-29 0-24 0 0,-3 0 25 0 0,107-12 1 0 0,40-5 179 0 0,1 15-170 0 0,-105 2 10 0 0,217-20 22 0 0,28-8-22 0 0,-100 0 86 0 0,-197 21-130 0 0,610-74 163 0 0,-579 65-147 0 0,34-6 14 0 0,-84 11-27 0 0,-25 6 1 0 0,-1-1 0 0 0,0-1 0 0 0,42-17 0 0 0,-56 18-13 0 0,-2 0 11 0 0,-4 3 31 0 0,4-1-20 0 0,-8 2-17 0 0,1 1 1 0 0,0 0 0 0 0,-1 0-1 0 0,1-1 1 0 0,0 1 0 0 0,-1-1-1 0 0,1 1 1 0 0,-1-1-1 0 0,1 1 1 0 0,-1-1 0 0 0,1 1-1 0 0,-1-1 1 0 0,1 1 0 0 0,-1-1-1 0 0,1 0 1 0 0,-1 1 0 0 0,0-1-1 0 0,1 0 1 0 0,-1 1-1 0 0,0-1 1 0 0,1-1 0 0 0,2-7 59 0 0,-1 5-22 0 0,-2-3-22 0 0,-2-14 39 0 0,2 19-58 0 0,0-2 10 0 0,0-1-1 0 0,0 1 1 0 0,-1 0-1 0 0,1-1 1 0 0,-1 1-1 0 0,0 0 1 0 0,-1-1-1 0 0,1 1 1 0 0,-1 0-1 0 0,0 0 1 0 0,0 0-1 0 0,0 0 1 0 0,0 1-1 0 0,-1-1 1 0 0,1 0-1 0 0,-1 1 1 0 0,0 0 0 0 0,0-1-1 0 0,0 1 1 0 0,-4-2-1 0 0,-20-20-11 0 0,-48-33 0 0 0,59 47 0 0 0,-1 1 0 0 0,0 1 0 0 0,-1 1 0 0 0,-31-11 0 0 0,-111-23-41 0 0,40 12-2 0 0,75 20 22 0 0,1 1 0 0 0,-1 2 0 0 0,-53 0 0 0 0,-137 7-73 0 0,156 2 84 0 0,-367-17 10 0 0,328 5 0 0 0,-154-16 0 0 0,-347-17 0 0 0,505 39 0 0 0,-280 6 0 0 0,325 4-12 0 0,-105 11-40 0 0,133-12 52 0 0,-1-2 0 0 0,-64-3 0 0 0,99 0 0 0 0,-21-5 0 0 0,-9-5 0 0 0,26 8-300 0 0,0-1 1 0 0,-1 1-1 0 0,1 1 0 0 0,-1 0 1 0 0,1 0-1 0 0,-1 1 0 0 0,-20 3 1 0 0,-1 1-872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4:20:03.2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1919 257 3679 0 0,'3'-1'284'0'0,"-2"1"-273"0"0,-1 0-1 0 0,1 0 0 0 0,0 0 0 0 0,0-1 0 0 0,-1 1 0 0 0,1 0 0 0 0,0 0 0 0 0,0-1 0 0 0,-1 1 0 0 0,1 0 0 0 0,0-1 1 0 0,-1 1-1 0 0,1-1 0 0 0,-1 1 0 0 0,1-1 0 0 0,-1 1 0 0 0,1-1 0 0 0,-1 1 0 0 0,1-1 0 0 0,-1 0 0 0 0,1 1 1 0 0,-1-1-1 0 0,1 0 0 0 0,-1 1 0 0 0,0-1 0 0 0,0 0 0 0 0,1 0 0 0 0,-1 1 0 0 0,0-1 0 0 0,0 0 0 0 0,0 0 0 0 0,0 1 1 0 0,0-1-1 0 0,1-3 1272 0 0,-2-10 2219 0 0,1 9-3282 0 0,-1 0 0 0 0,1 0 0 0 0,-1 0 1 0 0,-1 1-1 0 0,1-1 0 0 0,0 0 0 0 0,-1 1 0 0 0,0-1 0 0 0,0 1 0 0 0,-1 0 0 0 0,1 0 1 0 0,-1-1-1 0 0,0 2 0 0 0,0-1 0 0 0,0 0 0 0 0,-1 1 0 0 0,1-1 0 0 0,-1 1 0 0 0,0 0 1 0 0,0 0-1 0 0,0 0 0 0 0,-6-3 0 0 0,-7-2-96 0 0,-1 1 0 0 0,0 1 0 0 0,0 0 1 0 0,-27-5-1 0 0,13 4 260 0 0,-64-13 968 0 0,-134-10 1 0 0,221 29-1289 0 0,-206-11 701 0 0,1 1-372 0 0,145 5 130 0 0,-137 9 1 0 0,-65 32-388 0 0,239-28-120 0 0,0 1 0 0 0,0 1-1 0 0,1 2 1 0 0,1 1 0 0 0,0 2-1 0 0,1 0 1 0 0,0 2 0 0 0,-46 34-1 0 0,67-43 1 0 0,0-1-1 0 0,0 2 1 0 0,0-1-1 0 0,1 1 1 0 0,0 0-1 0 0,1 0 1 0 0,0 1 0 0 0,0 0-1 0 0,0 0 1 0 0,-4 11-1 0 0,7-13 19 0 0,0-1 0 0 0,1 1-1 0 0,0 0 1 0 0,0 0 0 0 0,0 1-1 0 0,1-1 1 0 0,0 0 0 0 0,0 0-1 0 0,1 1 1 0 0,0-1 0 0 0,1 9-1 0 0,-1-13-12 0 0,1 7 49 0 0,1 0-1 0 0,0 0 0 0 0,0 0 1 0 0,1 0-1 0 0,0-1 1 0 0,1 1-1 0 0,0-1 0 0 0,8 14 1 0 0,-5-12 44 0 0,1 0 1 0 0,0 0-1 0 0,0 0 0 0 0,1-1 1 0 0,18 16-1 0 0,19 13 260 0 0,-13-13-189 0 0,-25-21-118 0 0,22 18 31 0 0,-26-18-70 0 0,22 15 63 0 0,-1-4-79 0 0,-15-9 0 0 0,-5-3 24 0 0,4 1-24 0 0,35 18 140 0 0,-18-11-12 0 0,-1-1 0 0 0,50 13-1 0 0,-26-8-10 0 0,-14-6-18 0 0,49 7 1 0 0,-50-11-6 0 0,56 17 1 0 0,-66-16-49 0 0,1-1 0 0 0,43 4 1 0 0,4 1 37 0 0,49 4 72 0 0,-78-11-124 0 0,3-1 49 0 0,54-5-1 0 0,-72 1-79 0 0,184-14 226 0 0,-107 6-156 0 0,101-14 133 0 0,-139 16-255 0 0,67-15 1 0 0,-119 19 48 0 0,-1-1 0 0 0,1 0 0 0 0,-1 0 0 0 0,0-2 0 0 0,24-12-1 0 0,-31 15 1 0 0,-3 1-6 0 0,1-1-1 0 0,0 0 1 0 0,-1 0-1 0 0,7-6 1 0 0,-6 6 10 0 0,0-1 1 0 0,0 0 0 0 0,0-1 0 0 0,0 1-1 0 0,-1-1 1 0 0,0 0 0 0 0,0 0-1 0 0,0 0 1 0 0,-1 0 0 0 0,0-1 0 0 0,0 0-1 0 0,0 1 1 0 0,2-9 0 0 0,1-8 91 0 0,-3 14-56 0 0,-1 0 0 0 0,-1 0 0 0 0,1 0 0 0 0,-1 0 0 0 0,0-11-1 0 0,-2-4 58 0 0,0 1-1 0 0,-1-1 1 0 0,-7-28-1 0 0,-1 10-41 0 0,-22-48 1 0 0,28 77-64 0 0,-5-13 16 0 0,-23-43 0 0 0,28 61-15 0 0,-1 0 1 0 0,1 0 0 0 0,-1 0-1 0 0,-1 1 1 0 0,1 0 0 0 0,-1 0-1 0 0,0 0 1 0 0,-1 1 0 0 0,1 0-1 0 0,-9-5 1 0 0,0 1-35 0 0,0 2 0 0 0,0 0 0 0 0,-21-7 0 0 0,26 11 0 0 0,-1 1 0 0 0,1 0 0 0 0,0 1 0 0 0,-1 0 0 0 0,1 0 0 0 0,-15 2 0 0 0,-60 10-1238 0 0,29 1-5426 0 0,12-1-1194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4:20:05.3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1623 162 6735 0 0,'0'0'608'0'0,"0"-10"1100"0"0,0 8-1407 0 0,-1 0-1 0 0,1 0 0 0 0,-1 0 0 0 0,0 0 0 0 0,1 0 0 0 0,-1 0 1 0 0,0 0-1 0 0,0 0 0 0 0,0 1 0 0 0,-1-1 0 0 0,1 0 0 0 0,0 1 1 0 0,-1-1-1 0 0,1 0 0 0 0,-1 1 0 0 0,1 0 0 0 0,-1-1 0 0 0,0 1 1 0 0,1 0-1 0 0,-1 0 0 0 0,0 0 0 0 0,-3-1 0 0 0,-2-2-91 0 0,-1 1 1 0 0,0 0-1 0 0,0 0 0 0 0,0 1 0 0 0,0 0 1 0 0,0 0-1 0 0,0 1 0 0 0,-1 0 0 0 0,1 1 1 0 0,0 0-1 0 0,-1 0 0 0 0,1 1 0 0 0,-10 1 1 0 0,-59 6 651 0 0,30-4-424 0 0,24-3-221 0 0,-1-1-1 0 0,-23-3 1 0 0,-14 0 97 0 0,-39-3 164 0 0,66 3-287 0 0,-1 1 1 0 0,-43 4-1 0 0,28 2-30 0 0,-93 14 136 0 0,-150 36 68 0 0,264-47-254 0 0,1 1 1 0 0,1 0-1 0 0,-44 21 0 0 0,62-25-96 0 0,-18 8 54 0 0,-47 29 0 0 0,45-21-26 0 0,2 1 1 0 0,1 1 0 0 0,-39 41-1 0 0,48-42 44 0 0,8-7-60 0 0,7-10 27 0 0,-4 18-7 0 0,3-11-20 0 0,1 0 0 0 0,0 0 0 0 0,0 0 0 0 0,1 0 1 0 0,0 0-1 0 0,1 0 0 0 0,1 0 0 0 0,1 12 0 0 0,-2-18-35 0 0,5 17-73 0 0,1-1 70 0 0,-4-12 20 0 0,1 1 1 0 0,1-1-1 0 0,-1 0 0 0 0,1 0 0 0 0,10 15 0 0 0,-12-18 0 0 0,14 18-5 0 0,-6-11-3 0 0,21 21 0 0 0,-27-29 0 0 0,1-1 0 0 0,-1 0 0 0 0,1 0 1 0 0,-1-1-1 0 0,1 1 0 0 0,6 2 0 0 0,0 0 10 0 0,5 4 12 0 0,0-2 1 0 0,0 0-1 0 0,1 0 0 0 0,0-2 1 0 0,0 0-1 0 0,20 4 1 0 0,111 14 136 0 0,-136-23-158 0 0,90 8 70 0 0,-40-5-25 0 0,135 3-17 0 0,51 6 97 0 0,-216-11-126 0 0,38-1 0 0 0,-40-1 0 0 0,24-2 16 0 0,0-2 0 0 0,-1-2 0 0 0,56-15 0 0 0,-20-4 70 0 0,-67 17-89 0 0,-18 7 15 0 0,0 0-1 0 0,-1-1 1 0 0,1 0 0 0 0,-1 0-1 0 0,5-3 1 0 0,-3 2 14 0 0,1 0 1 0 0,-1 0-1 0 0,0 0 0 0 0,1 1 1 0 0,0-1-1 0 0,6 0 0 0 0,68-24-11 0 0,11 1-15 0 0,-80 22 0 0 0,0 2 0 0 0,18-3 0 0 0,-16 3 0 0 0,0 0 0 0 0,0-1 0 0 0,0-1 0 0 0,-1 0 0 0 0,14-6 0 0 0,-21 9 0 0 0,14-9 0 0 0,-15 9 8 0 0,0-1 13 0 0,11-12 3 0 0,-12 12-15 0 0,11-13 57 0 0,-9 7-38 0 0,0-1 0 0 0,0 1-1 0 0,-1-1 1 0 0,4-12 0 0 0,-6 17 14 0 0,-1 3-41 0 0,0 0-1 0 0,1 0 1 0 0,-1 0-1 0 0,0 0 1 0 0,0 0-1 0 0,-1-1 1 0 0,1 1-1 0 0,0 0 1 0 0,0 0-1 0 0,0-1 0 0 0,-1 1 1 0 0,1-1-1 0 0,-1 1 1 0 0,1-3-1 0 0,5-16 57 0 0,-2 6 42 0 0,1 0-1 0 0,3-25 0 0 0,-8 37-30 0 0,-1-11 60 0 0,-3-12-16 0 0,-1 0 0 0 0,-1 1 0 0 0,-12-33 0 0 0,13 42-95 0 0,2 6 13 0 0,0-1 0 0 0,-1 1-1 0 0,-9-15 1 0 0,1 6 7 0 0,-9-7 2 0 0,14 17-10 0 0,0 0 0 0 0,-1 0 1 0 0,0 1-1 0 0,0 0 0 0 0,-17-11 0 0 0,21 15-12 0 0,-8-5 20 0 0,-21-10-1 0 0,24 14-19 0 0,0-1-1 0 0,0 0 1 0 0,1-1 0 0 0,-12-9-1 0 0,14 10-10 0 0,0 0 0 0 0,-1 1 1 0 0,1-1-1 0 0,-9-3 0 0 0,2 0 5 0 0,0 1 0 0 0,-16-15 0 0 0,13 10-11 0 0,0 1 0 0 0,-1 1 0 0 0,0 0 0 0 0,-1 1 0 0 0,0 1 0 0 0,-28-9 0 0 0,37 15-51 0 0,1 0 0 0 0,-1 1 0 0 0,0 0 0 0 0,0 0 1 0 0,0 1-1 0 0,1 0 0 0 0,-1 0 0 0 0,0 1 0 0 0,0 0 0 0 0,0 1 0 0 0,1 0 0 0 0,-1 0 0 0 0,1 1 0 0 0,0 0 0 0 0,-15 8 0 0 0,-58 25-2470 0 0,28-15 1025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4:20:17.6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743 691 7367 0 0,'0'0'667'0'0,"4"-2"-547"0"0,9-7-29 0 0,-10 7 309 0 0,2 3 113 0 0,1 0 1 0 0,-1-1 0 0 0,1 1 0 0 0,-1-1-1 0 0,11-2 1 0 0,-4 2-188 0 0,74 4 2867 0 0,275-14 131 0 0,-252 4-2849 0 0,150-17 373 0 0,-212 13-610 0 0,57-20 1 0 0,-89 26-230 0 0,26-9 114 0 0,-19 7-11 0 0,0-2-1 0 0,-1 0 1 0 0,26-14 0 0 0,-44 21-102 0 0,13-12 85 0 0,10-13 412 0 0,-24 24-269 0 0,-2 2-230 0 0,0 0 0 0 0,1-1 0 0 0,-1 1 0 0 0,0 0 0 0 0,0 0 0 0 0,1 0 0 0 0,-1-1 0 0 0,0 1 0 0 0,0 0 0 0 0,1-1 0 0 0,-1 1 0 0 0,0 0 0 0 0,0 0 0 0 0,0-1 0 0 0,0 1 0 0 0,1 0 0 0 0,-1-1 1 0 0,0 1-1 0 0,0 0 0 0 0,0-1 0 0 0,0 0 0 0 0,0 1-1 0 0,0 0 0 0 0,0-1 0 0 0,0 1 0 0 0,0 0-1 0 0,0-1 1 0 0,0 1 0 0 0,0 0 0 0 0,0 0 0 0 0,1-1 0 0 0,-1 1 0 0 0,0 0 0 0 0,0-1 0 0 0,0 1 0 0 0,0 0 0 0 0,1 0 0 0 0,-1 0 0 0 0,0-1 0 0 0,0 1 0 0 0,0 0 0 0 0,1 0 0 0 0,-1 0 0 0 0,0-1 0 0 0,1 1 0 0 0,4-13 213 0 0,-4 8-168 0 0,0 0 0 0 0,1 1 1 0 0,-2-1-1 0 0,1 0 0 0 0,0 0 0 0 0,-1-5 0 0 0,-1-1-17 0 0,-1 0 1 0 0,-4-20-1 0 0,3 18 8 0 0,-1 0 1 0 0,0 0-1 0 0,-1 0 1 0 0,-1 1 0 0 0,1 0-1 0 0,-2 0 1 0 0,0 0-1 0 0,0 1 1 0 0,-1 0-1 0 0,0 1 1 0 0,-1 0-1 0 0,0 0 1 0 0,-1 0 0 0 0,-15-10-1 0 0,5 5-19 0 0,0 1-1 0 0,-1 1 1 0 0,-1 1 0 0 0,0 2-1 0 0,-1 0 1 0 0,0 1 0 0 0,-31-8-1 0 0,-55-11-47 0 0,10 9-29 0 0,-61 8 193 0 0,157 11-144 0 0,-190-15 20 0 0,93 8 84 0 0,-19-4 71 0 0,-25 3 80 0 0,86 7-169 0 0,-224 9 215 0 0,230-5-257 0 0,29 0 13 0 0,0 1 0 0 0,1 0-1 0 0,-30 11 1 0 0,39-11-53 0 0,9-2 0 0 0,-14 5 0 0 0,-6 3 0 0 0,12-5 0 0 0,11-4 0 0 0,-15 8 0 0 0,14-6 0 0 0,-20 13 0 0 0,18-15 0 0 0,-19 20 0 0 0,22-21 0 0 0,-15 17 0 0 0,11-13-5 0 0,1 1-1 0 0,0 0 1 0 0,0 1 0 0 0,1-1-1 0 0,-1 1 1 0 0,1-1 0 0 0,0 1-1 0 0,1 0 1 0 0,-3 8 0 0 0,-2 5-6 0 0,3-12 11 0 0,1 0 0 0 0,0 1 0 0 0,1-1 0 0 0,0 1 0 0 0,-2 9 0 0 0,-5 23 0 0 0,-5 24 0 0 0,10-40 0 0 0,3-20 1 0 0,-1 19 62 0 0,3-18-23 0 0,-1-1 1 0 0,1 1-1 0 0,-1-1 0 0 0,2 1 1 0 0,-1-1-1 0 0,0 1 0 0 0,1-1 0 0 0,0 1 1 0 0,0-1-1 0 0,0 0 0 0 0,0 0 0 0 0,1 0 1 0 0,-1 0-1 0 0,1-1 0 0 0,0 1 1 0 0,0-1-1 0 0,1 1 0 0 0,5 3 0 0 0,2 6 43 0 0,7 10-35 0 0,7 4 23 0 0,41 13 359 0 0,-42-25-366 0 0,-8-1-56 0 0,2-4 53 0 0,-14-8-44 0 0,9 3 39 0 0,-1 0 1 0 0,1-1 0 0 0,0-1-1 0 0,0 0 1 0 0,1 0 0 0 0,-1-1-1 0 0,19-1 1 0 0,-1-1 89 0 0,1-1-52 0 0,119 1 322 0 0,48-10-107 0 0,-176 9-297 0 0,-9 0-12 0 0,7 2-1 0 0,23-2 1 0 0,-34 0 18 0 0,-6 0-11 0 0,0 0-1 0 0,-1 1 1 0 0,1 0-1 0 0,0 0 1 0 0,-1 0 0 0 0,6 0-1 0 0,4 2-6 0 0,0-2 0 0 0,-2 0-43 0 0,-9 0-205 0 0,0 0 0 0 0,-1 0 0 0 0,1 0-1 0 0,-1 0 1 0 0,1 0 0 0 0,0 0-1 0 0,-1 0 1 0 0,1 1 0 0 0,-1-1 0 0 0,1 1-1 0 0,-1-1 1 0 0,1 1 0 0 0,2 1-1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4:20:26.6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605 478 6479 0 0,'4'2'298'0'0,"0"0"-209"0"0,1 0-1 0 0,0-1 1 0 0,-1 1 0 0 0,1-1 0 0 0,0 0 0 0 0,-1 0 0 0 0,8 0-1 0 0,71 2 3776 0 0,28-2-1157 0 0,-12 1-773 0 0,141-15 0 0 0,-191 5-1485 0 0,73-21-1 0 0,-89 21-307 0 0,0 1 0 0 0,0 2 0 0 0,0 1-1 0 0,58 1 1 0 0,-61 2-7 0 0,77-12 194 0 0,-64 6-179 0 0,-33 6-93 0 0,-5 0-30 0 0,0 1 0 0 0,0-1 0 0 0,0 0 0 0 0,9-4 1 0 0,41-9 231 0 0,-42 9-167 0 0,0 2-22 0 0,-3-1 1 0 0,-8 3-27 0 0,0-1 0 0 0,0 1 1 0 0,0 0-1 0 0,0-1 1 0 0,0 1-1 0 0,0-1 0 0 0,0 0 1 0 0,-1 0-1 0 0,1 1 1 0 0,-1-1-1 0 0,1 0 0 0 0,-1 0 1 0 0,0 0-1 0 0,0-1 1 0 0,0 1-1 0 0,0 0 0 0 0,0 0 1 0 0,1-5-1 0 0,0 0 102 0 0,-1 4-93 0 0,0-1 1 0 0,-1 1-1 0 0,0-1 1 0 0,0 0-1 0 0,0 1 0 0 0,0-1 1 0 0,0 0-1 0 0,-1 1 1 0 0,0-1-1 0 0,-1-4 0 0 0,1 5-4 0 0,-3-11 12 0 0,-1 1 0 0 0,-1-1 0 0 0,0 1 0 0 0,-1 1 1 0 0,-1-1-1 0 0,0 1 0 0 0,-16-20 0 0 0,18 26-65 0 0,1 0-1 0 0,-1 1 1 0 0,0-1-1 0 0,0 1 1 0 0,-1 0-1 0 0,0 1 1 0 0,0-1-1 0 0,0 1 0 0 0,-10-4 1 0 0,-8-1-37 0 0,-38-10 1 0 0,23 8 27 0 0,-73-16 14 0 0,46 13 0 0 0,46 10 0 0 0,-1 1 0 0 0,-23 0 0 0 0,26 2 17 0 0,0-1 55 0 0,-1 2 1 0 0,0 0-1 0 0,-25 4 1 0 0,26-1 46 0 0,-27-1 1 0 0,-2 1-18 0 0,-119 2 224 0 0,52-5-156 0 0,20 13 17 0 0,31-4-54 0 0,1 1 66 0 0,43-6-105 0 0,0 0 0 0 0,0-2 1 0 0,-36 0-1 0 0,4 0-23 0 0,4 0-6 0 0,20-2-48 0 0,0 2 0 0 0,1 1 0 0 0,-46 10 0 0 0,57-10-9 0 0,-20 6 132 0 0,31-8-101 0 0,0 0-20 0 0,1 0 1 0 0,-1 1 0 0 0,1-1 0 0 0,0 1 0 0 0,-5 2-1 0 0,-44 19 112 0 0,2 11-3 0 0,42-28-128 0 0,-2 0 0 0 0,-3 3 14 0 0,12-8 11 0 0,-9 11 11 0 0,9-9 17 0 0,-4 4 16 0 0,4-4 17 0 0,-4 5-28 0 0,0 2-47 0 0,2-2 0 0 0,2-4 31 0 0,-1 4-30 0 0,0 1-10 0 0,3-3 48 0 0,0-5-49 0 0,0 0 0 0 0,0 0 0 0 0,0 1-1 0 0,0-1 1 0 0,0 0 0 0 0,0 1-1 0 0,0-1 1 0 0,0 0 0 0 0,0 0-1 0 0,1 1 1 0 0,-1-1 0 0 0,0 0-1 0 0,1 0 1 0 0,0 2 0 0 0,1 0-1 0 0,2 9 11 0 0,-3-10 0 0 0,0 1 0 0 0,0 0 0 0 0,1 0 1 0 0,-1-1-1 0 0,0 1 0 0 0,1-1 0 0 0,0 1 0 0 0,-1-1 1 0 0,3 2-1 0 0,13 16-6 0 0,-13-14 7 0 0,-2-3-2 0 0,0 0 1 0 0,0 0 0 0 0,1 0-1 0 0,-1 0 1 0 0,1-1-1 0 0,0 1 1 0 0,-1-1-1 0 0,1 1 1 0 0,6 2-1 0 0,-2 1 4 0 0,-3-3-5 0 0,0-1 0 0 0,1 1-1 0 0,-1 0 1 0 0,1-1 0 0 0,-1 0-1 0 0,10 3 1 0 0,-1 0 41 0 0,0 0 7 0 0,0-1-1 0 0,1 0 1 0 0,17 2 0 0 0,-20-3-44 0 0,0-2 29 0 0,0 1 0 0 0,18-1 0 0 0,143 14 196 0 0,-134-11-159 0 0,8-2-15 0 0,54 0 68 0 0,-50-2-61 0 0,-40 0-55 0 0,21 2 32 0 0,-17-1-48 0 0,-2 1 0 0 0,-2-2-13 0 0,-8 0-62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4:20:32.2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1079 718 9503 0 0,'0'0'859'0'0,"1"-2"-710"0"0,17-21-271 0 0,-17 22 6 0 0,1-1 28 0 0,3-4 82 0 0,-4 4 884 0 0,11-5 458 0 0,4 4 516 0 0,21 3-666 0 0,-34 0-868 0 0,-1 0-29 0 0,17 0 62 0 0,6 1 361 0 0,38-5 1 0 0,40-2 129 0 0,-4 1-435 0 0,236-30 625 0 0,-252 30-531 0 0,102 6-1 0 0,-131 1-366 0 0,136 5 181 0 0,-130-5-110 0 0,-1-2-1 0 0,0-3 1 0 0,116-21 0 0 0,122-20 6 0 0,-294 43-211 0 0,176-28 100 0 0,-6 0 12 0 0,-29 13 245 0 0,-78 0-44 0 0,-43 10-179 0 0,0-2 29 0 0,-18 6-121 0 0,-1 0 0 0 0,0 0 0 0 0,0 0 1 0 0,1-1-1 0 0,3-3 0 0 0,-7 5 22 0 0,0 1-54 0 0,-1-1-1 0 0,1 1 0 0 0,0-1 1 0 0,0 1-1 0 0,-1-1 0 0 0,1 1 1 0 0,0-1-1 0 0,-1 1 0 0 0,1-1 1 0 0,-1 0-1 0 0,1 1 1 0 0,-1-1-1 0 0,1 0 0 0 0,-1 1 1 0 0,1-1-1 0 0,-1 0 0 0 0,0 0 1 0 0,1 1-1 0 0,-1-1 1 0 0,0 0-1 0 0,0 0 0 0 0,0 0 1 0 0,1 0-1 0 0,-1-1 0 0 0,3-20 157 0 0,-3 21-21 0 0,-1-1 23 0 0,0-7-85 0 0,-1 0-1 0 0,-1 0 0 0 0,0 1 0 0 0,0-1 0 0 0,0 1 0 0 0,-1 0 0 0 0,-1 0 0 0 0,-5-9 0 0 0,-1 3-79 0 0,1-1 0 0 0,-2 2 0 0 0,-17-17 0 0 0,8 12-35 0 0,-1 1 0 0 0,-44-27 0 0 0,43 33 17 0 0,-1 1 1 0 0,0 1-1 0 0,-1 1 0 0 0,0 1 1 0 0,-29-4-1 0 0,-59-3 26 0 0,-11 0 45 0 0,31 4-59 0 0,-229-26 131 0 0,263 34-86 0 0,-94 7-1 0 0,19 0 15 0 0,-9-2 8 0 0,-120-4 61 0 0,65-6-8 0 0,-104-9 210 0 0,216 9-270 0 0,51 3-47 0 0,1 2 0 0 0,-36 2 0 0 0,-78 1 45 0 0,37-2-46 0 0,67 2 20 0 0,-81 5 59 0 0,56-1-85 0 0,1 3-1 0 0,-108 26 1 0 0,-71 30 198 0 0,242-63-184 0 0,2 0-1 0 0,1 0 1 0 0,-1 0-1 0 0,1 0 1 0 0,-1 0-1 0 0,1 1 0 0 0,0-1 1 0 0,0 1-1 0 0,-4 2 0 0 0,3-3 13 0 0,-13 13 86 0 0,11-10-96 0 0,-15 21 45 0 0,-4 5 0 0 0,21-26-64 0 0,-9 17 0 0 0,9-15 0 0 0,1-2 0 0 0,0 0 0 0 0,1 0 0 0 0,0 0 0 0 0,-1 0 0 0 0,1 0 0 0 0,0 5 0 0 0,-6 22 0 0 0,3-11 0 0 0,1-4 0 0 0,2 7 0 0 0,1-15-1 0 0,0 22 13 0 0,1-27-6 0 0,0 8 35 0 0,5 13-35 0 0,-5-19-6 0 0,-1-4 0 0 0,0 1 0 0 0,0 0 0 0 0,0-1 0 0 0,1 1 0 0 0,-1 0 0 0 0,1-1 0 0 0,-1 1 0 0 0,1 0 0 0 0,0-1 0 0 0,0 1 0 0 0,1 1 0 0 0,0 5 0 0 0,-1-5 0 0 0,1 0 0 0 0,-1 0 0 0 0,1 0 0 0 0,-1 0 0 0 0,1 0 0 0 0,0 0 0 0 0,0-1 0 0 0,4 5 0 0 0,26 30 0 0 0,-29-34 0 0 0,-1 0 0 0 0,1-1 0 0 0,0 1 0 0 0,0-1 0 0 0,0 0 0 0 0,0 0 0 0 0,4 2 0 0 0,2 2 0 0 0,-2-1 11 0 0,0 1 1 0 0,1-1-1 0 0,0-1 0 0 0,9 5 0 0 0,23 11 8 0 0,-19-10-1 0 0,1 0-1 0 0,42 11 1 0 0,-52-19-4 0 0,0 0-1 0 0,-1 0 0 0 0,21-1 1 0 0,13 2 7 0 0,-16-1 93 0 0,51-1 0 0 0,-49-2-35 0 0,42 4 0 0 0,-41-3-62 0 0,-19-1-3 0 0,-1 1 1 0 0,1 1-1 0 0,13 2 1 0 0,-3-2 16 0 0,44-2-1 0 0,-17-1 26 0 0,115 7 158 0 0,-146-6-172 0 0,14-3 53 0 0,-24 3-64 0 0,15-1 73 0 0,-11-1-36 0 0,-12 3 36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4:20:59.89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 2759 0 0,'4'2'8444'0'0,"14"9"-8026"0"0,-14-8-88 0 0,9-3 261 0 0,37-2 836 0 0,0 2-1 0 0,-1 3 1 0 0,92 16 0 0 0,-56-1-322 0 0,80 12 192 0 0,-100-23-977 0 0,49 3 116 0 0,-74-8-309 0 0,217 6 649 0 0,162-11 116 0 0,-97-12-279 0 0,-242 9-549 0 0,96 6 118 0 0,-134 1-153 0 0,729-7 635 0 0,-447-6-411 0 0,7-6 67 0 0,-67 4-107 0 0,-202 14-104 0 0,18-2-34 0 0,56-1 15 0 0,-29 1-21 0 0,293 1 119 0 0,-354 5-138 0 0,-28-2-5 0 0,28 0 0 0 0,92 3 16 0 0,-46 1-50 0 0,65-1 132 0 0,-40-1-43 0 0,-63-1-75 0 0,339 2 261 0 0,-301-6-247 0 0,189-4 225 0 0,-271 5-251 0 0,42 4 38 0 0,22-2-44 0 0,-21-1 50 0 0,41-2-22 0 0,7 0 16 0 0,-87 1-22 0 0,22-2-1 0 0,-17 1-8 0 0,-1 0 0 0 0,21 2 0 0 0,-15-1-20 0 0,-15-1 15 0 0,34 5 34 0 0,-18-1-49 0 0,26-1 0 0 0,-25-1 0 0 0,-14-1 11 0 0,-7-1 31 0 0,48 1 225 0 0,-50 1-214 0 0,9 0-42 0 0,1-1-11 0 0,-2 0 11 0 0,-6 0 31 0 0,3 0-20 0 0,-5 0 10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4:21:05.21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15 7887 0 0,'0'0'6279'0'0,"9"-1"-5838"0"0,0 2-79 0 0,1-1-1 0 0,-1 1 0 0 0,0 1 0 0 0,1-1 0 0 0,-1 2 1 0 0,0-1-1 0 0,17 8 0 0 0,-11-4 2 0 0,23 5 0 0 0,-33-10-320 0 0,20 4 308 0 0,0-1 0 0 0,43 2 0 0 0,126 4 1512 0 0,-75-2-1216 0 0,-50-8-208 0 0,112-16 0 0 0,-72 5-163 0 0,-8-2-47 0 0,34-1 51 0 0,1 16-21 0 0,-5-3-146 0 0,22-2 30 0 0,42-9 174 0 0,73-3 209 0 0,-31 13-398 0 0,-60 3 172 0 0,-58 1 58 0 0,-105-2-309 0 0,46 3 116 0 0,75 9-24 0 0,-2-8 28 0 0,17 1 57 0 0,-90 0-120 0 0,33 0-29 0 0,1 1-68 0 0,139-21 414 0 0,-78 4-281 0 0,-106 10-76 0 0,46-2-57 0 0,-81 2 25 0 0,-7 1-13 0 0,25 1-12 0 0,-27-1 33 0 0,9 2-31 0 0,-1-1 0 0 0,5-1-1202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4:21:18.86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0 259 3223 0 0,'3'-2'4302'0'0,"22"-7"-2902"0"0,0 1 1 0 0,28-4-1 0 0,-14 5-348 0 0,-2-2 1 0 0,1-1-1 0 0,57-25 0 0 0,-88 33-923 0 0,0 0-1 0 0,0 0 1 0 0,13 0-1 0 0,14-5 240 0 0,51-16 560 0 0,-57 15-448 0 0,59-10 0 0 0,-51 12-254 0 0,11 0 18 0 0,1 2 0 0 0,49 3 0 0 0,-63-1 6 0 0,56-10-1 0 0,-49 6-60 0 0,188-17 563 0 0,-88 13-552 0 0,-24 2 8 0 0,16-1 0 0 0,-109 9-170 0 0,202 8 351 0 0,-150-3-282 0 0,136-10 1 0 0,-90 0 18 0 0,-46-1-32 0 0,-51 3-49 0 0,1 1 0 0 0,36 2 0 0 0,93 4 139 0 0,-123-4-121 0 0,37 6 0 0 0,1 1 25 0 0,-22-5-26 0 0,10 2-9 0 0,81-6 0 0 0,-74-1 36 0 0,1 3 1 0 0,65 9 0 0 0,-82-5-34 0 0,-31-3-39 0 0,16 2 63 0 0,53-2-1 0 0,-38-4-50 0 0,61-6 89 0 0,-81 6-73 0 0,41 1 0 0 0,18-2 35 0 0,26-1 62 0 0,-60 5-129 0 0,229-8 240 0 0,-243 10-207 0 0,-30-2-28 0 0,1 1 1 0 0,0-1 0 0 0,-1-1-1 0 0,15-2 1 0 0,5-1 18 0 0,0 1 0 0 0,0 1 0 0 0,31 3 0 0 0,-25-1 55 0 0,71 7-86 0 0,-22 0-20 0 0,-66-6 13 0 0,-6-1 4 0 0,-1 0 0 0 0,0 2 0 0 0,15 2 0 0 0,74 12 114 0 0,-51-8-117 0 0,-46-9 0 0 0,0 0-2 0 0,16 2 57 0 0,2 4-44 0 0,-9-1 0 0 0,-1 0 42 0 0,4-1 18 0 0,-14-3-100 0 0,17-1 331 0 0,-10 1-286 0 0,2-2-16 0 0,0 1 13 0 0,-7 1 51 0 0,6-1-8 0 0,1 0-45 0 0,6 0 9 0 0,-16 1 7 0 0,31-7 70 0 0,33-1 95 0 0,-61 8-128 0 0,7 0-61 0 0,45 0-70 0 0,-43-1 67 0 0,0-1 0 0 0,2 1 0 0 0,4 2 0 0 0,-2-1 0 0 0,14-2 0 0 0,-3 0 0 0 0,-14 1 0 0 0,0 2 0 0 0,-2 2 0 0 0,0-4 0 0 0,0 0 0 0 0,1 1 0 0 0,-3 2 0 0 0,3-1 0 0 0,0 0 0 0 0,-1 1 0 0 0,-3 0-28 0 0,-7-1-115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4:21:49.31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1 169 5871 0 0,'0'0'5176'0'0,"13"-5"-4606"0"0,-6 4-340 0 0,1 1-1 0 0,-1-1 1 0 0,0 1 0 0 0,1 1 0 0 0,-1-1 0 0 0,9 3 0 0 0,11 0 255 0 0,27 2 442 0 0,24 2 98 0 0,-7-7-18 0 0,133-2 1085 0 0,99 0 29 0 0,-151 4-1749 0 0,426 3 1116 0 0,-438-11-1027 0 0,176-30 1 0 0,-124 15-215 0 0,-8 2-142 0 0,-2 0 326 0 0,-58 7-137 0 0,-10 7-149 0 0,-31 3-2 0 0,94-6-66 0 0,-82 10 126 0 0,4 0-6 0 0,198-21 370 0 0,-86 17-297 0 0,-149 3-248 0 0,-37 0-16 0 0,15-1 52 0 0,60-3 105 0 0,-32 3-73 0 0,236-11 241 0 0,-100 7-278 0 0,-18 0 86 0 0,-32 2 8 0 0,-130 2-107 0 0,8 0 33 0 0,35-4-1 0 0,-49 1-25 0 0,3 1-10 0 0,4 2 27 0 0,0-3 0 0 0,12 0 11 0 0,-24 3-33 0 0,1 0-31 0 0,-1-2-11 0 0,0 2 0 0 0,6 2 25 0 0,-19-2-24 0 0,48 0 112 0 0,-19-2-60 0 0,-3 2 0 0 0,70 0 22 0 0,-56 2-29 0 0,-26 0-28 0 0,0-1-18 0 0,14 3 35 0 0,-4-3-6 0 0,29 1 35 0 0,-12 0-11 0 0,-27-1-42 0 0,1 1 0 0 0,-2-1 31 0 0,-2-1-20 0 0,-7 0 20 0 0,5 0-20 0 0,-5 0 20 0 0,4 0-20 0 0,-4 0 20 0 0,3-1-20 0 0,-5 1 66 0 0</inkml:trace>
</inkml:ink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84707-67AB-4C41-8CA0-957F81A4A205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30057E6E-108E-4A6B-946E-C3157C768E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640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84707-67AB-4C41-8CA0-957F81A4A205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57E6E-108E-4A6B-946E-C3157C768E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6153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7D884707-67AB-4C41-8CA0-957F81A4A205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30057E6E-108E-4A6B-946E-C3157C768E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666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84707-67AB-4C41-8CA0-957F81A4A205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57E6E-108E-4A6B-946E-C3157C768E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838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84707-67AB-4C41-8CA0-957F81A4A205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57E6E-108E-4A6B-946E-C3157C768E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497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84707-67AB-4C41-8CA0-957F81A4A205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57E6E-108E-4A6B-946E-C3157C768E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325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84707-67AB-4C41-8CA0-957F81A4A205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57E6E-108E-4A6B-946E-C3157C768E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2605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84707-67AB-4C41-8CA0-957F81A4A205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57E6E-108E-4A6B-946E-C3157C768E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64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84707-67AB-4C41-8CA0-957F81A4A205}" type="datetimeFigureOut">
              <a:rPr lang="en-US" smtClean="0"/>
              <a:t>11/27/2025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57E6E-108E-4A6B-946E-C3157C768E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060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84707-67AB-4C41-8CA0-957F81A4A205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57E6E-108E-4A6B-946E-C3157C768E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3621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84707-67AB-4C41-8CA0-957F81A4A205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57E6E-108E-4A6B-946E-C3157C768E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8445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7D884707-67AB-4C41-8CA0-957F81A4A205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30057E6E-108E-4A6B-946E-C3157C768E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991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5" Type="http://schemas.openxmlformats.org/officeDocument/2006/relationships/image" Target="../media/image13.png"/><Relationship Id="rId4" Type="http://schemas.openxmlformats.org/officeDocument/2006/relationships/customXml" Target="../ink/ink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4.png"/><Relationship Id="rId3" Type="http://schemas.openxmlformats.org/officeDocument/2006/relationships/customXml" Target="../ink/ink3.xml"/><Relationship Id="rId7" Type="http://schemas.openxmlformats.org/officeDocument/2006/relationships/customXml" Target="../ink/ink4.xml"/><Relationship Id="rId12" Type="http://schemas.openxmlformats.org/officeDocument/2006/relationships/customXml" Target="../ink/ink6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image" Target="../media/image23.png"/><Relationship Id="rId5" Type="http://schemas.openxmlformats.org/officeDocument/2006/relationships/image" Target="../media/image19.png"/><Relationship Id="rId10" Type="http://schemas.openxmlformats.org/officeDocument/2006/relationships/customXml" Target="../ink/ink5.xml"/><Relationship Id="rId4" Type="http://schemas.openxmlformats.org/officeDocument/2006/relationships/image" Target="../media/image18.png"/><Relationship Id="rId9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30.png"/><Relationship Id="rId7" Type="http://schemas.openxmlformats.org/officeDocument/2006/relationships/image" Target="../media/image32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9.xml"/><Relationship Id="rId5" Type="http://schemas.openxmlformats.org/officeDocument/2006/relationships/image" Target="../media/image31.png"/><Relationship Id="rId10" Type="http://schemas.openxmlformats.org/officeDocument/2006/relationships/image" Target="../media/image34.png"/><Relationship Id="rId4" Type="http://schemas.openxmlformats.org/officeDocument/2006/relationships/customXml" Target="../ink/ink8.xml"/><Relationship Id="rId9" Type="http://schemas.openxmlformats.org/officeDocument/2006/relationships/customXml" Target="../ink/ink10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customXml" Target="../ink/ink13.xml"/><Relationship Id="rId3" Type="http://schemas.openxmlformats.org/officeDocument/2006/relationships/image" Target="../media/image35.png"/><Relationship Id="rId7" Type="http://schemas.openxmlformats.org/officeDocument/2006/relationships/image" Target="../media/image37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2.xml"/><Relationship Id="rId11" Type="http://schemas.openxmlformats.org/officeDocument/2006/relationships/image" Target="../media/image39.png"/><Relationship Id="rId5" Type="http://schemas.openxmlformats.org/officeDocument/2006/relationships/image" Target="../media/image36.png"/><Relationship Id="rId10" Type="http://schemas.openxmlformats.org/officeDocument/2006/relationships/customXml" Target="../ink/ink14.xml"/><Relationship Id="rId4" Type="http://schemas.openxmlformats.org/officeDocument/2006/relationships/customXml" Target="../ink/ink11.xml"/><Relationship Id="rId9" Type="http://schemas.openxmlformats.org/officeDocument/2006/relationships/image" Target="../media/image3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customXml" Target="../ink/ink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6.xml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4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customXml" Target="../ink/ink17.xml"/><Relationship Id="rId7" Type="http://schemas.openxmlformats.org/officeDocument/2006/relationships/image" Target="../media/image46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0.png"/><Relationship Id="rId5" Type="http://schemas.openxmlformats.org/officeDocument/2006/relationships/customXml" Target="../ink/ink18.xml"/><Relationship Id="rId4" Type="http://schemas.openxmlformats.org/officeDocument/2006/relationships/image" Target="../media/image44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0.png"/><Relationship Id="rId3" Type="http://schemas.openxmlformats.org/officeDocument/2006/relationships/customXml" Target="../ink/ink19.xml"/><Relationship Id="rId7" Type="http://schemas.openxmlformats.org/officeDocument/2006/relationships/customXml" Target="../ink/ink21.xml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0.png"/><Relationship Id="rId5" Type="http://schemas.openxmlformats.org/officeDocument/2006/relationships/customXml" Target="../ink/ink20.xml"/><Relationship Id="rId4" Type="http://schemas.openxmlformats.org/officeDocument/2006/relationships/image" Target="../media/image440.png"/><Relationship Id="rId9" Type="http://schemas.openxmlformats.org/officeDocument/2006/relationships/image" Target="../media/image4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13" Type="http://schemas.openxmlformats.org/officeDocument/2006/relationships/customXml" Target="../ink/ink25.xml"/><Relationship Id="rId18" Type="http://schemas.openxmlformats.org/officeDocument/2006/relationships/image" Target="../media/image63.png"/><Relationship Id="rId26" Type="http://schemas.openxmlformats.org/officeDocument/2006/relationships/image" Target="../media/image67.png"/><Relationship Id="rId3" Type="http://schemas.openxmlformats.org/officeDocument/2006/relationships/image" Target="../media/image54.png"/><Relationship Id="rId21" Type="http://schemas.openxmlformats.org/officeDocument/2006/relationships/customXml" Target="../ink/ink29.xml"/><Relationship Id="rId7" Type="http://schemas.openxmlformats.org/officeDocument/2006/relationships/customXml" Target="../ink/ink22.xml"/><Relationship Id="rId12" Type="http://schemas.openxmlformats.org/officeDocument/2006/relationships/image" Target="../media/image60.png"/><Relationship Id="rId17" Type="http://schemas.openxmlformats.org/officeDocument/2006/relationships/customXml" Target="../ink/ink27.xml"/><Relationship Id="rId25" Type="http://schemas.openxmlformats.org/officeDocument/2006/relationships/customXml" Target="../ink/ink31.xml"/><Relationship Id="rId2" Type="http://schemas.openxmlformats.org/officeDocument/2006/relationships/image" Target="../media/image53.png"/><Relationship Id="rId16" Type="http://schemas.openxmlformats.org/officeDocument/2006/relationships/image" Target="../media/image62.png"/><Relationship Id="rId20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11" Type="http://schemas.openxmlformats.org/officeDocument/2006/relationships/customXml" Target="../ink/ink24.xml"/><Relationship Id="rId24" Type="http://schemas.openxmlformats.org/officeDocument/2006/relationships/image" Target="../media/image66.png"/><Relationship Id="rId5" Type="http://schemas.openxmlformats.org/officeDocument/2006/relationships/image" Target="../media/image56.png"/><Relationship Id="rId15" Type="http://schemas.openxmlformats.org/officeDocument/2006/relationships/customXml" Target="../ink/ink26.xml"/><Relationship Id="rId23" Type="http://schemas.openxmlformats.org/officeDocument/2006/relationships/customXml" Target="../ink/ink30.xml"/><Relationship Id="rId10" Type="http://schemas.openxmlformats.org/officeDocument/2006/relationships/image" Target="../media/image59.png"/><Relationship Id="rId19" Type="http://schemas.openxmlformats.org/officeDocument/2006/relationships/customXml" Target="../ink/ink28.xml"/><Relationship Id="rId4" Type="http://schemas.openxmlformats.org/officeDocument/2006/relationships/image" Target="../media/image55.png"/><Relationship Id="rId9" Type="http://schemas.openxmlformats.org/officeDocument/2006/relationships/customXml" Target="../ink/ink23.xml"/><Relationship Id="rId14" Type="http://schemas.openxmlformats.org/officeDocument/2006/relationships/image" Target="../media/image61.png"/><Relationship Id="rId22" Type="http://schemas.openxmlformats.org/officeDocument/2006/relationships/image" Target="../media/image6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3B679-A36A-908C-6CD9-24B180E41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637" y="291710"/>
            <a:ext cx="11601099" cy="589032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Unit 1 – revision – vocabulary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311CAB-E198-CA98-43EE-A0B6957497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982" y="1307087"/>
            <a:ext cx="10567266" cy="4865113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42353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2CCF3-03C3-D1F6-BC1D-EB0C49E703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Unit 2</a:t>
            </a:r>
            <a:br>
              <a:rPr lang="en-US" dirty="0"/>
            </a:br>
            <a:r>
              <a:rPr lang="en-US" dirty="0"/>
              <a:t>inventive solutions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CF8770-2AA8-76DE-2404-5881BFECC0A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173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7F2C4-8A09-CA31-8077-BF9F5D63D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280491"/>
            <a:ext cx="10058400" cy="572201"/>
          </a:xfrm>
        </p:spPr>
        <p:txBody>
          <a:bodyPr>
            <a:normAutofit fontScale="90000"/>
          </a:bodyPr>
          <a:lstStyle/>
          <a:p>
            <a:r>
              <a:rPr lang="en-US" sz="5000" dirty="0">
                <a:solidFill>
                  <a:srgbClr val="FF0000"/>
                </a:solidFill>
              </a:rPr>
              <a:t>Lead – in </a:t>
            </a:r>
          </a:p>
        </p:txBody>
      </p:sp>
      <p:pic>
        <p:nvPicPr>
          <p:cNvPr id="5" name="Content Placeholder 4" descr="A white and blue text on a white background&#10;&#10;AI-generated content may be incorrect.">
            <a:extLst>
              <a:ext uri="{FF2B5EF4-FFF2-40B4-BE49-F238E27FC236}">
                <a16:creationId xmlns:a16="http://schemas.microsoft.com/office/drawing/2014/main" id="{BD83B342-FA24-CB8C-A446-31D8A41FD9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41" y="1066652"/>
            <a:ext cx="4572000" cy="5510857"/>
          </a:xfrm>
        </p:spPr>
      </p:pic>
      <p:pic>
        <p:nvPicPr>
          <p:cNvPr id="7" name="Picture 6" descr="A circular object with a circular object in the center&#10;&#10;AI-generated content may be incorrect.">
            <a:extLst>
              <a:ext uri="{FF2B5EF4-FFF2-40B4-BE49-F238E27FC236}">
                <a16:creationId xmlns:a16="http://schemas.microsoft.com/office/drawing/2014/main" id="{26E4C8FD-F627-53DF-CED0-F849E250BD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4872" y="213172"/>
            <a:ext cx="6337935" cy="642885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288A502-2609-AB18-D44A-7B65DC75EE66}"/>
              </a:ext>
            </a:extLst>
          </p:cNvPr>
          <p:cNvCxnSpPr/>
          <p:nvPr/>
        </p:nvCxnSpPr>
        <p:spPr>
          <a:xfrm>
            <a:off x="802204" y="5783720"/>
            <a:ext cx="121733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35D21DA-D0ED-C0B1-A2A0-926FAB867C88}"/>
              </a:ext>
            </a:extLst>
          </p:cNvPr>
          <p:cNvCxnSpPr/>
          <p:nvPr/>
        </p:nvCxnSpPr>
        <p:spPr>
          <a:xfrm>
            <a:off x="1907337" y="5441521"/>
            <a:ext cx="89196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57FFE0-13DD-BBC3-CC2E-DBD2AF7BB01C}"/>
              </a:ext>
            </a:extLst>
          </p:cNvPr>
          <p:cNvCxnSpPr/>
          <p:nvPr/>
        </p:nvCxnSpPr>
        <p:spPr>
          <a:xfrm>
            <a:off x="7197394" y="5890307"/>
            <a:ext cx="88074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6F4FA4-32A9-4732-F545-A8237CC088B6}"/>
              </a:ext>
            </a:extLst>
          </p:cNvPr>
          <p:cNvCxnSpPr>
            <a:cxnSpLocks/>
          </p:cNvCxnSpPr>
          <p:nvPr/>
        </p:nvCxnSpPr>
        <p:spPr>
          <a:xfrm>
            <a:off x="7505934" y="6383971"/>
            <a:ext cx="1671725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5AB5C0BD-6FBB-CD3C-9705-29AE3DB75FC8}"/>
              </a:ext>
            </a:extLst>
          </p:cNvPr>
          <p:cNvSpPr txBox="1"/>
          <p:nvPr/>
        </p:nvSpPr>
        <p:spPr>
          <a:xfrm>
            <a:off x="9250587" y="6383971"/>
            <a:ext cx="2485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/ˈ</a:t>
            </a:r>
            <a:r>
              <a:rPr lang="en-US" dirty="0" err="1">
                <a:solidFill>
                  <a:srgbClr val="FF0000"/>
                </a:solidFill>
              </a:rPr>
              <a:t>tɜ</a:t>
            </a:r>
            <a:r>
              <a:rPr lang="en-US" dirty="0">
                <a:solidFill>
                  <a:srgbClr val="FF0000"/>
                </a:solidFill>
              </a:rPr>
              <a:t>ː.</a:t>
            </a:r>
            <a:r>
              <a:rPr lang="en-US" dirty="0" err="1">
                <a:solidFill>
                  <a:srgbClr val="FF0000"/>
                </a:solidFill>
              </a:rPr>
              <a:t>baɪn</a:t>
            </a:r>
            <a:r>
              <a:rPr lang="en-US" dirty="0">
                <a:solidFill>
                  <a:srgbClr val="FF0000"/>
                </a:solidFill>
              </a:rPr>
              <a:t>/; /ˈ</a:t>
            </a:r>
            <a:r>
              <a:rPr lang="en-US" dirty="0" err="1">
                <a:solidFill>
                  <a:srgbClr val="FF0000"/>
                </a:solidFill>
              </a:rPr>
              <a:t>tɝ</a:t>
            </a:r>
            <a:r>
              <a:rPr lang="en-US" dirty="0">
                <a:solidFill>
                  <a:srgbClr val="FF0000"/>
                </a:solidFill>
              </a:rPr>
              <a:t>ː.</a:t>
            </a:r>
            <a:r>
              <a:rPr lang="en-US" dirty="0" err="1">
                <a:solidFill>
                  <a:srgbClr val="FF0000"/>
                </a:solidFill>
              </a:rPr>
              <a:t>bɪn</a:t>
            </a:r>
            <a:r>
              <a:rPr lang="en-US" dirty="0">
                <a:solidFill>
                  <a:srgbClr val="FF0000"/>
                </a:solidFill>
              </a:rPr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3247735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6A6DD-7EFF-EFA4-4A22-4D1D15C4A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book cover with a printing press&#10;&#10;AI-generated content may be incorrect.">
            <a:extLst>
              <a:ext uri="{FF2B5EF4-FFF2-40B4-BE49-F238E27FC236}">
                <a16:creationId xmlns:a16="http://schemas.microsoft.com/office/drawing/2014/main" id="{533B22D1-1970-955F-ECE1-131DCF6BCE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026" y="127687"/>
            <a:ext cx="5655330" cy="6536774"/>
          </a:xfrm>
        </p:spPr>
      </p:pic>
      <p:pic>
        <p:nvPicPr>
          <p:cNvPr id="7" name="Picture 6" descr="A person giving a vaccine to a child&#10;&#10;AI-generated content may be incorrect.">
            <a:extLst>
              <a:ext uri="{FF2B5EF4-FFF2-40B4-BE49-F238E27FC236}">
                <a16:creationId xmlns:a16="http://schemas.microsoft.com/office/drawing/2014/main" id="{2F666EAC-9A82-DA0F-5D36-9114D3174F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1166" y="127687"/>
            <a:ext cx="5427807" cy="6452627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4D1D191-C983-2921-1115-A708362E9819}"/>
              </a:ext>
            </a:extLst>
          </p:cNvPr>
          <p:cNvCxnSpPr>
            <a:cxnSpLocks/>
          </p:cNvCxnSpPr>
          <p:nvPr/>
        </p:nvCxnSpPr>
        <p:spPr>
          <a:xfrm>
            <a:off x="8616678" y="5228348"/>
            <a:ext cx="86391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1AC0435-FE4F-EF10-4028-77EEC43F0A7B}"/>
              </a:ext>
            </a:extLst>
          </p:cNvPr>
          <p:cNvCxnSpPr/>
          <p:nvPr/>
        </p:nvCxnSpPr>
        <p:spPr>
          <a:xfrm>
            <a:off x="8515701" y="5716402"/>
            <a:ext cx="273759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1AA4244-41B7-E282-A8AE-6FD9BFB8D8EB}"/>
              </a:ext>
            </a:extLst>
          </p:cNvPr>
          <p:cNvCxnSpPr>
            <a:cxnSpLocks/>
          </p:cNvCxnSpPr>
          <p:nvPr/>
        </p:nvCxnSpPr>
        <p:spPr>
          <a:xfrm>
            <a:off x="10467917" y="5957625"/>
            <a:ext cx="1245379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681EC4A-8EF3-A838-C3E8-3CACF4642D31}"/>
              </a:ext>
            </a:extLst>
          </p:cNvPr>
          <p:cNvSpPr txBox="1"/>
          <p:nvPr/>
        </p:nvSpPr>
        <p:spPr>
          <a:xfrm>
            <a:off x="3153584" y="426588"/>
            <a:ext cx="27647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 machine that prints books, newspapers, or magazines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D4442A7-316B-CDB9-EAEE-9B11BB500248}"/>
              </a:ext>
            </a:extLst>
          </p:cNvPr>
          <p:cNvSpPr/>
          <p:nvPr/>
        </p:nvSpPr>
        <p:spPr>
          <a:xfrm>
            <a:off x="7001050" y="810782"/>
            <a:ext cx="4693178" cy="383975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rgbClr val="FF0000"/>
                </a:solidFill>
              </a:rPr>
              <a:t>Smallpox</a:t>
            </a:r>
            <a:r>
              <a:rPr lang="en-US" dirty="0"/>
              <a:t>: an extremely infectious disease </a:t>
            </a:r>
          </a:p>
          <a:p>
            <a:r>
              <a:rPr lang="en-US" dirty="0"/>
              <a:t>that causes a fever, spots on the skin, and often death.</a:t>
            </a:r>
          </a:p>
          <a:p>
            <a:r>
              <a:rPr lang="en-US" dirty="0">
                <a:solidFill>
                  <a:srgbClr val="FF0000"/>
                </a:solidFill>
              </a:rPr>
              <a:t>Polio: </a:t>
            </a:r>
            <a:r>
              <a:rPr lang="en-US" dirty="0"/>
              <a:t>a serious infectious disease that can cause permanent paralysis (= being unable to move the body)</a:t>
            </a:r>
          </a:p>
          <a:p>
            <a:r>
              <a:rPr lang="en-US" dirty="0">
                <a:solidFill>
                  <a:srgbClr val="FF0000"/>
                </a:solidFill>
              </a:rPr>
              <a:t>Measles</a:t>
            </a:r>
            <a:r>
              <a:rPr lang="en-US" dirty="0"/>
              <a:t> /ˈmiː.</a:t>
            </a:r>
            <a:r>
              <a:rPr lang="en-US" dirty="0" err="1"/>
              <a:t>zəlz</a:t>
            </a:r>
            <a:r>
              <a:rPr lang="en-US" dirty="0"/>
              <a:t>/: an infectious disease that produces small, red spots all over the body</a:t>
            </a:r>
          </a:p>
        </p:txBody>
      </p:sp>
    </p:spTree>
    <p:extLst>
      <p:ext uri="{BB962C8B-B14F-4D97-AF65-F5344CB8AC3E}">
        <p14:creationId xmlns:p14="http://schemas.microsoft.com/office/powerpoint/2010/main" val="33094750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CB697-43E0-F5F3-BBD7-D6F9A4540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person standing in a wooden elevator&#10;&#10;AI-generated content may be incorrect.">
            <a:extLst>
              <a:ext uri="{FF2B5EF4-FFF2-40B4-BE49-F238E27FC236}">
                <a16:creationId xmlns:a16="http://schemas.microsoft.com/office/drawing/2014/main" id="{49366C7A-CE28-E64E-4382-8FC386D28D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005" y="188962"/>
            <a:ext cx="5034612" cy="6576476"/>
          </a:xfrm>
        </p:spPr>
      </p:pic>
      <p:pic>
        <p:nvPicPr>
          <p:cNvPr id="7" name="Picture 6" descr="A person standing next to a computer&#10;&#10;AI-generated content may be incorrect.">
            <a:extLst>
              <a:ext uri="{FF2B5EF4-FFF2-40B4-BE49-F238E27FC236}">
                <a16:creationId xmlns:a16="http://schemas.microsoft.com/office/drawing/2014/main" id="{917C9DB9-4100-555A-5DFB-B711A25B74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4460" y="245768"/>
            <a:ext cx="5854535" cy="6356985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B6A43AA-60BB-D53F-0F99-FC00D85BAE09}"/>
              </a:ext>
            </a:extLst>
          </p:cNvPr>
          <p:cNvCxnSpPr/>
          <p:nvPr/>
        </p:nvCxnSpPr>
        <p:spPr>
          <a:xfrm>
            <a:off x="1492211" y="1408064"/>
            <a:ext cx="1015377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111FDA2-6384-1602-D3D1-0E37FC207B84}"/>
              </a:ext>
            </a:extLst>
          </p:cNvPr>
          <p:cNvCxnSpPr/>
          <p:nvPr/>
        </p:nvCxnSpPr>
        <p:spPr>
          <a:xfrm>
            <a:off x="4005409" y="1654896"/>
            <a:ext cx="56098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E53ADB2-EF41-506A-16AB-EBE6FB95F4D5}"/>
              </a:ext>
            </a:extLst>
          </p:cNvPr>
          <p:cNvCxnSpPr/>
          <p:nvPr/>
        </p:nvCxnSpPr>
        <p:spPr>
          <a:xfrm>
            <a:off x="633909" y="1918557"/>
            <a:ext cx="1060255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A386A6B-B819-05DB-7C68-03B53F2B009E}"/>
              </a:ext>
            </a:extLst>
          </p:cNvPr>
          <p:cNvCxnSpPr/>
          <p:nvPr/>
        </p:nvCxnSpPr>
        <p:spPr>
          <a:xfrm>
            <a:off x="1935387" y="2176609"/>
            <a:ext cx="1413673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E30D3E6-1940-7BDD-D131-3C367F0FF870}"/>
              </a:ext>
            </a:extLst>
          </p:cNvPr>
          <p:cNvCxnSpPr/>
          <p:nvPr/>
        </p:nvCxnSpPr>
        <p:spPr>
          <a:xfrm>
            <a:off x="6535436" y="1408064"/>
            <a:ext cx="695617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BE3AD66-6F11-DE0C-3D77-80DF96C23ACB}"/>
              </a:ext>
            </a:extLst>
          </p:cNvPr>
          <p:cNvCxnSpPr/>
          <p:nvPr/>
        </p:nvCxnSpPr>
        <p:spPr>
          <a:xfrm>
            <a:off x="6501777" y="2238317"/>
            <a:ext cx="1256598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0BEE949-282D-FA29-2A6D-F6353B6A74E5}"/>
              </a:ext>
            </a:extLst>
          </p:cNvPr>
          <p:cNvCxnSpPr/>
          <p:nvPr/>
        </p:nvCxnSpPr>
        <p:spPr>
          <a:xfrm>
            <a:off x="8151063" y="4964687"/>
            <a:ext cx="375857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68A49BA-128F-9BFF-ECAF-259CDB7F9101}"/>
              </a:ext>
            </a:extLst>
          </p:cNvPr>
          <p:cNvCxnSpPr/>
          <p:nvPr/>
        </p:nvCxnSpPr>
        <p:spPr>
          <a:xfrm>
            <a:off x="6501777" y="5239568"/>
            <a:ext cx="1363185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7476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E817E-9BCA-10C2-1807-DCAC12573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173904"/>
            <a:ext cx="10058400" cy="431956"/>
          </a:xfrm>
        </p:spPr>
        <p:txBody>
          <a:bodyPr>
            <a:noAutofit/>
          </a:bodyPr>
          <a:lstStyle/>
          <a:p>
            <a:r>
              <a:rPr lang="en-US" sz="4000" dirty="0">
                <a:solidFill>
                  <a:srgbClr val="FF0000"/>
                </a:solidFill>
              </a:rPr>
              <a:t>Reading 1 – reading Skill – identifying details </a:t>
            </a:r>
          </a:p>
        </p:txBody>
      </p:sp>
      <p:pic>
        <p:nvPicPr>
          <p:cNvPr id="5" name="Content Placeholder 4" descr="A close-up of a text&#10;&#10;AI-generated content may be incorrect.">
            <a:extLst>
              <a:ext uri="{FF2B5EF4-FFF2-40B4-BE49-F238E27FC236}">
                <a16:creationId xmlns:a16="http://schemas.microsoft.com/office/drawing/2014/main" id="{34449BCC-C7C3-E987-3070-64A166D195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943"/>
          <a:stretch>
            <a:fillRect/>
          </a:stretch>
        </p:blipFill>
        <p:spPr>
          <a:xfrm>
            <a:off x="147726" y="682192"/>
            <a:ext cx="5263918" cy="6072025"/>
          </a:xfrm>
        </p:spPr>
      </p:pic>
      <p:pic>
        <p:nvPicPr>
          <p:cNvPr id="7" name="Picture 6" descr="A close up of a paper&#10;&#10;AI-generated content may be incorrect.">
            <a:extLst>
              <a:ext uri="{FF2B5EF4-FFF2-40B4-BE49-F238E27FC236}">
                <a16:creationId xmlns:a16="http://schemas.microsoft.com/office/drawing/2014/main" id="{088C5DFD-02AC-316E-3139-038CE09C83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8358" y="693412"/>
            <a:ext cx="5828599" cy="6072026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B2E8C39-95AA-4F13-A31A-86F5FE450343}"/>
              </a:ext>
            </a:extLst>
          </p:cNvPr>
          <p:cNvCxnSpPr/>
          <p:nvPr/>
        </p:nvCxnSpPr>
        <p:spPr>
          <a:xfrm>
            <a:off x="2496368" y="2234722"/>
            <a:ext cx="2748810" cy="50488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47054FE-12A6-366C-0936-017D688269DD}"/>
              </a:ext>
            </a:extLst>
          </p:cNvPr>
          <p:cNvCxnSpPr>
            <a:cxnSpLocks/>
          </p:cNvCxnSpPr>
          <p:nvPr/>
        </p:nvCxnSpPr>
        <p:spPr>
          <a:xfrm>
            <a:off x="219348" y="2527222"/>
            <a:ext cx="1985875" cy="39269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D590E8B-2E87-DADF-5682-F9A8DF53442F}"/>
              </a:ext>
            </a:extLst>
          </p:cNvPr>
          <p:cNvCxnSpPr/>
          <p:nvPr/>
        </p:nvCxnSpPr>
        <p:spPr>
          <a:xfrm>
            <a:off x="1464162" y="2917104"/>
            <a:ext cx="2361733" cy="67317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4AA2FFF9-827E-6AAA-9F75-427DB46B5E4E}"/>
                  </a:ext>
                </a:extLst>
              </p14:cNvPr>
              <p14:cNvContentPartPr/>
              <p14:nvPr/>
            </p14:nvContentPartPr>
            <p14:xfrm>
              <a:off x="1598034" y="4858869"/>
              <a:ext cx="952560" cy="42372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4AA2FFF9-827E-6AAA-9F75-427DB46B5E4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89034" y="4849869"/>
                <a:ext cx="970200" cy="441360"/>
              </a:xfrm>
              <a:prstGeom prst="rect">
                <a:avLst/>
              </a:prstGeom>
            </p:spPr>
          </p:pic>
        </mc:Fallback>
      </mc:AlternateContent>
      <p:sp>
        <p:nvSpPr>
          <p:cNvPr id="18" name="Right Brace 17">
            <a:extLst>
              <a:ext uri="{FF2B5EF4-FFF2-40B4-BE49-F238E27FC236}">
                <a16:creationId xmlns:a16="http://schemas.microsoft.com/office/drawing/2014/main" id="{A47A7153-E239-9961-768F-F7310A4178A0}"/>
              </a:ext>
            </a:extLst>
          </p:cNvPr>
          <p:cNvSpPr/>
          <p:nvPr/>
        </p:nvSpPr>
        <p:spPr>
          <a:xfrm>
            <a:off x="4891077" y="5061402"/>
            <a:ext cx="235613" cy="661959"/>
          </a:xfrm>
          <a:prstGeom prst="rightBrac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D7C16BB-5AC6-E42A-4369-AC403C0EE274}"/>
              </a:ext>
            </a:extLst>
          </p:cNvPr>
          <p:cNvSpPr txBox="1"/>
          <p:nvPr/>
        </p:nvSpPr>
        <p:spPr>
          <a:xfrm>
            <a:off x="5154507" y="4999967"/>
            <a:ext cx="1250989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rgbClr val="FF0000"/>
                </a:solidFill>
              </a:rPr>
              <a:t>Reason why he was confident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24EDE6D4-4F86-B48F-86CA-D07A9D5CAA1A}"/>
                  </a:ext>
                </a:extLst>
              </p14:cNvPr>
              <p14:cNvContentPartPr/>
              <p14:nvPr/>
            </p14:nvContentPartPr>
            <p14:xfrm>
              <a:off x="310355" y="5778419"/>
              <a:ext cx="1026720" cy="35388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24EDE6D4-4F86-B48F-86CA-D07A9D5CAA1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01715" y="5769419"/>
                <a:ext cx="1044360" cy="371520"/>
              </a:xfrm>
              <a:prstGeom prst="rect">
                <a:avLst/>
              </a:prstGeom>
            </p:spPr>
          </p:pic>
        </mc:Fallback>
      </mc:AlternateContent>
      <p:sp>
        <p:nvSpPr>
          <p:cNvPr id="21" name="Right Brace 20">
            <a:extLst>
              <a:ext uri="{FF2B5EF4-FFF2-40B4-BE49-F238E27FC236}">
                <a16:creationId xmlns:a16="http://schemas.microsoft.com/office/drawing/2014/main" id="{DF4868C8-134B-49E0-2691-2F8D55C5FAC7}"/>
              </a:ext>
            </a:extLst>
          </p:cNvPr>
          <p:cNvSpPr/>
          <p:nvPr/>
        </p:nvSpPr>
        <p:spPr>
          <a:xfrm>
            <a:off x="5008884" y="6002398"/>
            <a:ext cx="235613" cy="643758"/>
          </a:xfrm>
          <a:prstGeom prst="rightBrac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9E409F7-858E-E108-BCC6-32BAA47965FF}"/>
              </a:ext>
            </a:extLst>
          </p:cNvPr>
          <p:cNvSpPr txBox="1"/>
          <p:nvPr/>
        </p:nvSpPr>
        <p:spPr>
          <a:xfrm>
            <a:off x="5244497" y="5981288"/>
            <a:ext cx="136318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rgbClr val="0070C0"/>
                </a:solidFill>
              </a:rPr>
              <a:t>Examples of how he was creative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D5C889D-075C-95D0-7A39-A96B6D216D52}"/>
              </a:ext>
            </a:extLst>
          </p:cNvPr>
          <p:cNvSpPr txBox="1"/>
          <p:nvPr/>
        </p:nvSpPr>
        <p:spPr>
          <a:xfrm>
            <a:off x="6950561" y="4858869"/>
            <a:ext cx="49029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Invented a new type of seatbelt </a:t>
            </a:r>
            <a:r>
              <a:rPr lang="en-US" dirty="0">
                <a:solidFill>
                  <a:srgbClr val="0070C0"/>
                </a:solidFill>
              </a:rPr>
              <a:t>in most cars today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0E4749F-EEC2-4FD8-52EC-DCA6964812B1}"/>
              </a:ext>
            </a:extLst>
          </p:cNvPr>
          <p:cNvSpPr txBox="1"/>
          <p:nvPr/>
        </p:nvSpPr>
        <p:spPr>
          <a:xfrm>
            <a:off x="6978665" y="5416044"/>
            <a:ext cx="49029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before, </a:t>
            </a:r>
            <a:r>
              <a:rPr lang="en-US" dirty="0"/>
              <a:t>seat belts buckled across stomach, which </a:t>
            </a:r>
            <a:r>
              <a:rPr lang="en-US" dirty="0">
                <a:solidFill>
                  <a:srgbClr val="0070C0"/>
                </a:solidFill>
              </a:rPr>
              <a:t>caused injuries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4BAD0E6-705C-A707-7AC4-71442E52001E}"/>
              </a:ext>
            </a:extLst>
          </p:cNvPr>
          <p:cNvSpPr txBox="1"/>
          <p:nvPr/>
        </p:nvSpPr>
        <p:spPr>
          <a:xfrm>
            <a:off x="6916957" y="5955359"/>
            <a:ext cx="50263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Bohlin’s seat belt </a:t>
            </a:r>
            <a:r>
              <a:rPr lang="en-US" dirty="0">
                <a:solidFill>
                  <a:srgbClr val="0070C0"/>
                </a:solidFill>
              </a:rPr>
              <a:t>holds upper and lower body </a:t>
            </a:r>
            <a:r>
              <a:rPr lang="en-US" dirty="0"/>
              <a:t>in place, with buckle at the side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2960516-0670-3B15-539F-4F20D4C7D7FB}"/>
              </a:ext>
            </a:extLst>
          </p:cNvPr>
          <p:cNvSpPr txBox="1"/>
          <p:nvPr/>
        </p:nvSpPr>
        <p:spPr>
          <a:xfrm>
            <a:off x="7073977" y="4036794"/>
            <a:ext cx="46561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Nils Bohlin invented a new type of seat belt that has helped to save countless lives.</a:t>
            </a:r>
          </a:p>
        </p:txBody>
      </p:sp>
    </p:spTree>
    <p:extLst>
      <p:ext uri="{BB962C8B-B14F-4D97-AF65-F5344CB8AC3E}">
        <p14:creationId xmlns:p14="http://schemas.microsoft.com/office/powerpoint/2010/main" val="3324097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/>
      <p:bldP spid="21" grpId="0" animBg="1"/>
      <p:bldP spid="22" grpId="0"/>
      <p:bldP spid="23" grpId="0"/>
      <p:bldP spid="25" grpId="0"/>
      <p:bldP spid="2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B0DD2-ACED-5FD6-41C9-FC6E1DFE7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164" y="484632"/>
            <a:ext cx="10247084" cy="631721"/>
          </a:xfrm>
        </p:spPr>
        <p:txBody>
          <a:bodyPr>
            <a:noAutofit/>
          </a:bodyPr>
          <a:lstStyle/>
          <a:p>
            <a:r>
              <a:rPr lang="en-US" dirty="0"/>
              <a:t>Reading 1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3BFAE5-52EB-D57F-49EF-BC61741DEC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1164" y="2121408"/>
            <a:ext cx="10247084" cy="4050792"/>
          </a:xfrm>
        </p:spPr>
        <p:txBody>
          <a:bodyPr>
            <a:normAutofit/>
          </a:bodyPr>
          <a:lstStyle/>
          <a:p>
            <a:pPr algn="ctr"/>
            <a:r>
              <a:rPr lang="en-US" sz="2900" dirty="0"/>
              <a:t>Build vocabulary (part A)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F6CCFCE-2D15-FB76-2334-4E612C0F0F89}"/>
              </a:ext>
            </a:extLst>
          </p:cNvPr>
          <p:cNvCxnSpPr>
            <a:cxnSpLocks/>
          </p:cNvCxnSpPr>
          <p:nvPr/>
        </p:nvCxnSpPr>
        <p:spPr>
          <a:xfrm>
            <a:off x="5907136" y="2580515"/>
            <a:ext cx="0" cy="431956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B644A439-E289-87B8-4B37-3BD95F686C0C}"/>
              </a:ext>
            </a:extLst>
          </p:cNvPr>
          <p:cNvSpPr txBox="1"/>
          <p:nvPr/>
        </p:nvSpPr>
        <p:spPr>
          <a:xfrm>
            <a:off x="3809064" y="3159695"/>
            <a:ext cx="5183469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900" dirty="0">
                <a:solidFill>
                  <a:srgbClr val="FF0000"/>
                </a:solidFill>
              </a:rPr>
              <a:t>Understand details (part B)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EA15B45-E2AB-27BA-0645-B256EF707C65}"/>
              </a:ext>
            </a:extLst>
          </p:cNvPr>
          <p:cNvCxnSpPr>
            <a:cxnSpLocks/>
          </p:cNvCxnSpPr>
          <p:nvPr/>
        </p:nvCxnSpPr>
        <p:spPr>
          <a:xfrm>
            <a:off x="5845428" y="3803455"/>
            <a:ext cx="0" cy="577811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87898FE-75B1-599E-63AA-370B5AAE0BEF}"/>
              </a:ext>
            </a:extLst>
          </p:cNvPr>
          <p:cNvSpPr txBox="1"/>
          <p:nvPr/>
        </p:nvSpPr>
        <p:spPr>
          <a:xfrm>
            <a:off x="3091008" y="4596773"/>
            <a:ext cx="6142749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900" dirty="0">
                <a:solidFill>
                  <a:srgbClr val="FF0000"/>
                </a:solidFill>
              </a:rPr>
              <a:t>Understand the main idea (part A)</a:t>
            </a:r>
          </a:p>
        </p:txBody>
      </p:sp>
    </p:spTree>
    <p:extLst>
      <p:ext uri="{BB962C8B-B14F-4D97-AF65-F5344CB8AC3E}">
        <p14:creationId xmlns:p14="http://schemas.microsoft.com/office/powerpoint/2010/main" val="22373866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5AD59-4420-49CF-4B72-A5C77574A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8140" y="218783"/>
            <a:ext cx="10058400" cy="589030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solidFill>
                  <a:srgbClr val="FF0000"/>
                </a:solidFill>
              </a:rPr>
              <a:t>Reading 1 - Building vocabulary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C84F85F-8BBA-9043-5131-6BB109A10B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04" y="855784"/>
            <a:ext cx="6477830" cy="5783433"/>
          </a:xfrm>
        </p:spPr>
      </p:pic>
      <p:pic>
        <p:nvPicPr>
          <p:cNvPr id="7" name="Picture 6" descr="A white text with black text&#10;&#10;AI-generated content may be incorrect.">
            <a:extLst>
              <a:ext uri="{FF2B5EF4-FFF2-40B4-BE49-F238E27FC236}">
                <a16:creationId xmlns:a16="http://schemas.microsoft.com/office/drawing/2014/main" id="{CAD7C9D0-3CEF-E97A-C047-4F1FD68279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5958" y="807813"/>
            <a:ext cx="5350268" cy="583140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58B812C-1DD2-26A7-6876-755723ECD339}"/>
              </a:ext>
            </a:extLst>
          </p:cNvPr>
          <p:cNvSpPr txBox="1"/>
          <p:nvPr/>
        </p:nvSpPr>
        <p:spPr>
          <a:xfrm>
            <a:off x="6950562" y="964888"/>
            <a:ext cx="10265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power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96E24C-A43E-E030-57CC-CDA13720F95F}"/>
              </a:ext>
            </a:extLst>
          </p:cNvPr>
          <p:cNvSpPr txBox="1"/>
          <p:nvPr/>
        </p:nvSpPr>
        <p:spPr>
          <a:xfrm>
            <a:off x="6827145" y="1531480"/>
            <a:ext cx="1419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eventually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A21B01-DECF-339D-E2AE-B5D78CE8EF86}"/>
              </a:ext>
            </a:extLst>
          </p:cNvPr>
          <p:cNvSpPr txBox="1"/>
          <p:nvPr/>
        </p:nvSpPr>
        <p:spPr>
          <a:xfrm>
            <a:off x="6950562" y="2092461"/>
            <a:ext cx="11444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efficient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7516731-C8E4-8D7D-19B5-0D1333F3C7D0}"/>
              </a:ext>
            </a:extLst>
          </p:cNvPr>
          <p:cNvSpPr txBox="1"/>
          <p:nvPr/>
        </p:nvSpPr>
        <p:spPr>
          <a:xfrm>
            <a:off x="6776657" y="2681491"/>
            <a:ext cx="1374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electricity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C2A07E6-F7AB-1871-3794-4B2BAC7857C0}"/>
              </a:ext>
            </a:extLst>
          </p:cNvPr>
          <p:cNvSpPr txBox="1"/>
          <p:nvPr/>
        </p:nvSpPr>
        <p:spPr>
          <a:xfrm>
            <a:off x="6731779" y="3242472"/>
            <a:ext cx="1419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prevention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EA1998F-D24A-421B-5B69-D62235550AD7}"/>
              </a:ext>
            </a:extLst>
          </p:cNvPr>
          <p:cNvSpPr txBox="1"/>
          <p:nvPr/>
        </p:nvSpPr>
        <p:spPr>
          <a:xfrm>
            <a:off x="6939342" y="3803453"/>
            <a:ext cx="1004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afford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7A26A75-0B47-D23A-D0E8-289E00D6CE29}"/>
              </a:ext>
            </a:extLst>
          </p:cNvPr>
          <p:cNvSpPr txBox="1"/>
          <p:nvPr/>
        </p:nvSpPr>
        <p:spPr>
          <a:xfrm>
            <a:off x="6888854" y="4302729"/>
            <a:ext cx="1206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struggle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F64D877-917C-7467-A00B-7CE964CE7D58}"/>
              </a:ext>
            </a:extLst>
          </p:cNvPr>
          <p:cNvSpPr txBox="1"/>
          <p:nvPr/>
        </p:nvSpPr>
        <p:spPr>
          <a:xfrm>
            <a:off x="6827145" y="4869320"/>
            <a:ext cx="1206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creative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DD234E8-D3C2-5DB1-9754-78DEACA3837A}"/>
              </a:ext>
            </a:extLst>
          </p:cNvPr>
          <p:cNvSpPr txBox="1"/>
          <p:nvPr/>
        </p:nvSpPr>
        <p:spPr>
          <a:xfrm>
            <a:off x="6714949" y="5485482"/>
            <a:ext cx="1615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equipment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4F6CE6A-13A2-8A19-28E0-D709E8C52625}"/>
              </a:ext>
            </a:extLst>
          </p:cNvPr>
          <p:cNvSpPr txBox="1"/>
          <p:nvPr/>
        </p:nvSpPr>
        <p:spPr>
          <a:xfrm>
            <a:off x="6939342" y="6030552"/>
            <a:ext cx="10939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design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55EAFAF-D1AD-7CA3-84AC-4D292C4FFFC7}"/>
              </a:ext>
            </a:extLst>
          </p:cNvPr>
          <p:cNvCxnSpPr>
            <a:cxnSpLocks/>
          </p:cNvCxnSpPr>
          <p:nvPr/>
        </p:nvCxnSpPr>
        <p:spPr>
          <a:xfrm>
            <a:off x="2645776" y="2478623"/>
            <a:ext cx="3076236" cy="40184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DA84EFD-64B8-12FA-0AE8-E9D59D9FB199}"/>
              </a:ext>
            </a:extLst>
          </p:cNvPr>
          <p:cNvCxnSpPr/>
          <p:nvPr/>
        </p:nvCxnSpPr>
        <p:spPr>
          <a:xfrm>
            <a:off x="5486400" y="3371499"/>
            <a:ext cx="992937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6CCC01C-7C6E-C6F8-88D4-4B57D2CB6B0B}"/>
              </a:ext>
            </a:extLst>
          </p:cNvPr>
          <p:cNvCxnSpPr/>
          <p:nvPr/>
        </p:nvCxnSpPr>
        <p:spPr>
          <a:xfrm>
            <a:off x="3674429" y="3723515"/>
            <a:ext cx="2249537" cy="23985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C565AC6-056F-AFCE-4453-72DA95B5D667}"/>
              </a:ext>
            </a:extLst>
          </p:cNvPr>
          <p:cNvCxnSpPr>
            <a:cxnSpLocks/>
          </p:cNvCxnSpPr>
          <p:nvPr/>
        </p:nvCxnSpPr>
        <p:spPr>
          <a:xfrm>
            <a:off x="1374405" y="4172785"/>
            <a:ext cx="1924167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4ECA1FE-A2CE-2521-95D7-BC94C33F0998}"/>
              </a:ext>
            </a:extLst>
          </p:cNvPr>
          <p:cNvCxnSpPr>
            <a:cxnSpLocks/>
          </p:cNvCxnSpPr>
          <p:nvPr/>
        </p:nvCxnSpPr>
        <p:spPr>
          <a:xfrm>
            <a:off x="1991485" y="5053986"/>
            <a:ext cx="1361134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9110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DABAD-E8E6-3D6B-6F51-F36380766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201954"/>
            <a:ext cx="10058400" cy="426346"/>
          </a:xfrm>
        </p:spPr>
        <p:txBody>
          <a:bodyPr>
            <a:noAutofit/>
          </a:bodyPr>
          <a:lstStyle/>
          <a:p>
            <a:r>
              <a:rPr lang="en-US" sz="4000" dirty="0">
                <a:solidFill>
                  <a:srgbClr val="FF0000"/>
                </a:solidFill>
              </a:rPr>
              <a:t>Reading 1 - Reading for details </a:t>
            </a:r>
          </a:p>
        </p:txBody>
      </p:sp>
      <p:pic>
        <p:nvPicPr>
          <p:cNvPr id="9" name="Content Placeholder 8" descr="A screenshot of a phone&#10;&#10;AI-generated content may be incorrect.">
            <a:extLst>
              <a:ext uri="{FF2B5EF4-FFF2-40B4-BE49-F238E27FC236}">
                <a16:creationId xmlns:a16="http://schemas.microsoft.com/office/drawing/2014/main" id="{18C17E44-4DE8-1813-C347-AA0C8AD50B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899" y="765609"/>
            <a:ext cx="10974568" cy="2173936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6522B69-182F-B3C7-5079-B9E089638D6D}"/>
              </a:ext>
            </a:extLst>
          </p:cNvPr>
          <p:cNvSpPr txBox="1"/>
          <p:nvPr/>
        </p:nvSpPr>
        <p:spPr>
          <a:xfrm>
            <a:off x="2154169" y="1346356"/>
            <a:ext cx="49085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There was a severe drought in Malawi.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75F32ECF-7541-1282-5A68-2C3A6800A7DA}"/>
                  </a:ext>
                </a:extLst>
              </p14:cNvPr>
              <p14:cNvContentPartPr/>
              <p14:nvPr/>
            </p14:nvContentPartPr>
            <p14:xfrm>
              <a:off x="7147266" y="1032153"/>
              <a:ext cx="982440" cy="3434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75F32ECF-7541-1282-5A68-2C3A6800A7D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138266" y="1023513"/>
                <a:ext cx="1000080" cy="361080"/>
              </a:xfrm>
              <a:prstGeom prst="rect">
                <a:avLst/>
              </a:prstGeom>
            </p:spPr>
          </p:pic>
        </mc:Fallback>
      </mc:AlternateContent>
      <p:pic>
        <p:nvPicPr>
          <p:cNvPr id="13" name="Picture 12" descr="A close up of a text&#10;&#10;AI-generated content may be incorrect.">
            <a:extLst>
              <a:ext uri="{FF2B5EF4-FFF2-40B4-BE49-F238E27FC236}">
                <a16:creationId xmlns:a16="http://schemas.microsoft.com/office/drawing/2014/main" id="{22AC9315-48AD-28E2-4F9E-9CD1DF7698D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846" y="3076854"/>
            <a:ext cx="6472372" cy="1347502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259D8D9-C5B4-492E-23F0-3BBBC754D701}"/>
              </a:ext>
            </a:extLst>
          </p:cNvPr>
          <p:cNvCxnSpPr/>
          <p:nvPr/>
        </p:nvCxnSpPr>
        <p:spPr>
          <a:xfrm>
            <a:off x="4341998" y="1295867"/>
            <a:ext cx="796593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F106EC7-E27E-0742-1E73-DE701D3CE7AB}"/>
              </a:ext>
            </a:extLst>
          </p:cNvPr>
          <p:cNvCxnSpPr/>
          <p:nvPr/>
        </p:nvCxnSpPr>
        <p:spPr>
          <a:xfrm>
            <a:off x="2586125" y="1301477"/>
            <a:ext cx="325369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D688F37-D4EA-BAAC-9306-BA4336763071}"/>
              </a:ext>
            </a:extLst>
          </p:cNvPr>
          <p:cNvCxnSpPr/>
          <p:nvPr/>
        </p:nvCxnSpPr>
        <p:spPr>
          <a:xfrm>
            <a:off x="6529826" y="1295867"/>
            <a:ext cx="617440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E37B7C5-7D3E-EBE4-88AA-E77AEF34022D}"/>
              </a:ext>
            </a:extLst>
          </p:cNvPr>
          <p:cNvSpPr txBox="1"/>
          <p:nvPr/>
        </p:nvSpPr>
        <p:spPr>
          <a:xfrm>
            <a:off x="2154169" y="1939808"/>
            <a:ext cx="6742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They laughed at him and didn’t think he could do it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CDEB04B-572F-2A24-2DAD-481008AC3E89}"/>
              </a:ext>
            </a:extLst>
          </p:cNvPr>
          <p:cNvCxnSpPr/>
          <p:nvPr/>
        </p:nvCxnSpPr>
        <p:spPr>
          <a:xfrm>
            <a:off x="7075498" y="1909753"/>
            <a:ext cx="667208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B43B3D3-FACC-565F-21F2-76F9C152F969}"/>
              </a:ext>
            </a:extLst>
          </p:cNvPr>
          <p:cNvCxnSpPr/>
          <p:nvPr/>
        </p:nvCxnSpPr>
        <p:spPr>
          <a:xfrm>
            <a:off x="4689806" y="1935127"/>
            <a:ext cx="690007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E56DC73-0874-4411-D9B8-C384177F9278}"/>
              </a:ext>
            </a:extLst>
          </p:cNvPr>
          <p:cNvCxnSpPr/>
          <p:nvPr/>
        </p:nvCxnSpPr>
        <p:spPr>
          <a:xfrm>
            <a:off x="5475181" y="1922570"/>
            <a:ext cx="678787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Picture 29" descr="A close up of text&#10;&#10;AI-generated content may be incorrect.">
            <a:extLst>
              <a:ext uri="{FF2B5EF4-FFF2-40B4-BE49-F238E27FC236}">
                <a16:creationId xmlns:a16="http://schemas.microsoft.com/office/drawing/2014/main" id="{127C9830-2152-41CE-FDB6-AAC03883772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023" y="4691906"/>
            <a:ext cx="6689392" cy="2084752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4A867C10-F040-66E4-E11F-4D98237FA92F}"/>
              </a:ext>
            </a:extLst>
          </p:cNvPr>
          <p:cNvSpPr txBox="1"/>
          <p:nvPr/>
        </p:nvSpPr>
        <p:spPr>
          <a:xfrm>
            <a:off x="2266366" y="2546856"/>
            <a:ext cx="5548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They used it to get power for their cell phones. 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A526065-E569-BEED-3A7F-B31A6E94652B}"/>
              </a:ext>
            </a:extLst>
          </p:cNvPr>
          <p:cNvCxnSpPr/>
          <p:nvPr/>
        </p:nvCxnSpPr>
        <p:spPr>
          <a:xfrm>
            <a:off x="3595892" y="2518806"/>
            <a:ext cx="359028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3B6065EB-E78C-89A6-ECFD-3DBBAC13BA04}"/>
                  </a:ext>
                </a:extLst>
              </p14:cNvPr>
              <p14:cNvContentPartPr/>
              <p14:nvPr/>
            </p14:nvContentPartPr>
            <p14:xfrm>
              <a:off x="4066386" y="2292513"/>
              <a:ext cx="904320" cy="30348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3B6065EB-E78C-89A6-ECFD-3DBBAC13BA0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057386" y="2283513"/>
                <a:ext cx="921960" cy="321120"/>
              </a:xfrm>
              <a:prstGeom prst="rect">
                <a:avLst/>
              </a:prstGeom>
            </p:spPr>
          </p:pic>
        </mc:Fallback>
      </mc:AlternateContent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F2762B3-2E9F-6242-7A8E-A625E008C670}"/>
              </a:ext>
            </a:extLst>
          </p:cNvPr>
          <p:cNvCxnSpPr>
            <a:cxnSpLocks/>
          </p:cNvCxnSpPr>
          <p:nvPr/>
        </p:nvCxnSpPr>
        <p:spPr>
          <a:xfrm>
            <a:off x="5138591" y="2518806"/>
            <a:ext cx="1015377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C1A3E06-851C-2A51-13B0-E0406F11C19F}"/>
              </a:ext>
            </a:extLst>
          </p:cNvPr>
          <p:cNvCxnSpPr/>
          <p:nvPr/>
        </p:nvCxnSpPr>
        <p:spPr>
          <a:xfrm>
            <a:off x="6973001" y="2518806"/>
            <a:ext cx="690008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Picture 41" descr="A close up of a text&#10;&#10;AI-generated content may be incorrect.">
            <a:extLst>
              <a:ext uri="{FF2B5EF4-FFF2-40B4-BE49-F238E27FC236}">
                <a16:creationId xmlns:a16="http://schemas.microsoft.com/office/drawing/2014/main" id="{32AFE5A1-FD14-9CD1-504A-B8547D8AB47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8546" y="3183738"/>
            <a:ext cx="5176431" cy="3211452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140015B-75D7-CCF4-28C9-7E8F59793B48}"/>
              </a:ext>
            </a:extLst>
          </p:cNvPr>
          <p:cNvCxnSpPr>
            <a:cxnSpLocks/>
          </p:cNvCxnSpPr>
          <p:nvPr/>
        </p:nvCxnSpPr>
        <p:spPr>
          <a:xfrm>
            <a:off x="7332029" y="4106386"/>
            <a:ext cx="410677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9B62AE5E-B40B-965F-C41C-7D7A241B2D13}"/>
              </a:ext>
            </a:extLst>
          </p:cNvPr>
          <p:cNvCxnSpPr/>
          <p:nvPr/>
        </p:nvCxnSpPr>
        <p:spPr>
          <a:xfrm flipV="1">
            <a:off x="8364236" y="4886150"/>
            <a:ext cx="3461256" cy="72927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E33A8700-418A-DFFD-5DB0-027974C354CA}"/>
              </a:ext>
            </a:extLst>
          </p:cNvPr>
          <p:cNvCxnSpPr/>
          <p:nvPr/>
        </p:nvCxnSpPr>
        <p:spPr>
          <a:xfrm>
            <a:off x="7062758" y="5413472"/>
            <a:ext cx="897571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7E01AA55-5E4E-3783-C89F-FCBD917A7B99}"/>
              </a:ext>
            </a:extLst>
          </p:cNvPr>
          <p:cNvCxnSpPr>
            <a:cxnSpLocks/>
          </p:cNvCxnSpPr>
          <p:nvPr/>
        </p:nvCxnSpPr>
        <p:spPr>
          <a:xfrm flipV="1">
            <a:off x="583421" y="5250788"/>
            <a:ext cx="5273227" cy="44878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9CC7A61F-A3C4-9BF9-9640-71B3E370106B}"/>
              </a:ext>
            </a:extLst>
          </p:cNvPr>
          <p:cNvCxnSpPr>
            <a:cxnSpLocks/>
          </p:cNvCxnSpPr>
          <p:nvPr/>
        </p:nvCxnSpPr>
        <p:spPr>
          <a:xfrm>
            <a:off x="2973202" y="5015175"/>
            <a:ext cx="1093184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34786E88-9AFE-7808-7D90-5B020908F88D}"/>
                  </a:ext>
                </a:extLst>
              </p14:cNvPr>
              <p14:cNvContentPartPr/>
              <p14:nvPr/>
            </p14:nvContentPartPr>
            <p14:xfrm>
              <a:off x="734586" y="3138873"/>
              <a:ext cx="751320" cy="30564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34786E88-9AFE-7808-7D90-5B020908F88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25586" y="3130233"/>
                <a:ext cx="768960" cy="32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9D5DB3AC-A9AE-8212-73DC-144FCE4B6973}"/>
                  </a:ext>
                </a:extLst>
              </p14:cNvPr>
              <p14:cNvContentPartPr/>
              <p14:nvPr/>
            </p14:nvContentPartPr>
            <p14:xfrm>
              <a:off x="7742706" y="3691473"/>
              <a:ext cx="808200" cy="41868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9D5DB3AC-A9AE-8212-73DC-144FCE4B6973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733706" y="3682473"/>
                <a:ext cx="825840" cy="436320"/>
              </a:xfrm>
              <a:prstGeom prst="rect">
                <a:avLst/>
              </a:prstGeom>
            </p:spPr>
          </p:pic>
        </mc:Fallback>
      </mc:AlternateContent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4843F0D1-64F6-46CA-3D9C-9F6E5DC1D8E5}"/>
              </a:ext>
            </a:extLst>
          </p:cNvPr>
          <p:cNvCxnSpPr/>
          <p:nvPr/>
        </p:nvCxnSpPr>
        <p:spPr>
          <a:xfrm>
            <a:off x="638161" y="3714126"/>
            <a:ext cx="4332545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0804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0" grpId="0"/>
      <p:bldP spid="3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01C5A-1621-A231-DBFA-E56A75DF3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190734"/>
            <a:ext cx="10058400" cy="443175"/>
          </a:xfrm>
        </p:spPr>
        <p:txBody>
          <a:bodyPr>
            <a:normAutofit fontScale="90000"/>
          </a:bodyPr>
          <a:lstStyle/>
          <a:p>
            <a:r>
              <a:rPr lang="en-US" sz="4500" dirty="0">
                <a:solidFill>
                  <a:srgbClr val="FF0000"/>
                </a:solidFill>
              </a:rPr>
              <a:t>Reading 1 – understand the main idea</a:t>
            </a:r>
          </a:p>
        </p:txBody>
      </p:sp>
      <p:pic>
        <p:nvPicPr>
          <p:cNvPr id="5" name="Content Placeholder 4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DF2F6D93-EF78-753D-8A71-74654D2DB7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3328" y="993129"/>
            <a:ext cx="8763364" cy="1880499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01CBA8F9-8317-832F-44F6-CD04BEA6561C}"/>
                  </a:ext>
                </a:extLst>
              </p14:cNvPr>
              <p14:cNvContentPartPr/>
              <p14:nvPr/>
            </p14:nvContentPartPr>
            <p14:xfrm>
              <a:off x="1559346" y="2412033"/>
              <a:ext cx="388800" cy="3855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01CBA8F9-8317-832F-44F6-CD04BEA6561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50706" y="2403393"/>
                <a:ext cx="406440" cy="403200"/>
              </a:xfrm>
              <a:prstGeom prst="rect">
                <a:avLst/>
              </a:prstGeom>
            </p:spPr>
          </p:pic>
        </mc:Fallback>
      </mc:AlternateContent>
      <p:pic>
        <p:nvPicPr>
          <p:cNvPr id="8" name="Picture 7" descr="A text on a page&#10;&#10;AI-generated content may be incorrect.">
            <a:extLst>
              <a:ext uri="{FF2B5EF4-FFF2-40B4-BE49-F238E27FC236}">
                <a16:creationId xmlns:a16="http://schemas.microsoft.com/office/drawing/2014/main" id="{F76AB473-8F13-D00F-6ECF-B051AD3D3C0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9" y="2991434"/>
            <a:ext cx="5779979" cy="3740345"/>
          </a:xfrm>
          <a:prstGeom prst="rect">
            <a:avLst/>
          </a:prstGeom>
        </p:spPr>
      </p:pic>
      <p:pic>
        <p:nvPicPr>
          <p:cNvPr id="10" name="Picture 9" descr="A page of a book&#10;&#10;AI-generated content may be incorrect.">
            <a:extLst>
              <a:ext uri="{FF2B5EF4-FFF2-40B4-BE49-F238E27FC236}">
                <a16:creationId xmlns:a16="http://schemas.microsoft.com/office/drawing/2014/main" id="{20F07284-758A-5687-A579-85C87E73919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799" y="2991433"/>
            <a:ext cx="5843753" cy="3611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059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55FE5-3922-0CB7-AF06-72E32974D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151466"/>
            <a:ext cx="10058400" cy="415126"/>
          </a:xfrm>
        </p:spPr>
        <p:txBody>
          <a:bodyPr>
            <a:noAutofit/>
          </a:bodyPr>
          <a:lstStyle/>
          <a:p>
            <a:r>
              <a:rPr lang="en-US" sz="4500" dirty="0">
                <a:solidFill>
                  <a:srgbClr val="FF0000"/>
                </a:solidFill>
              </a:rPr>
              <a:t>Comprehension check </a:t>
            </a:r>
          </a:p>
        </p:txBody>
      </p:sp>
      <p:pic>
        <p:nvPicPr>
          <p:cNvPr id="5" name="Content Placeholder 4" descr="A chart with text on it&#10;&#10;AI-generated content may be incorrect.">
            <a:extLst>
              <a:ext uri="{FF2B5EF4-FFF2-40B4-BE49-F238E27FC236}">
                <a16:creationId xmlns:a16="http://schemas.microsoft.com/office/drawing/2014/main" id="{DE6CD36D-B19B-94A5-2CBD-3506281DBA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291" y="689533"/>
            <a:ext cx="11916861" cy="304326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18DA6AB-58F4-8F45-F314-01FAB04C6B7F}"/>
              </a:ext>
            </a:extLst>
          </p:cNvPr>
          <p:cNvSpPr txBox="1"/>
          <p:nvPr/>
        </p:nvSpPr>
        <p:spPr>
          <a:xfrm>
            <a:off x="3921261" y="825118"/>
            <a:ext cx="9087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p.27</a:t>
            </a:r>
          </a:p>
        </p:txBody>
      </p:sp>
      <p:pic>
        <p:nvPicPr>
          <p:cNvPr id="8" name="Picture 7" descr="A close-up of a book&#10;&#10;AI-generated content may be incorrect.">
            <a:extLst>
              <a:ext uri="{FF2B5EF4-FFF2-40B4-BE49-F238E27FC236}">
                <a16:creationId xmlns:a16="http://schemas.microsoft.com/office/drawing/2014/main" id="{9D54A20A-FE26-CCD9-E721-BEF4EE83D0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591" y="3767551"/>
            <a:ext cx="6149971" cy="297374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950EFD2-3870-66F6-AFD8-E32381747964}"/>
              </a:ext>
            </a:extLst>
          </p:cNvPr>
          <p:cNvSpPr txBox="1"/>
          <p:nvPr/>
        </p:nvSpPr>
        <p:spPr>
          <a:xfrm>
            <a:off x="1008960" y="2809463"/>
            <a:ext cx="17053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He went to the library near his home.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98D447-BAD0-B882-2C55-AAE3F13BF11D}"/>
              </a:ext>
            </a:extLst>
          </p:cNvPr>
          <p:cNvSpPr txBox="1"/>
          <p:nvPr/>
        </p:nvSpPr>
        <p:spPr>
          <a:xfrm>
            <a:off x="3169545" y="2809463"/>
            <a:ext cx="17053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He looked at the pictures and diagrams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1CE0759-3861-DF59-B3DB-E2CB01A45423}"/>
              </a:ext>
            </a:extLst>
          </p:cNvPr>
          <p:cNvSpPr txBox="1"/>
          <p:nvPr/>
        </p:nvSpPr>
        <p:spPr>
          <a:xfrm>
            <a:off x="5177861" y="1452942"/>
            <a:ext cx="257490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rgbClr val="FF0000"/>
                </a:solidFill>
              </a:rPr>
              <a:t>He didn’t have the parts and equipment that he saw in the book’s diagrams, and he couldn’t buy them.</a:t>
            </a:r>
          </a:p>
        </p:txBody>
      </p:sp>
      <p:sp>
        <p:nvSpPr>
          <p:cNvPr id="15" name="Left Bracket 14">
            <a:extLst>
              <a:ext uri="{FF2B5EF4-FFF2-40B4-BE49-F238E27FC236}">
                <a16:creationId xmlns:a16="http://schemas.microsoft.com/office/drawing/2014/main" id="{85B7144C-BC43-B9B2-F072-4FB3835BB894}"/>
              </a:ext>
            </a:extLst>
          </p:cNvPr>
          <p:cNvSpPr/>
          <p:nvPr/>
        </p:nvSpPr>
        <p:spPr>
          <a:xfrm>
            <a:off x="863912" y="1368795"/>
            <a:ext cx="205936" cy="2300025"/>
          </a:xfrm>
          <a:prstGeom prst="leftBracket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ight Bracket 15">
            <a:extLst>
              <a:ext uri="{FF2B5EF4-FFF2-40B4-BE49-F238E27FC236}">
                <a16:creationId xmlns:a16="http://schemas.microsoft.com/office/drawing/2014/main" id="{F65E50E0-B051-490E-2B5C-4A5D65D0FAC8}"/>
              </a:ext>
            </a:extLst>
          </p:cNvPr>
          <p:cNvSpPr/>
          <p:nvPr/>
        </p:nvSpPr>
        <p:spPr>
          <a:xfrm>
            <a:off x="7337639" y="1194450"/>
            <a:ext cx="173904" cy="2429491"/>
          </a:xfrm>
          <a:prstGeom prst="rightBracket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CD169A9-A97D-404E-7E2C-17B31D36663F}"/>
              </a:ext>
            </a:extLst>
          </p:cNvPr>
          <p:cNvCxnSpPr>
            <a:cxnSpLocks/>
          </p:cNvCxnSpPr>
          <p:nvPr/>
        </p:nvCxnSpPr>
        <p:spPr>
          <a:xfrm>
            <a:off x="2019535" y="1619037"/>
            <a:ext cx="807813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BCA34C4-DB20-B66B-9238-7C57E18E6532}"/>
              </a:ext>
            </a:extLst>
          </p:cNvPr>
          <p:cNvCxnSpPr/>
          <p:nvPr/>
        </p:nvCxnSpPr>
        <p:spPr>
          <a:xfrm>
            <a:off x="3708088" y="1619037"/>
            <a:ext cx="835863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F0E28DF4-4F4B-ADEA-3FD2-5ED018DBACFD}"/>
                  </a:ext>
                </a:extLst>
              </p14:cNvPr>
              <p14:cNvContentPartPr/>
              <p14:nvPr/>
            </p14:nvContentPartPr>
            <p14:xfrm>
              <a:off x="4686951" y="4087025"/>
              <a:ext cx="286200" cy="25524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F0E28DF4-4F4B-ADEA-3FD2-5ED018DBACF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78311" y="4078385"/>
                <a:ext cx="303840" cy="27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18967602-B908-A628-34E4-4C39151DF783}"/>
                  </a:ext>
                </a:extLst>
              </p14:cNvPr>
              <p14:cNvContentPartPr/>
              <p14:nvPr/>
            </p14:nvContentPartPr>
            <p14:xfrm>
              <a:off x="1363164" y="5254421"/>
              <a:ext cx="286200" cy="24840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18967602-B908-A628-34E4-4C39151DF78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354164" y="5245421"/>
                <a:ext cx="303840" cy="266040"/>
              </a:xfrm>
              <a:prstGeom prst="rect">
                <a:avLst/>
              </a:prstGeom>
            </p:spPr>
          </p:pic>
        </mc:Fallback>
      </mc:AlternateContent>
      <p:pic>
        <p:nvPicPr>
          <p:cNvPr id="30" name="Picture 29" descr="A close up of text&#10;&#10;AI-generated content may be incorrect.">
            <a:extLst>
              <a:ext uri="{FF2B5EF4-FFF2-40B4-BE49-F238E27FC236}">
                <a16:creationId xmlns:a16="http://schemas.microsoft.com/office/drawing/2014/main" id="{D7806CD4-071E-DB97-A030-2A0000E71DA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0451" y="3668820"/>
            <a:ext cx="5609814" cy="304326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F84E6AEB-BBD1-5703-6580-3810C93AC034}"/>
                  </a:ext>
                </a:extLst>
              </p14:cNvPr>
              <p14:cNvContentPartPr/>
              <p14:nvPr/>
            </p14:nvContentPartPr>
            <p14:xfrm>
              <a:off x="9255358" y="5780387"/>
              <a:ext cx="315360" cy="38808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F84E6AEB-BBD1-5703-6580-3810C93AC03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246718" y="5771747"/>
                <a:ext cx="333000" cy="405720"/>
              </a:xfrm>
              <a:prstGeom prst="rect">
                <a:avLst/>
              </a:prstGeom>
            </p:spPr>
          </p:pic>
        </mc:Fallback>
      </mc:AlternateContent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F6B6E43-EE10-003D-953E-BD31FE72F203}"/>
              </a:ext>
            </a:extLst>
          </p:cNvPr>
          <p:cNvCxnSpPr/>
          <p:nvPr/>
        </p:nvCxnSpPr>
        <p:spPr>
          <a:xfrm>
            <a:off x="617080" y="5716402"/>
            <a:ext cx="1890508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E4415E8-1EAB-AA11-E550-85DB1328308A}"/>
              </a:ext>
            </a:extLst>
          </p:cNvPr>
          <p:cNvCxnSpPr>
            <a:cxnSpLocks/>
          </p:cNvCxnSpPr>
          <p:nvPr/>
        </p:nvCxnSpPr>
        <p:spPr>
          <a:xfrm>
            <a:off x="555372" y="5952015"/>
            <a:ext cx="1666115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464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2" grpId="0"/>
      <p:bldP spid="15" grpId="0" animBg="1"/>
      <p:bldP spid="1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ED4F4-8836-703A-287D-E3BEC12B9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B6059-3033-028E-E8A3-2349F682B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151466"/>
            <a:ext cx="10058400" cy="415126"/>
          </a:xfrm>
        </p:spPr>
        <p:txBody>
          <a:bodyPr>
            <a:noAutofit/>
          </a:bodyPr>
          <a:lstStyle/>
          <a:p>
            <a:r>
              <a:rPr lang="en-US" sz="4500" dirty="0">
                <a:solidFill>
                  <a:srgbClr val="FF0000"/>
                </a:solidFill>
              </a:rPr>
              <a:t>Comprehension check </a:t>
            </a:r>
          </a:p>
        </p:txBody>
      </p:sp>
      <p:pic>
        <p:nvPicPr>
          <p:cNvPr id="5" name="Content Placeholder 4" descr="A chart with text on it&#10;&#10;AI-generated content may be incorrect.">
            <a:extLst>
              <a:ext uri="{FF2B5EF4-FFF2-40B4-BE49-F238E27FC236}">
                <a16:creationId xmlns:a16="http://schemas.microsoft.com/office/drawing/2014/main" id="{1DEFC719-94E4-F2D3-907C-2275BE05A8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291" y="689533"/>
            <a:ext cx="11916861" cy="304326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F32EE0-B8A6-352E-616D-5F8DD7022A9D}"/>
              </a:ext>
            </a:extLst>
          </p:cNvPr>
          <p:cNvSpPr txBox="1"/>
          <p:nvPr/>
        </p:nvSpPr>
        <p:spPr>
          <a:xfrm>
            <a:off x="3921261" y="825118"/>
            <a:ext cx="9087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p.27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B7E009-D6BE-D05C-FF81-DC060BA92D27}"/>
              </a:ext>
            </a:extLst>
          </p:cNvPr>
          <p:cNvSpPr txBox="1"/>
          <p:nvPr/>
        </p:nvSpPr>
        <p:spPr>
          <a:xfrm>
            <a:off x="1008960" y="2809463"/>
            <a:ext cx="17053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He went to the library near his home.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534332-D156-14EE-C065-31E4D960ACB6}"/>
              </a:ext>
            </a:extLst>
          </p:cNvPr>
          <p:cNvSpPr txBox="1"/>
          <p:nvPr/>
        </p:nvSpPr>
        <p:spPr>
          <a:xfrm>
            <a:off x="3169545" y="2809463"/>
            <a:ext cx="17053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He looked at the pictures and diagrams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30AE25A-A55C-05F7-10F5-D266042F4602}"/>
              </a:ext>
            </a:extLst>
          </p:cNvPr>
          <p:cNvSpPr txBox="1"/>
          <p:nvPr/>
        </p:nvSpPr>
        <p:spPr>
          <a:xfrm>
            <a:off x="5177861" y="1452942"/>
            <a:ext cx="257490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rgbClr val="FF0000"/>
                </a:solidFill>
              </a:rPr>
              <a:t>He didn’t have the parts and equipment that he saw in the book’s diagrams, and he couldn’t buy them.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0EED444-7101-9FE3-7820-656BD9455855}"/>
              </a:ext>
            </a:extLst>
          </p:cNvPr>
          <p:cNvSpPr txBox="1"/>
          <p:nvPr/>
        </p:nvSpPr>
        <p:spPr>
          <a:xfrm>
            <a:off x="7511543" y="2908848"/>
            <a:ext cx="21990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William built a second windmill.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9C8C68B-E317-1B2C-AA73-92BE63923A30}"/>
              </a:ext>
            </a:extLst>
          </p:cNvPr>
          <p:cNvSpPr txBox="1"/>
          <p:nvPr/>
        </p:nvSpPr>
        <p:spPr>
          <a:xfrm>
            <a:off x="9710591" y="2805256"/>
            <a:ext cx="22719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William taught other people how to build windmills</a:t>
            </a:r>
          </a:p>
        </p:txBody>
      </p:sp>
      <p:sp>
        <p:nvSpPr>
          <p:cNvPr id="15" name="Left Bracket 14">
            <a:extLst>
              <a:ext uri="{FF2B5EF4-FFF2-40B4-BE49-F238E27FC236}">
                <a16:creationId xmlns:a16="http://schemas.microsoft.com/office/drawing/2014/main" id="{DD266B52-84D1-2BF3-8AF7-D6C095E42ED7}"/>
              </a:ext>
            </a:extLst>
          </p:cNvPr>
          <p:cNvSpPr/>
          <p:nvPr/>
        </p:nvSpPr>
        <p:spPr>
          <a:xfrm>
            <a:off x="863912" y="1368795"/>
            <a:ext cx="205936" cy="2300025"/>
          </a:xfrm>
          <a:prstGeom prst="leftBracket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ight Bracket 15">
            <a:extLst>
              <a:ext uri="{FF2B5EF4-FFF2-40B4-BE49-F238E27FC236}">
                <a16:creationId xmlns:a16="http://schemas.microsoft.com/office/drawing/2014/main" id="{FAF9D521-9693-27E0-3226-6CEC6C2246CB}"/>
              </a:ext>
            </a:extLst>
          </p:cNvPr>
          <p:cNvSpPr/>
          <p:nvPr/>
        </p:nvSpPr>
        <p:spPr>
          <a:xfrm>
            <a:off x="7337639" y="1194450"/>
            <a:ext cx="173904" cy="2429491"/>
          </a:xfrm>
          <a:prstGeom prst="rightBracket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8C54EEC-6EC5-964D-2614-BB01B8718122}"/>
              </a:ext>
            </a:extLst>
          </p:cNvPr>
          <p:cNvCxnSpPr>
            <a:cxnSpLocks/>
          </p:cNvCxnSpPr>
          <p:nvPr/>
        </p:nvCxnSpPr>
        <p:spPr>
          <a:xfrm>
            <a:off x="2019535" y="1619037"/>
            <a:ext cx="807813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D93B7D6-A41F-5417-9E2B-9992AFF973BE}"/>
              </a:ext>
            </a:extLst>
          </p:cNvPr>
          <p:cNvCxnSpPr/>
          <p:nvPr/>
        </p:nvCxnSpPr>
        <p:spPr>
          <a:xfrm>
            <a:off x="3708088" y="1619037"/>
            <a:ext cx="835863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close-up of a text&#10;&#10;AI-generated content may be incorrect.">
            <a:extLst>
              <a:ext uri="{FF2B5EF4-FFF2-40B4-BE49-F238E27FC236}">
                <a16:creationId xmlns:a16="http://schemas.microsoft.com/office/drawing/2014/main" id="{72A6297C-A289-1D24-281F-041E39D977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805" y="3884376"/>
            <a:ext cx="6209558" cy="2709173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61CA837-5D42-E2A6-FCF8-1BCF3F049956}"/>
              </a:ext>
            </a:extLst>
          </p:cNvPr>
          <p:cNvCxnSpPr>
            <a:cxnSpLocks/>
          </p:cNvCxnSpPr>
          <p:nvPr/>
        </p:nvCxnSpPr>
        <p:spPr>
          <a:xfrm>
            <a:off x="4998346" y="5738842"/>
            <a:ext cx="1402454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57688B2-1B2A-5493-5354-9E8C8FF9827E}"/>
              </a:ext>
            </a:extLst>
          </p:cNvPr>
          <p:cNvCxnSpPr/>
          <p:nvPr/>
        </p:nvCxnSpPr>
        <p:spPr>
          <a:xfrm>
            <a:off x="4409315" y="5761282"/>
            <a:ext cx="465614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5D83DA8-165F-0033-FE21-58674D029025}"/>
              </a:ext>
            </a:extLst>
          </p:cNvPr>
          <p:cNvGrpSpPr/>
          <p:nvPr/>
        </p:nvGrpSpPr>
        <p:grpSpPr>
          <a:xfrm>
            <a:off x="3837066" y="5383263"/>
            <a:ext cx="792000" cy="205920"/>
            <a:chOff x="3837066" y="5383263"/>
            <a:chExt cx="792000" cy="205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4BC00C48-CDEF-A196-4518-20F8DC746130}"/>
                    </a:ext>
                  </a:extLst>
                </p14:cNvPr>
                <p14:cNvContentPartPr/>
                <p14:nvPr/>
              </p14:nvContentPartPr>
              <p14:xfrm>
                <a:off x="3880626" y="5383263"/>
                <a:ext cx="748440" cy="1832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4BC00C48-CDEF-A196-4518-20F8DC74613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871986" y="5374623"/>
                  <a:ext cx="76608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8F23A961-4564-9EDA-59B1-FF62D1569A2A}"/>
                    </a:ext>
                  </a:extLst>
                </p14:cNvPr>
                <p14:cNvContentPartPr/>
                <p14:nvPr/>
              </p14:nvContentPartPr>
              <p14:xfrm>
                <a:off x="3837066" y="5448783"/>
                <a:ext cx="111960" cy="1404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8F23A961-4564-9EDA-59B1-FF62D1569A2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828066" y="5439783"/>
                  <a:ext cx="129600" cy="158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945A799F-B45B-6C37-B970-9FCA128F83E3}"/>
                  </a:ext>
                </a:extLst>
              </p14:cNvPr>
              <p14:cNvContentPartPr/>
              <p14:nvPr/>
            </p14:nvContentPartPr>
            <p14:xfrm>
              <a:off x="1554306" y="5842263"/>
              <a:ext cx="790200" cy="33948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945A799F-B45B-6C37-B970-9FCA128F83E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545666" y="5833263"/>
                <a:ext cx="807840" cy="35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E1770A74-8B1E-8931-94DE-64BE149BC2B0}"/>
                  </a:ext>
                </a:extLst>
              </p14:cNvPr>
              <p14:cNvContentPartPr/>
              <p14:nvPr/>
            </p14:nvContentPartPr>
            <p14:xfrm>
              <a:off x="1693626" y="5451663"/>
              <a:ext cx="518760" cy="36432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E1770A74-8B1E-8931-94DE-64BE149BC2B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684986" y="5442663"/>
                <a:ext cx="536400" cy="381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5355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08ABC-50C5-C751-FE9B-BBF7ED945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162685"/>
            <a:ext cx="10058400" cy="690007"/>
          </a:xfrm>
        </p:spPr>
        <p:txBody>
          <a:bodyPr>
            <a:normAutofit fontScale="90000"/>
          </a:bodyPr>
          <a:lstStyle/>
          <a:p>
            <a:r>
              <a:rPr lang="en-US" sz="4500" dirty="0">
                <a:solidFill>
                  <a:srgbClr val="FF0000"/>
                </a:solidFill>
              </a:rPr>
              <a:t>Vocabulary extension</a:t>
            </a:r>
          </a:p>
        </p:txBody>
      </p:sp>
      <p:pic>
        <p:nvPicPr>
          <p:cNvPr id="5" name="Content Placeholder 4" descr="A screenshot of a test&#10;&#10;AI-generated content may be incorrect.">
            <a:extLst>
              <a:ext uri="{FF2B5EF4-FFF2-40B4-BE49-F238E27FC236}">
                <a16:creationId xmlns:a16="http://schemas.microsoft.com/office/drawing/2014/main" id="{62923DED-4A1D-A16C-5711-5B96A4782C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576" y="852692"/>
            <a:ext cx="11113278" cy="5750061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F52A8C1-4248-0FD5-73D2-1D76EF0391C1}"/>
              </a:ext>
            </a:extLst>
          </p:cNvPr>
          <p:cNvSpPr txBox="1"/>
          <p:nvPr/>
        </p:nvSpPr>
        <p:spPr>
          <a:xfrm>
            <a:off x="1542699" y="4442974"/>
            <a:ext cx="684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C47DAE-F74B-D88D-E96A-1CD67A24C52E}"/>
              </a:ext>
            </a:extLst>
          </p:cNvPr>
          <p:cNvSpPr txBox="1"/>
          <p:nvPr/>
        </p:nvSpPr>
        <p:spPr>
          <a:xfrm>
            <a:off x="1542699" y="4812306"/>
            <a:ext cx="684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7B92E5-5643-D5A6-6152-12CD2C4FD36D}"/>
              </a:ext>
            </a:extLst>
          </p:cNvPr>
          <p:cNvSpPr txBox="1"/>
          <p:nvPr/>
        </p:nvSpPr>
        <p:spPr>
          <a:xfrm>
            <a:off x="1542699" y="5312496"/>
            <a:ext cx="600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04386A-C62F-6622-0E00-B766EAEA4655}"/>
              </a:ext>
            </a:extLst>
          </p:cNvPr>
          <p:cNvSpPr txBox="1"/>
          <p:nvPr/>
        </p:nvSpPr>
        <p:spPr>
          <a:xfrm>
            <a:off x="1542699" y="5681828"/>
            <a:ext cx="600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47A94D7-9804-B2D5-D73E-7BBD6716C959}"/>
              </a:ext>
            </a:extLst>
          </p:cNvPr>
          <p:cNvSpPr txBox="1"/>
          <p:nvPr/>
        </p:nvSpPr>
        <p:spPr>
          <a:xfrm>
            <a:off x="1579162" y="6139886"/>
            <a:ext cx="5273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b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D8115C2-98A5-7A60-817A-F851A67125B5}"/>
              </a:ext>
            </a:extLst>
          </p:cNvPr>
          <p:cNvCxnSpPr/>
          <p:nvPr/>
        </p:nvCxnSpPr>
        <p:spPr>
          <a:xfrm>
            <a:off x="4297119" y="4762734"/>
            <a:ext cx="1419283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2339FF3-CDDF-9AAE-94B3-B9DBB2316DE1}"/>
              </a:ext>
            </a:extLst>
          </p:cNvPr>
          <p:cNvCxnSpPr/>
          <p:nvPr/>
        </p:nvCxnSpPr>
        <p:spPr>
          <a:xfrm>
            <a:off x="3197595" y="5181638"/>
            <a:ext cx="2898405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DEB4742-9A2E-F339-5397-948CC5E8F874}"/>
              </a:ext>
            </a:extLst>
          </p:cNvPr>
          <p:cNvCxnSpPr/>
          <p:nvPr/>
        </p:nvCxnSpPr>
        <p:spPr>
          <a:xfrm>
            <a:off x="5334935" y="5592987"/>
            <a:ext cx="1733433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62CB6A6-4F02-6501-FCF8-13A32414F075}"/>
              </a:ext>
            </a:extLst>
          </p:cNvPr>
          <p:cNvCxnSpPr/>
          <p:nvPr/>
        </p:nvCxnSpPr>
        <p:spPr>
          <a:xfrm>
            <a:off x="3248084" y="6004450"/>
            <a:ext cx="1576358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9211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75031-07FD-4916-E0D3-92324A531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95368"/>
            <a:ext cx="10058400" cy="605860"/>
          </a:xfrm>
        </p:spPr>
        <p:txBody>
          <a:bodyPr>
            <a:normAutofit fontScale="90000"/>
          </a:bodyPr>
          <a:lstStyle/>
          <a:p>
            <a:r>
              <a:rPr lang="en-US" sz="4500" dirty="0">
                <a:solidFill>
                  <a:srgbClr val="FF0000"/>
                </a:solidFill>
              </a:rPr>
              <a:t>Reading 2 – building vocabulary</a:t>
            </a:r>
          </a:p>
        </p:txBody>
      </p:sp>
      <p:pic>
        <p:nvPicPr>
          <p:cNvPr id="5" name="Content Placeholder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AFFB7A79-B328-C87D-8D66-98879B963A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046" y="701228"/>
            <a:ext cx="5799100" cy="5957368"/>
          </a:xfrm>
        </p:spPr>
      </p:pic>
      <p:pic>
        <p:nvPicPr>
          <p:cNvPr id="7" name="Picture 6" descr="A paper with text on it&#10;&#10;AI-generated content may be incorrect.">
            <a:extLst>
              <a:ext uri="{FF2B5EF4-FFF2-40B4-BE49-F238E27FC236}">
                <a16:creationId xmlns:a16="http://schemas.microsoft.com/office/drawing/2014/main" id="{BBD79E81-B779-A75A-C401-983DB7A475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701228"/>
            <a:ext cx="5842109" cy="606140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44E455E-152A-FF93-DA9C-1D336781928A}"/>
              </a:ext>
            </a:extLst>
          </p:cNvPr>
          <p:cNvSpPr txBox="1"/>
          <p:nvPr/>
        </p:nvSpPr>
        <p:spPr>
          <a:xfrm>
            <a:off x="8403504" y="807813"/>
            <a:ext cx="987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effort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AA9D43-3301-7958-3274-889F9E13D513}"/>
              </a:ext>
            </a:extLst>
          </p:cNvPr>
          <p:cNvSpPr txBox="1"/>
          <p:nvPr/>
        </p:nvSpPr>
        <p:spPr>
          <a:xfrm>
            <a:off x="6574703" y="1177145"/>
            <a:ext cx="11387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rural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BAFB6F-F39A-EB6E-C57C-99E951A1D2E1}"/>
              </a:ext>
            </a:extLst>
          </p:cNvPr>
          <p:cNvSpPr txBox="1"/>
          <p:nvPr/>
        </p:nvSpPr>
        <p:spPr>
          <a:xfrm>
            <a:off x="6776657" y="1750263"/>
            <a:ext cx="11387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benefit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76968A-84A8-509D-15B7-5434DC04240D}"/>
              </a:ext>
            </a:extLst>
          </p:cNvPr>
          <p:cNvSpPr txBox="1"/>
          <p:nvPr/>
        </p:nvSpPr>
        <p:spPr>
          <a:xfrm>
            <a:off x="8302527" y="2249536"/>
            <a:ext cx="1189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disease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591843-7B75-528A-3ADB-318793D5814E}"/>
              </a:ext>
            </a:extLst>
          </p:cNvPr>
          <p:cNvSpPr txBox="1"/>
          <p:nvPr/>
        </p:nvSpPr>
        <p:spPr>
          <a:xfrm>
            <a:off x="8201551" y="2793688"/>
            <a:ext cx="1189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valuable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6839EE-F226-D8B9-4418-95BF0BF5F1D3}"/>
              </a:ext>
            </a:extLst>
          </p:cNvPr>
          <p:cNvSpPr txBox="1"/>
          <p:nvPr/>
        </p:nvSpPr>
        <p:spPr>
          <a:xfrm>
            <a:off x="6241854" y="4156874"/>
            <a:ext cx="1437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innovations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4D2167-6A27-BDE4-444F-4BEDAA280E55}"/>
              </a:ext>
            </a:extLst>
          </p:cNvPr>
          <p:cNvSpPr txBox="1"/>
          <p:nvPr/>
        </p:nvSpPr>
        <p:spPr>
          <a:xfrm>
            <a:off x="9102136" y="4082542"/>
            <a:ext cx="15090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dramatically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F5BA29E-3EAA-5A80-D0A2-BEEB2FBC84D2}"/>
              </a:ext>
            </a:extLst>
          </p:cNvPr>
          <p:cNvSpPr txBox="1"/>
          <p:nvPr/>
        </p:nvSpPr>
        <p:spPr>
          <a:xfrm>
            <a:off x="10041571" y="5132982"/>
            <a:ext cx="1015376" cy="3758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store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B818B91-F5A8-87BE-D9D9-250AB210A555}"/>
              </a:ext>
            </a:extLst>
          </p:cNvPr>
          <p:cNvSpPr txBox="1"/>
          <p:nvPr/>
        </p:nvSpPr>
        <p:spPr>
          <a:xfrm>
            <a:off x="8717654" y="5643475"/>
            <a:ext cx="1189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install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CF677C7-9B45-5C10-E7FF-EA1499B36338}"/>
              </a:ext>
            </a:extLst>
          </p:cNvPr>
          <p:cNvSpPr txBox="1"/>
          <p:nvPr/>
        </p:nvSpPr>
        <p:spPr>
          <a:xfrm>
            <a:off x="7346053" y="6156772"/>
            <a:ext cx="1581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containers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3662175D-9780-1679-4315-7D021AF16E68}"/>
                  </a:ext>
                </a:extLst>
              </p14:cNvPr>
              <p14:cNvContentPartPr/>
              <p14:nvPr/>
            </p14:nvContentPartPr>
            <p14:xfrm>
              <a:off x="8817666" y="1027473"/>
              <a:ext cx="3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3662175D-9780-1679-4315-7D021AF16E6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808666" y="1018473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16716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/>
      <p:bldP spid="8" grpId="0"/>
      <p:bldP spid="9" grpId="0"/>
      <p:bldP spid="10" grpId="0"/>
      <p:bldP spid="11" grpId="0"/>
      <p:bldP spid="12" grpId="0"/>
      <p:bldP spid="13" grpId="0"/>
      <p:bldP spid="1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579AA-5B81-DA36-B781-99096EC08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106588"/>
            <a:ext cx="10058400" cy="712446"/>
          </a:xfrm>
        </p:spPr>
        <p:txBody>
          <a:bodyPr>
            <a:normAutofit/>
          </a:bodyPr>
          <a:lstStyle/>
          <a:p>
            <a:r>
              <a:rPr lang="en-US" sz="4500" dirty="0">
                <a:solidFill>
                  <a:srgbClr val="FF0000"/>
                </a:solidFill>
              </a:rPr>
              <a:t>Reading 2 - Understand main ideas</a:t>
            </a:r>
          </a:p>
        </p:txBody>
      </p:sp>
      <p:pic>
        <p:nvPicPr>
          <p:cNvPr id="5" name="Content Placeholder 4" descr="A chart of a problem&#10;&#10;AI-generated content may be incorrect.">
            <a:extLst>
              <a:ext uri="{FF2B5EF4-FFF2-40B4-BE49-F238E27FC236}">
                <a16:creationId xmlns:a16="http://schemas.microsoft.com/office/drawing/2014/main" id="{731A0A9A-1F2B-9A23-1782-061D9062FF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760" y="875134"/>
            <a:ext cx="11385413" cy="3130276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990B9DD-BF47-A322-B5A9-6B86C47389D1}"/>
                  </a:ext>
                </a:extLst>
              </p14:cNvPr>
              <p14:cNvContentPartPr/>
              <p14:nvPr/>
            </p14:nvContentPartPr>
            <p14:xfrm>
              <a:off x="6077346" y="2022663"/>
              <a:ext cx="272880" cy="2595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990B9DD-BF47-A322-B5A9-6B86C47389D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068346" y="2014023"/>
                <a:ext cx="290520" cy="277200"/>
              </a:xfrm>
              <a:prstGeom prst="rect">
                <a:avLst/>
              </a:prstGeom>
            </p:spPr>
          </p:pic>
        </mc:Fallback>
      </mc:AlternateContent>
      <p:pic>
        <p:nvPicPr>
          <p:cNvPr id="8" name="Picture 7" descr="A text on a piece of paper&#10;&#10;AI-generated content may be incorrect.">
            <a:extLst>
              <a:ext uri="{FF2B5EF4-FFF2-40B4-BE49-F238E27FC236}">
                <a16:creationId xmlns:a16="http://schemas.microsoft.com/office/drawing/2014/main" id="{7635A01B-06A5-8DEC-645D-EB49504B200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741" y="4164422"/>
            <a:ext cx="8612696" cy="2488820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7F36E11-BA9D-3768-BE3F-81264118579B}"/>
              </a:ext>
            </a:extLst>
          </p:cNvPr>
          <p:cNvCxnSpPr>
            <a:cxnSpLocks/>
          </p:cNvCxnSpPr>
          <p:nvPr/>
        </p:nvCxnSpPr>
        <p:spPr>
          <a:xfrm>
            <a:off x="4173703" y="6120309"/>
            <a:ext cx="1806361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9E4A435-55CB-9752-4029-9E30BCA719D9}"/>
              </a:ext>
            </a:extLst>
          </p:cNvPr>
          <p:cNvCxnSpPr>
            <a:cxnSpLocks/>
          </p:cNvCxnSpPr>
          <p:nvPr/>
        </p:nvCxnSpPr>
        <p:spPr>
          <a:xfrm>
            <a:off x="1206110" y="6512996"/>
            <a:ext cx="5312496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9573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00DE6-C933-5EDE-BDAC-122B367D3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7BA69-4848-2D7F-788E-0391978F2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106588"/>
            <a:ext cx="10058400" cy="712446"/>
          </a:xfrm>
        </p:spPr>
        <p:txBody>
          <a:bodyPr>
            <a:normAutofit/>
          </a:bodyPr>
          <a:lstStyle/>
          <a:p>
            <a:r>
              <a:rPr lang="en-US" sz="4500" dirty="0">
                <a:solidFill>
                  <a:srgbClr val="FF0000"/>
                </a:solidFill>
              </a:rPr>
              <a:t>Reading 2 - Understand main ideas</a:t>
            </a:r>
          </a:p>
        </p:txBody>
      </p:sp>
      <p:pic>
        <p:nvPicPr>
          <p:cNvPr id="5" name="Content Placeholder 4" descr="A chart of a problem&#10;&#10;AI-generated content may be incorrect.">
            <a:extLst>
              <a:ext uri="{FF2B5EF4-FFF2-40B4-BE49-F238E27FC236}">
                <a16:creationId xmlns:a16="http://schemas.microsoft.com/office/drawing/2014/main" id="{E55A8C28-9382-209B-9125-E687687B02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760" y="875134"/>
            <a:ext cx="11385413" cy="3130276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42FC623-2791-BA8E-63B0-C64C00C5DA7F}"/>
                  </a:ext>
                </a:extLst>
              </p14:cNvPr>
              <p14:cNvContentPartPr/>
              <p14:nvPr/>
            </p14:nvContentPartPr>
            <p14:xfrm>
              <a:off x="6077346" y="2022663"/>
              <a:ext cx="272880" cy="2595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990B9DD-BF47-A322-B5A9-6B86C47389D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068346" y="2014023"/>
                <a:ext cx="290520" cy="27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DF523A7-5AC5-C5FD-EA72-7C35FAD764FA}"/>
                  </a:ext>
                </a:extLst>
              </p14:cNvPr>
              <p14:cNvContentPartPr/>
              <p14:nvPr/>
            </p14:nvContentPartPr>
            <p14:xfrm>
              <a:off x="6087426" y="2487423"/>
              <a:ext cx="314280" cy="2491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7C5234F-6B08-DCF6-2A96-E418CF4B85F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078426" y="2478783"/>
                <a:ext cx="331920" cy="266760"/>
              </a:xfrm>
              <a:prstGeom prst="rect">
                <a:avLst/>
              </a:prstGeom>
            </p:spPr>
          </p:pic>
        </mc:Fallback>
      </mc:AlternateContent>
      <p:pic>
        <p:nvPicPr>
          <p:cNvPr id="14" name="Picture 13" descr="A close up of text&#10;&#10;AI-generated content may be incorrect.">
            <a:extLst>
              <a:ext uri="{FF2B5EF4-FFF2-40B4-BE49-F238E27FC236}">
                <a16:creationId xmlns:a16="http://schemas.microsoft.com/office/drawing/2014/main" id="{F3DC97DD-8731-DDA5-F97C-7F8F7A092ED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2708" y="4164422"/>
            <a:ext cx="5905221" cy="2533696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15DDCB4-3449-BC75-386A-9680B1DCECD8}"/>
              </a:ext>
            </a:extLst>
          </p:cNvPr>
          <p:cNvCxnSpPr/>
          <p:nvPr/>
        </p:nvCxnSpPr>
        <p:spPr>
          <a:xfrm flipV="1">
            <a:off x="9059853" y="5054444"/>
            <a:ext cx="1743026" cy="61708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F0DEA21-E2C9-1F56-623D-5CDB51260957}"/>
              </a:ext>
            </a:extLst>
          </p:cNvPr>
          <p:cNvCxnSpPr/>
          <p:nvPr/>
        </p:nvCxnSpPr>
        <p:spPr>
          <a:xfrm flipV="1">
            <a:off x="6563485" y="5431270"/>
            <a:ext cx="1750262" cy="6074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2E0A7967-9B02-F9A8-CD30-9A8069D19B0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7588" y="4428948"/>
            <a:ext cx="5475120" cy="1553918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C719D66-9892-4300-B0B8-4B1BE0EC35A4}"/>
              </a:ext>
            </a:extLst>
          </p:cNvPr>
          <p:cNvCxnSpPr/>
          <p:nvPr/>
        </p:nvCxnSpPr>
        <p:spPr>
          <a:xfrm flipV="1">
            <a:off x="661958" y="5536888"/>
            <a:ext cx="4600049" cy="67318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BB52AEB-0BC2-7631-B3B3-46C3536C32E9}"/>
              </a:ext>
            </a:extLst>
          </p:cNvPr>
          <p:cNvSpPr txBox="1"/>
          <p:nvPr/>
        </p:nvSpPr>
        <p:spPr>
          <a:xfrm>
            <a:off x="3186375" y="5645334"/>
            <a:ext cx="1731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problem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E219AC-72CC-82EC-D9B5-22AB319A6844}"/>
              </a:ext>
            </a:extLst>
          </p:cNvPr>
          <p:cNvSpPr txBox="1"/>
          <p:nvPr/>
        </p:nvSpPr>
        <p:spPr>
          <a:xfrm>
            <a:off x="6810316" y="3900250"/>
            <a:ext cx="1985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solution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1E7C873-8EF7-1C3D-3645-0F3FCC97F684}"/>
              </a:ext>
            </a:extLst>
          </p:cNvPr>
          <p:cNvCxnSpPr/>
          <p:nvPr/>
        </p:nvCxnSpPr>
        <p:spPr>
          <a:xfrm flipV="1">
            <a:off x="6401706" y="4482243"/>
            <a:ext cx="1754966" cy="44878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4709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B2210F-1966-4795-CD7A-504559F21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CD5B9-6E11-FCDB-056D-B51B85722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106588"/>
            <a:ext cx="10058400" cy="712446"/>
          </a:xfrm>
        </p:spPr>
        <p:txBody>
          <a:bodyPr>
            <a:normAutofit/>
          </a:bodyPr>
          <a:lstStyle/>
          <a:p>
            <a:r>
              <a:rPr lang="en-US" sz="4500" dirty="0">
                <a:solidFill>
                  <a:srgbClr val="FF0000"/>
                </a:solidFill>
              </a:rPr>
              <a:t>Reading 2 - Understand main ideas</a:t>
            </a:r>
          </a:p>
        </p:txBody>
      </p:sp>
      <p:pic>
        <p:nvPicPr>
          <p:cNvPr id="5" name="Content Placeholder 4" descr="A chart of a problem&#10;&#10;AI-generated content may be incorrect.">
            <a:extLst>
              <a:ext uri="{FF2B5EF4-FFF2-40B4-BE49-F238E27FC236}">
                <a16:creationId xmlns:a16="http://schemas.microsoft.com/office/drawing/2014/main" id="{AA8677F0-C1AC-D731-C496-E6511FC9D9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760" y="875134"/>
            <a:ext cx="11385413" cy="3130276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3CDA7D5-C8E0-7CA4-4B58-5168D82169D1}"/>
                  </a:ext>
                </a:extLst>
              </p14:cNvPr>
              <p14:cNvContentPartPr/>
              <p14:nvPr/>
            </p14:nvContentPartPr>
            <p14:xfrm>
              <a:off x="6077346" y="2022663"/>
              <a:ext cx="272880" cy="2595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990B9DD-BF47-A322-B5A9-6B86C47389D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068346" y="2014023"/>
                <a:ext cx="290520" cy="27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01DFA76-F07F-CEB0-E772-581276574193}"/>
                  </a:ext>
                </a:extLst>
              </p14:cNvPr>
              <p14:cNvContentPartPr/>
              <p14:nvPr/>
            </p14:nvContentPartPr>
            <p14:xfrm>
              <a:off x="6087426" y="2487423"/>
              <a:ext cx="314280" cy="2491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7C5234F-6B08-DCF6-2A96-E418CF4B85F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078426" y="2478783"/>
                <a:ext cx="331920" cy="26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5D82F3B-A12E-9CBA-170F-67BED6D14841}"/>
                  </a:ext>
                </a:extLst>
              </p14:cNvPr>
              <p14:cNvContentPartPr/>
              <p14:nvPr/>
            </p14:nvContentPartPr>
            <p14:xfrm>
              <a:off x="6082026" y="3254583"/>
              <a:ext cx="272160" cy="2584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8A64FB20-6C72-B18F-8FF6-E0BC826759F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073386" y="3245583"/>
                <a:ext cx="289800" cy="276120"/>
              </a:xfrm>
              <a:prstGeom prst="rect">
                <a:avLst/>
              </a:prstGeom>
            </p:spPr>
          </p:pic>
        </mc:Fallback>
      </mc:AlternateContent>
      <p:pic>
        <p:nvPicPr>
          <p:cNvPr id="9" name="Picture 8" descr="A close up of a text&#10;&#10;AI-generated content may be incorrect.">
            <a:extLst>
              <a:ext uri="{FF2B5EF4-FFF2-40B4-BE49-F238E27FC236}">
                <a16:creationId xmlns:a16="http://schemas.microsoft.com/office/drawing/2014/main" id="{018C5D6C-6855-7D2C-FCFB-3F66F0104E7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1425" y="4348832"/>
            <a:ext cx="7993801" cy="2225872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AA15A31-455C-6788-442D-554B9E7B4C6F}"/>
              </a:ext>
            </a:extLst>
          </p:cNvPr>
          <p:cNvCxnSpPr/>
          <p:nvPr/>
        </p:nvCxnSpPr>
        <p:spPr>
          <a:xfrm flipV="1">
            <a:off x="2389782" y="5555991"/>
            <a:ext cx="4712245" cy="61708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C4EDF8C-2EE4-AE85-6759-3AF1259BDFC2}"/>
              </a:ext>
            </a:extLst>
          </p:cNvPr>
          <p:cNvCxnSpPr/>
          <p:nvPr/>
        </p:nvCxnSpPr>
        <p:spPr>
          <a:xfrm>
            <a:off x="7696667" y="5822989"/>
            <a:ext cx="1464162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5D691BA-70CF-367C-F053-BC1583ABECFD}"/>
              </a:ext>
            </a:extLst>
          </p:cNvPr>
          <p:cNvCxnSpPr/>
          <p:nvPr/>
        </p:nvCxnSpPr>
        <p:spPr>
          <a:xfrm flipV="1">
            <a:off x="2350513" y="6142748"/>
            <a:ext cx="5643475" cy="72928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8296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B4344-45F3-10CA-8B03-283B8E2E9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00D60-B6F3-032F-3739-0626FB0C7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117806"/>
            <a:ext cx="10058400" cy="527323"/>
          </a:xfrm>
        </p:spPr>
        <p:txBody>
          <a:bodyPr>
            <a:normAutofit fontScale="90000"/>
          </a:bodyPr>
          <a:lstStyle/>
          <a:p>
            <a:r>
              <a:rPr lang="en-US" sz="4500" dirty="0">
                <a:solidFill>
                  <a:srgbClr val="FF0000"/>
                </a:solidFill>
              </a:rPr>
              <a:t>Reading 2 - details</a:t>
            </a:r>
          </a:p>
        </p:txBody>
      </p:sp>
      <p:pic>
        <p:nvPicPr>
          <p:cNvPr id="5" name="Content Placeholder 4" descr="A questionnaire with black text&#10;&#10;AI-generated content may be incorrect.">
            <a:extLst>
              <a:ext uri="{FF2B5EF4-FFF2-40B4-BE49-F238E27FC236}">
                <a16:creationId xmlns:a16="http://schemas.microsoft.com/office/drawing/2014/main" id="{71534CFF-670B-9583-FFEA-3C67C0CBE3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620" y="712448"/>
            <a:ext cx="11641996" cy="2984421"/>
          </a:xfrm>
        </p:spPr>
      </p:pic>
      <p:pic>
        <p:nvPicPr>
          <p:cNvPr id="4" name="Picture 3" descr="A close up of a text&#10;&#10;AI-generated content may be incorrect.">
            <a:extLst>
              <a:ext uri="{FF2B5EF4-FFF2-40B4-BE49-F238E27FC236}">
                <a16:creationId xmlns:a16="http://schemas.microsoft.com/office/drawing/2014/main" id="{BD8E03E1-37F5-5820-C9BE-81D4A224A4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911" y="3998815"/>
            <a:ext cx="6015351" cy="2146737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D958D93-7DEC-9920-0B1C-584511741894}"/>
              </a:ext>
            </a:extLst>
          </p:cNvPr>
          <p:cNvCxnSpPr/>
          <p:nvPr/>
        </p:nvCxnSpPr>
        <p:spPr>
          <a:xfrm>
            <a:off x="4117605" y="5351764"/>
            <a:ext cx="2019534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5E721C5-B38C-6A49-8312-4D91BA98E3B3}"/>
              </a:ext>
            </a:extLst>
          </p:cNvPr>
          <p:cNvCxnSpPr/>
          <p:nvPr/>
        </p:nvCxnSpPr>
        <p:spPr>
          <a:xfrm>
            <a:off x="639519" y="5716403"/>
            <a:ext cx="2193438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ADAC1F6-CDA0-055C-F76B-7DC01E026069}"/>
              </a:ext>
            </a:extLst>
          </p:cNvPr>
          <p:cNvSpPr txBox="1"/>
          <p:nvPr/>
        </p:nvSpPr>
        <p:spPr>
          <a:xfrm>
            <a:off x="2064412" y="1374406"/>
            <a:ext cx="5217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in heavy containers on people’s heads</a:t>
            </a:r>
          </a:p>
        </p:txBody>
      </p:sp>
      <p:pic>
        <p:nvPicPr>
          <p:cNvPr id="13" name="Picture 12" descr="A close-up of a text&#10;&#10;AI-generated content may be incorrect.">
            <a:extLst>
              <a:ext uri="{FF2B5EF4-FFF2-40B4-BE49-F238E27FC236}">
                <a16:creationId xmlns:a16="http://schemas.microsoft.com/office/drawing/2014/main" id="{2AD46871-2408-FACC-B561-0CAFFDA2D6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6417" y="3998815"/>
            <a:ext cx="5534929" cy="2018062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9F03C82-4839-2FAD-7443-A0CE36F542C9}"/>
              </a:ext>
            </a:extLst>
          </p:cNvPr>
          <p:cNvCxnSpPr/>
          <p:nvPr/>
        </p:nvCxnSpPr>
        <p:spPr>
          <a:xfrm flipV="1">
            <a:off x="7494714" y="5072183"/>
            <a:ext cx="3977360" cy="72018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04E125F-BFCF-81A5-20AC-7625F08972B6}"/>
              </a:ext>
            </a:extLst>
          </p:cNvPr>
          <p:cNvCxnSpPr/>
          <p:nvPr/>
        </p:nvCxnSpPr>
        <p:spPr>
          <a:xfrm flipV="1">
            <a:off x="6944952" y="5524441"/>
            <a:ext cx="1851239" cy="56098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8F848769-B0C2-1F78-F6C9-2DC7BEF0AD81}"/>
              </a:ext>
            </a:extLst>
          </p:cNvPr>
          <p:cNvSpPr txBox="1"/>
          <p:nvPr/>
        </p:nvSpPr>
        <p:spPr>
          <a:xfrm>
            <a:off x="2199048" y="2008314"/>
            <a:ext cx="3758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less than 2.5 kilograms</a:t>
            </a:r>
          </a:p>
        </p:txBody>
      </p:sp>
    </p:spTree>
    <p:extLst>
      <p:ext uri="{BB962C8B-B14F-4D97-AF65-F5344CB8AC3E}">
        <p14:creationId xmlns:p14="http://schemas.microsoft.com/office/powerpoint/2010/main" val="33598838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92E08-6D9A-F78E-D339-4E2AA8B09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C2A8D-CCE3-BA72-FFBC-E23C2E67FA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117806"/>
            <a:ext cx="10058400" cy="527323"/>
          </a:xfrm>
        </p:spPr>
        <p:txBody>
          <a:bodyPr>
            <a:normAutofit fontScale="90000"/>
          </a:bodyPr>
          <a:lstStyle/>
          <a:p>
            <a:r>
              <a:rPr lang="en-US" sz="4500" dirty="0">
                <a:solidFill>
                  <a:srgbClr val="FF0000"/>
                </a:solidFill>
              </a:rPr>
              <a:t>Reading 2 - details</a:t>
            </a:r>
          </a:p>
        </p:txBody>
      </p:sp>
      <p:pic>
        <p:nvPicPr>
          <p:cNvPr id="5" name="Content Placeholder 4" descr="A questionnaire with black text&#10;&#10;AI-generated content may be incorrect.">
            <a:extLst>
              <a:ext uri="{FF2B5EF4-FFF2-40B4-BE49-F238E27FC236}">
                <a16:creationId xmlns:a16="http://schemas.microsoft.com/office/drawing/2014/main" id="{FD073B98-A0BD-4204-5975-C44C2E13B7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620" y="712448"/>
            <a:ext cx="11641996" cy="2984421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640A8C7-D1E8-A31B-C79D-73295D93B17E}"/>
              </a:ext>
            </a:extLst>
          </p:cNvPr>
          <p:cNvSpPr txBox="1"/>
          <p:nvPr/>
        </p:nvSpPr>
        <p:spPr>
          <a:xfrm>
            <a:off x="2064412" y="1374406"/>
            <a:ext cx="5217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in heavy containers on people’s heads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C1E7E70-6540-8DDB-12D1-158955931498}"/>
              </a:ext>
            </a:extLst>
          </p:cNvPr>
          <p:cNvSpPr txBox="1"/>
          <p:nvPr/>
        </p:nvSpPr>
        <p:spPr>
          <a:xfrm>
            <a:off x="2199048" y="2008314"/>
            <a:ext cx="3758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less than 2.5 kilograms</a:t>
            </a:r>
          </a:p>
        </p:txBody>
      </p:sp>
      <p:pic>
        <p:nvPicPr>
          <p:cNvPr id="6" name="Picture 5" descr="A close up of a text&#10;&#10;AI-generated content may be incorrect.">
            <a:extLst>
              <a:ext uri="{FF2B5EF4-FFF2-40B4-BE49-F238E27FC236}">
                <a16:creationId xmlns:a16="http://schemas.microsoft.com/office/drawing/2014/main" id="{3480C5C8-EF85-FB0E-5A7F-39975A60D2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457" y="3961445"/>
            <a:ext cx="6041585" cy="229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BAE0E-9C06-EEDC-0148-7163F08DDEA6}"/>
              </a:ext>
            </a:extLst>
          </p:cNvPr>
          <p:cNvSpPr txBox="1"/>
          <p:nvPr/>
        </p:nvSpPr>
        <p:spPr>
          <a:xfrm>
            <a:off x="2199048" y="2664663"/>
            <a:ext cx="51610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locally sourced clay, pebbles, and sand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2AA51C2-063C-76F6-71EC-1646ED8BC61B}"/>
              </a:ext>
            </a:extLst>
          </p:cNvPr>
          <p:cNvCxnSpPr/>
          <p:nvPr/>
        </p:nvCxnSpPr>
        <p:spPr>
          <a:xfrm flipV="1">
            <a:off x="1492211" y="4796393"/>
            <a:ext cx="3545404" cy="78537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84535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text on a page&#10;&#10;AI-generated content may be incorrect.">
            <a:extLst>
              <a:ext uri="{FF2B5EF4-FFF2-40B4-BE49-F238E27FC236}">
                <a16:creationId xmlns:a16="http://schemas.microsoft.com/office/drawing/2014/main" id="{53367FB1-3469-FF2B-679F-81FF451B45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8852" y="914859"/>
            <a:ext cx="5387249" cy="2111401"/>
          </a:xfrm>
        </p:spPr>
      </p:pic>
      <p:pic>
        <p:nvPicPr>
          <p:cNvPr id="7" name="Picture 6" descr="A close-up of a text&#10;&#10;AI-generated content may be incorrect.">
            <a:extLst>
              <a:ext uri="{FF2B5EF4-FFF2-40B4-BE49-F238E27FC236}">
                <a16:creationId xmlns:a16="http://schemas.microsoft.com/office/drawing/2014/main" id="{EEEB2141-FF06-4465-A8CB-44CF1A2094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776" y="3291304"/>
            <a:ext cx="6334928" cy="3566696"/>
          </a:xfrm>
          <a:prstGeom prst="rect">
            <a:avLst/>
          </a:prstGeom>
        </p:spPr>
      </p:pic>
      <p:pic>
        <p:nvPicPr>
          <p:cNvPr id="9" name="Picture 8" descr="A close-up of a text&#10;&#10;AI-generated content may be incorrect.">
            <a:extLst>
              <a:ext uri="{FF2B5EF4-FFF2-40B4-BE49-F238E27FC236}">
                <a16:creationId xmlns:a16="http://schemas.microsoft.com/office/drawing/2014/main" id="{48D2E9DD-CF17-566D-119F-32A0857D8D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5972" y="3074179"/>
            <a:ext cx="5066252" cy="3635161"/>
          </a:xfrm>
          <a:prstGeom prst="rect">
            <a:avLst/>
          </a:prstGeom>
        </p:spPr>
      </p:pic>
      <p:pic>
        <p:nvPicPr>
          <p:cNvPr id="11" name="Picture 10" descr="A close up of a text&#10;&#10;AI-generated content may be incorrect.">
            <a:extLst>
              <a:ext uri="{FF2B5EF4-FFF2-40B4-BE49-F238E27FC236}">
                <a16:creationId xmlns:a16="http://schemas.microsoft.com/office/drawing/2014/main" id="{E6D4182B-1744-B214-3930-9EF8D1F8FF3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466" y="1377961"/>
            <a:ext cx="6141238" cy="144377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095BF23-582F-5910-718F-4B84BE107DA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876" y="152375"/>
            <a:ext cx="7493796" cy="71456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4919450-1BCB-7684-77ED-19B00F719E9B}"/>
              </a:ext>
            </a:extLst>
          </p:cNvPr>
          <p:cNvSpPr txBox="1"/>
          <p:nvPr/>
        </p:nvSpPr>
        <p:spPr>
          <a:xfrm>
            <a:off x="1110743" y="454631"/>
            <a:ext cx="49011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(They are) inexpensive</a:t>
            </a:r>
          </a:p>
          <a:p>
            <a:r>
              <a:rPr lang="en-US" dirty="0">
                <a:solidFill>
                  <a:srgbClr val="FF0000"/>
                </a:solidFill>
              </a:rPr>
              <a:t>(they) help people in developing countries they can work without electricity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CD34E37-7114-F3C4-08F1-D04F01BE89D3}"/>
              </a:ext>
            </a:extLst>
          </p:cNvPr>
          <p:cNvCxnSpPr/>
          <p:nvPr/>
        </p:nvCxnSpPr>
        <p:spPr>
          <a:xfrm>
            <a:off x="662876" y="2412222"/>
            <a:ext cx="1402454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0F27CC1-59A0-BF4F-490A-A830A86D3381}"/>
              </a:ext>
            </a:extLst>
          </p:cNvPr>
          <p:cNvCxnSpPr>
            <a:cxnSpLocks/>
          </p:cNvCxnSpPr>
          <p:nvPr/>
        </p:nvCxnSpPr>
        <p:spPr>
          <a:xfrm>
            <a:off x="3792236" y="6468118"/>
            <a:ext cx="1346355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ECB586-801F-2CD1-C6FA-27A579E8B90F}"/>
              </a:ext>
            </a:extLst>
          </p:cNvPr>
          <p:cNvCxnSpPr/>
          <p:nvPr/>
        </p:nvCxnSpPr>
        <p:spPr>
          <a:xfrm>
            <a:off x="11000849" y="1301477"/>
            <a:ext cx="723666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68D34CD-B7FC-7323-A18A-5DA81BC1D605}"/>
              </a:ext>
            </a:extLst>
          </p:cNvPr>
          <p:cNvCxnSpPr/>
          <p:nvPr/>
        </p:nvCxnSpPr>
        <p:spPr>
          <a:xfrm>
            <a:off x="10972800" y="4117605"/>
            <a:ext cx="774155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B843A22-E424-4B8F-57B9-74C809182ACF}"/>
              </a:ext>
            </a:extLst>
          </p:cNvPr>
          <p:cNvCxnSpPr/>
          <p:nvPr/>
        </p:nvCxnSpPr>
        <p:spPr>
          <a:xfrm>
            <a:off x="7130076" y="4465413"/>
            <a:ext cx="538542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1D5DA59-165B-4688-BF0F-BE006462EF65}"/>
              </a:ext>
            </a:extLst>
          </p:cNvPr>
          <p:cNvCxnSpPr/>
          <p:nvPr/>
        </p:nvCxnSpPr>
        <p:spPr>
          <a:xfrm flipV="1">
            <a:off x="8050086" y="5789330"/>
            <a:ext cx="2092461" cy="61708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0028BCF7-E54A-DA43-799B-3B734D2FDED5}"/>
                  </a:ext>
                </a:extLst>
              </p14:cNvPr>
              <p14:cNvContentPartPr/>
              <p14:nvPr/>
            </p14:nvContentPartPr>
            <p14:xfrm>
              <a:off x="2656986" y="3514983"/>
              <a:ext cx="1959120" cy="28944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0028BCF7-E54A-DA43-799B-3B734D2FDED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647986" y="3505983"/>
                <a:ext cx="1976760" cy="30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9763F522-6A8D-90C4-FD42-4E32B3D7E276}"/>
                  </a:ext>
                </a:extLst>
              </p14:cNvPr>
              <p14:cNvContentPartPr/>
              <p14:nvPr/>
            </p14:nvContentPartPr>
            <p14:xfrm>
              <a:off x="10690026" y="2288463"/>
              <a:ext cx="803160" cy="32544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9763F522-6A8D-90C4-FD42-4E32B3D7E276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681386" y="2279463"/>
                <a:ext cx="820800" cy="34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C55E8A1E-66D4-170A-A531-E6AA46C810F5}"/>
                  </a:ext>
                </a:extLst>
              </p14:cNvPr>
              <p14:cNvContentPartPr/>
              <p14:nvPr/>
            </p14:nvContentPartPr>
            <p14:xfrm>
              <a:off x="6737586" y="2649183"/>
              <a:ext cx="749880" cy="33300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C55E8A1E-66D4-170A-A531-E6AA46C810F5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728586" y="2640543"/>
                <a:ext cx="767520" cy="35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676FDFA6-C386-16EA-6402-CA6102F49800}"/>
                  </a:ext>
                </a:extLst>
              </p14:cNvPr>
              <p14:cNvContentPartPr/>
              <p14:nvPr/>
            </p14:nvContentPartPr>
            <p14:xfrm>
              <a:off x="7679346" y="4215183"/>
              <a:ext cx="726480" cy="24912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676FDFA6-C386-16EA-6402-CA6102F49800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670346" y="4206543"/>
                <a:ext cx="744120" cy="26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70CA071F-A201-63A4-CDD8-2F9DDF23D9A6}"/>
                  </a:ext>
                </a:extLst>
              </p14:cNvPr>
              <p14:cNvContentPartPr/>
              <p14:nvPr/>
            </p14:nvContentPartPr>
            <p14:xfrm>
              <a:off x="9252186" y="5905023"/>
              <a:ext cx="694800" cy="17928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70CA071F-A201-63A4-CDD8-2F9DDF23D9A6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9243546" y="5896383"/>
                <a:ext cx="712440" cy="19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74D0A9FB-1D45-4F05-601E-B7567D030320}"/>
                  </a:ext>
                </a:extLst>
              </p14:cNvPr>
              <p14:cNvContentPartPr/>
              <p14:nvPr/>
            </p14:nvContentPartPr>
            <p14:xfrm>
              <a:off x="8550906" y="6372663"/>
              <a:ext cx="1310400" cy="25848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74D0A9FB-1D45-4F05-601E-B7567D030320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8542266" y="6364023"/>
                <a:ext cx="1328040" cy="27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AA9E5F90-33D4-2A9D-22B4-21D2F5FDDEC5}"/>
                  </a:ext>
                </a:extLst>
              </p14:cNvPr>
              <p14:cNvContentPartPr/>
              <p14:nvPr/>
            </p14:nvContentPartPr>
            <p14:xfrm>
              <a:off x="2973066" y="5591103"/>
              <a:ext cx="2454120" cy="4068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AA9E5F90-33D4-2A9D-22B4-21D2F5FDDEC5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2919426" y="5483463"/>
                <a:ext cx="2561760" cy="25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D9E91AB3-0746-F43A-C610-83A2C028E12C}"/>
                  </a:ext>
                </a:extLst>
              </p14:cNvPr>
              <p14:cNvContentPartPr/>
              <p14:nvPr/>
            </p14:nvContentPartPr>
            <p14:xfrm>
              <a:off x="741066" y="6383103"/>
              <a:ext cx="1430640" cy="3096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D9E91AB3-0746-F43A-C610-83A2C028E12C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687066" y="6275103"/>
                <a:ext cx="1538280" cy="24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7FEF2A23-B0B6-01B3-E979-D591D6C51A4D}"/>
                  </a:ext>
                </a:extLst>
              </p14:cNvPr>
              <p14:cNvContentPartPr/>
              <p14:nvPr/>
            </p14:nvContentPartPr>
            <p14:xfrm>
              <a:off x="6901746" y="2391783"/>
              <a:ext cx="2022120" cy="9324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7FEF2A23-B0B6-01B3-E979-D591D6C51A4D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6847746" y="2283783"/>
                <a:ext cx="2129760" cy="30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9CE0B3E7-A780-89FC-26BD-07AFAABEF3F8}"/>
                  </a:ext>
                </a:extLst>
              </p14:cNvPr>
              <p14:cNvContentPartPr/>
              <p14:nvPr/>
            </p14:nvContentPartPr>
            <p14:xfrm>
              <a:off x="8828826" y="5388063"/>
              <a:ext cx="2060640" cy="6660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9CE0B3E7-A780-89FC-26BD-07AFAABEF3F8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8775186" y="5280063"/>
                <a:ext cx="2168280" cy="282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8595778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>
    <a:spDef>
      <a:spPr/>
      <a:bodyPr rtlCol="0" anchor="ctr"/>
      <a:lstStyle>
        <a:defPPr algn="ctr">
          <a:defRPr dirty="0" smtClean="0"/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>
        <a:ln w="19050">
          <a:solidFill>
            <a:srgbClr val="0070C0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dirty="0" smtClean="0">
            <a:solidFill>
              <a:srgbClr val="FF0000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976</TotalTime>
  <Words>442</Words>
  <Application>Microsoft Office PowerPoint</Application>
  <PresentationFormat>Widescreen</PresentationFormat>
  <Paragraphs>79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Rockwell</vt:lpstr>
      <vt:lpstr>Rockwell Condensed</vt:lpstr>
      <vt:lpstr>Wingdings</vt:lpstr>
      <vt:lpstr>Wood Type</vt:lpstr>
      <vt:lpstr>Unit 1 – revision – vocabulary </vt:lpstr>
      <vt:lpstr>Unit 2 inventive solutions</vt:lpstr>
      <vt:lpstr>Lead – in </vt:lpstr>
      <vt:lpstr>PowerPoint Presentation</vt:lpstr>
      <vt:lpstr>PowerPoint Presentation</vt:lpstr>
      <vt:lpstr>Reading 1 – reading Skill – identifying details </vt:lpstr>
      <vt:lpstr>Reading 1 </vt:lpstr>
      <vt:lpstr>Reading 1 - Building vocabulary</vt:lpstr>
      <vt:lpstr>Reading 1 - Reading for details </vt:lpstr>
      <vt:lpstr>Reading 1 – understand the main idea</vt:lpstr>
      <vt:lpstr>Comprehension check </vt:lpstr>
      <vt:lpstr>Comprehension check </vt:lpstr>
      <vt:lpstr>Vocabulary extension</vt:lpstr>
      <vt:lpstr>Reading 2 – building vocabulary</vt:lpstr>
      <vt:lpstr>Reading 2 - Understand main ideas</vt:lpstr>
      <vt:lpstr>Reading 2 - Understand main ideas</vt:lpstr>
      <vt:lpstr>Reading 2 - Understand main ideas</vt:lpstr>
      <vt:lpstr>Reading 2 - details</vt:lpstr>
      <vt:lpstr>Reading 2 - details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Vu Thu Ha</dc:creator>
  <cp:lastModifiedBy>Vu Thu Ha</cp:lastModifiedBy>
  <cp:revision>13</cp:revision>
  <dcterms:created xsi:type="dcterms:W3CDTF">2025-11-19T09:48:57Z</dcterms:created>
  <dcterms:modified xsi:type="dcterms:W3CDTF">2025-11-27T14:41:24Z</dcterms:modified>
</cp:coreProperties>
</file>