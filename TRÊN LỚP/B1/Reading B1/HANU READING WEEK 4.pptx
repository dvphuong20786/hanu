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6" r:id="rId6"/>
    <p:sldId id="257" r:id="rId7"/>
    <p:sldId id="258" r:id="rId8"/>
    <p:sldId id="259" r:id="rId9"/>
    <p:sldId id="263" r:id="rId10"/>
    <p:sldId id="264" r:id="rId11"/>
    <p:sldId id="267" r:id="rId12"/>
    <p:sldId id="265" r:id="rId13"/>
    <p:sldId id="272" r:id="rId14"/>
    <p:sldId id="269" r:id="rId15"/>
    <p:sldId id="271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4:10:20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2261 96 4143 0 0,'0'0'191'0'0,"4"-3"-11"0"0,13-7 177 0 0,-13 7 1302 0 0,-8-5 4541 0 0,-1-4-4555 0 0,-88-16 410 0 0,48 18-935 0 0,-1 1 1 0 0,-48-3-1 0 0,-33 11 93 0 0,67 2-744 0 0,-23 3 152 0 0,-21-1-191 0 0,-45 0-70 0 0,97-1-293 0 0,-19 1 65 0 0,-122 21 0 0 0,191-23-132 0 0,-31 5 36 0 0,-42 4 0 0 0,54-8 54 0 0,-33 8 0 0 0,-2 1 45 0 0,-49 7-28 0 0,80-13-97 0 0,-7 3 13 0 0,-16 2 18 0 0,20-5 23 0 0,0 1 0 0 0,-49 18 0 0 0,-29 17-126 0 0,75-28 52 0 0,-64 31 178 0 0,80-36-125 0 0,0 0 1 0 0,-23 17-1 0 0,-1 1-13 0 0,12-10-26 0 0,6-4 40 0 0,-27 21-1 0 0,31-22 59 0 0,13-9-86 0 0,0 1 1 0 0,0-1 0 0 0,0 1-1 0 0,-4 5 1 0 0,0 0-30 0 0,-5 6-25 0 0,1 0 0 0 0,1 1 1 0 0,-15 24-1 0 0,8-7 155 0 0,16-27-106 0 0,0-1 0 0 0,1 0-1 0 0,-1 0 1 0 0,1 1-1 0 0,0-1 1 0 0,1 1-1 0 0,-1 6 1 0 0,0-3-1 0 0,1 4 1 0 0,0-2 21 0 0,7 15-15 0 0,-7-19 1 0 0,8 22 28 0 0,-6-21-14 0 0,0 0 0 0 0,0-1 0 0 0,0 0 0 0 0,1 1 0 0 0,0-1 0 0 0,1 0 0 0 0,-1 0 0 0 0,8 8 0 0 0,1-1 1 0 0,2 0 0 0 0,0-1 0 0 0,0-1-1 0 0,1 0 1 0 0,0 0 0 0 0,23 10 0 0 0,-4-2 4 0 0,-8-3 14 0 0,-5-4-11 0 0,-1-1 0 0 0,37 14-1 0 0,75 20 94 0 0,-121-42-116 0 0,54 14 36 0 0,93 31 128 0 0,-131-41-174 0 0,35 5 0 0 0,11 3-10 0 0,-58-12 28 0 0,-1-1-1 0 0,25 1 0 0 0,15 3 42 0 0,36 5 63 0 0,-66-8-73 0 0,42 7 65 0 0,-58-9-117 0 0,-1 0-1 0 0,15 0 1 0 0,10 1 7 0 0,136 19 165 0 0,-124-17-118 0 0,-22-3-19 0 0,32-2-1 0 0,16 1 35 0 0,-22 1-14 0 0,52-5 1 0 0,-45 1-62 0 0,-22 1 2 0 0,-14 1 6 0 0,31 1-1 0 0,36 1 34 0 0,-21-2-25 0 0,142-1 50 0 0,-198 2-64 0 0,100-4 64 0 0,-77 5-64 0 0,-22-1 0 0 0,0 1 0 0 0,15-3 0 0 0,-15 1 0 0 0,0 1 0 0 0,0 0 0 0 0,11 2 0 0 0,12 0 0 0 0,3 1 0 0 0,6-1 0 0 0,46 2 0 0 0,18-1 0 0 0,-59-3 0 0 0,-28 1 0 0 0,30-4 0 0 0,99-15 53 0 0,-73 5-42 0 0,-42 8-11 0 0,-25 5 0 0 0,0-1 0 0 0,-1 0 0 0 0,13-4 0 0 0,0-1-1 0 0,32-6 0 0 0,-35 9 4 0 0,-1 0 0 0 0,0-1 0 0 0,29-12 1 0 0,58-36 60 0 0,-78 40-37 0 0,-17 9-21 0 0,0 0 1 0 0,-1-1 0 0 0,9-6-1 0 0,27-17-6 0 0,-27 18 0 0 0,24-18 0 0 0,-11 6 0 0 0,-7 6 0 0 0,9-7 0 0 0,-21 17 0 0 0,-8 4 0 0 0,1 0 0 0 0,-1-1 0 0 0,1 1 0 0 0,-1-1 0 0 0,1 1 0 0 0,-1-1 0 0 0,0 0 0 0 0,0 0 0 0 0,0 0 0 0 0,3-4 0 0 0,0 1 12 0 0,14-21 40 0 0,14-28 23 0 0,-30 48-67 0 0,1-1 0 0 0,-1 1 0 0 0,0-1 0 0 0,0 0 0 0 0,0 1 0 0 0,-1-1 0 0 0,1-8 0 0 0,0 2 34 0 0,2-13-30 0 0,-4 21-13 0 0,-1-12 12 0 0,0 6 15 0 0,-1 1 0 0 0,0-1-1 0 0,0 1 1 0 0,-1 0 0 0 0,0-1 0 0 0,-6-16 0 0 0,5 19-26 0 0,1 1 0 0 0,0 1 0 0 0,0 0 0 0 0,-1 0 0 0 0,0 1 0 0 0,-6-11 0 0 0,-5-8 37 0 0,-28-35 1 0 0,38 54-31 0 0,-1 0 0 0 0,1 0 0 0 0,-1 1 0 0 0,0-1 0 0 0,-8-4 0 0 0,-2-4 4 0 0,8 8-11 0 0,1 0 0 0 0,-1 1 0 0 0,1-1 0 0 0,-14-5 0 0 0,9 4 0 0 0,-43-17 0 0 0,35 16 0 0 0,-10-3 0 0 0,-30-6 0 0 0,37 10 0 0 0,-17-2 0 0 0,24 6 0 0 0,-21-7 0 0 0,11 1 0 0 0,-34-4 0 0 0,29 7 0 0 0,-13-3 0 0 0,-1 2 0 0 0,-66 0 0 0 0,75 4 0 0 0,-37-6 0 0 0,19 2 0 0 0,-39-6 36 0 0,37 4-6 0 0,-70 0 0 0 0,52 1-30 0 0,48 5-53 0 0,-50-6 42 0 0,68 7 11 0 0,4 1 0 0 0,-35-10 0 0 0,6 2 0 0 0,-1 2 0 0 0,-48-4 0 0 0,34 6-193 0 0,25 2-220 0 0,0 1-1 0 0,-30 1 1 0 0,23 3-834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4:10:2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2644 136 3223 0 0,'-2'-1'9390'0'0,"-20"-11"-8072"0"0,20 11-1043 0 0,0-1-18 0 0,-10-4 54 0 0,0 1-1 0 0,0 0 1 0 0,-1 1-1 0 0,1 1 1 0 0,-1-1 0 0 0,0 2-1 0 0,1 0 1 0 0,-1 1-1 0 0,-1 0 1 0 0,-19 1-1 0 0,-29 1 346 0 0,41 0-428 0 0,-26-2-1 0 0,-8 0 168 0 0,-24 1 597 0 0,-98-14 0 0 0,167 13-956 0 0,-31-2 152 0 0,-56 3 0 0 0,-152 6 193 0 0,179-6-226 0 0,27-2-41 0 0,-53-4 162 0 0,45 1-128 0 0,24 3-74 0 0,13 0-17 0 0,0 1 0 0 0,-26 2 0 0 0,-30 7 83 0 0,25-1-38 0 0,-49-1 0 0 0,-31 1 56 0 0,-89 1 39 0 0,183-6-62 0 0,-54 10 0 0 0,50-7-53 0 0,-20 6 68 0 0,0 2 0 0 0,1 2 0 0 0,-85 37 0 0 0,119-43-127 0 0,0 1-1 0 0,1 1 1 0 0,0 1 0 0 0,1 1-1 0 0,-21 19 1 0 0,35-28-11 0 0,-1 0 0 0 0,1 1 0 0 0,1-1 0 0 0,-7 10-1 0 0,-13 19 5 0 0,19-28-9 0 0,0-1 0 0 0,1 1 0 0 0,0-1 0 0 0,0 1 1 0 0,0 0-1 0 0,-3 8 0 0 0,-6 15 56 0 0,4-8-36 0 0,1 0-1 0 0,0 1 0 0 0,2 0 1 0 0,-4 32-1 0 0,7-27-26 0 0,1-7 11 0 0,1 0-1 0 0,0 1 1 0 0,2-1 0 0 0,0 0-1 0 0,8 30 1 0 0,-6-35-11 0 0,8 22 0 0 0,-8-27 0 0 0,-3-5 0 0 0,1 0 0 0 0,-1-1 0 0 0,1 1 0 0 0,0 0 0 0 0,0-1 0 0 0,0 0 0 0 0,0 1 0 0 0,3 2 0 0 0,2 2 0 0 0,-3-2 7 0 0,-1-1 1 0 0,1 1-1 0 0,0-1 0 0 0,1-1 0 0 0,-1 1 1 0 0,9 6-1 0 0,0 0 6 0 0,-3-3-13 0 0,0 0 0 0 0,0 0-1 0 0,23 11 1 0 0,37 14 11 0 0,-69-32-10 0 0,150 59 196 0 0,-108-43-200 0 0,1-2 0 0 0,1-2 0 0 0,79 12 0 0 0,-87-17 60 0 0,-24-4-31 0 0,1-1-1 0 0,17 1 0 0 0,94 9 31 0 0,11 0-17 0 0,76 1-39 0 0,-134-5 0 0 0,-55-6 0 0 0,0 0 0 0 0,33-1 0 0 0,-30-2 13 0 0,42 6 0 0 0,-46-3 3 0 0,0-1 0 0 0,42-2 1 0 0,-49-1 2 0 0,24 2 0 0 0,4 0-4 0 0,-24 0-15 0 0,0 0 0 0 0,27 6 0 0 0,-15-3 0 0 0,61 9 0 0 0,-59-8 53 0 0,-23-3-24 0 0,1 0 0 0 0,0-1-1 0 0,11-1 1 0 0,-12 1-41 0 0,0-1 1 0 0,0 1-1 0 0,11 3 0 0 0,20 1-21 0 0,86-1 97 0 0,136-14 0 0 0,-118 4 0 0 0,-76 7-21 0 0,-20 1-11 0 0,427-27 149 0 0,-442 23-161 0 0,-20 2-5 0 0,-1-1-1 0 0,16-3 1 0 0,-11 1 3 0 0,0 1-1 0 0,28 0 1 0 0,-16 2-7 0 0,144-13 50 0 0,11-1 6 0 0,-142 11-67 0 0,68-15 0 0 0,-11 2 0 0 0,55-8 28 0 0,-29 3 8 0 0,-33 3-36 0 0,-76 15 0 0 0,-11 1 0 0 0,16-2 0 0 0,-1-2 0 0 0,1 0 0 0 0,-1-2 0 0 0,24-11 0 0 0,-36 16 0 0 0,-5 1 8 0 0,0 0 0 0 0,0 0 0 0 0,0-1 0 0 0,0 1 0 0 0,-1-1 0 0 0,1 1 0 0 0,4-5 0 0 0,-2 2-8 0 0,-3 3 2 0 0,0 0-1 0 0,-1 0 1 0 0,1 0-1 0 0,-1 0 1 0 0,1-1-1 0 0,3-5 1 0 0,2-2 19 0 0,-1 0 1 0 0,0 0 0 0 0,-1-1-1 0 0,9-19 1 0 0,-1 1-13 0 0,1-4 31 0 0,-3 3 4 0 0,-8 21-20 0 0,-2 5-19 0 0,0 0 0 0 0,0 0 0 0 0,-1 0 0 0 0,1 0 1 0 0,-1 0-1 0 0,1-7 0 0 0,9-57 6 0 0,0-12 95 0 0,-9 66-102 0 0,3-14 23 0 0,-2-1 0 0 0,-1-32 1 0 0,-5 22 78 0 0,0 28-84 0 0,0 1 0 0 0,-1 0 0 0 0,1 1 0 0 0,-10-17 0 0 0,1 8 24 0 0,-26-31 1 0 0,26 35-47 0 0,-2 1 0 0 0,-17-14 0 0 0,13 12 0 0 0,4 4 0 0 0,-1 1 0 0 0,0 0 0 0 0,-1 2 0 0 0,-19-9 0 0 0,14 9 0 0 0,1 1 0 0 0,-36-7 0 0 0,-21-7 0 0 0,45 12 0 0 0,1 0 0 0 0,-38-3 0 0 0,47 8 0 0 0,-11-2 0 0 0,-49-14 0 0 0,-8-5 0 0 0,72 20 0 0 0,-1 0 0 0 0,1 1 0 0 0,-31-2 0 0 0,14 2 0 0 0,-3 1-25 0 0,-69 2 0 0 0,46 3 11 0 0,-79-6 25 0 0,102 5 42 0 0,28 0-58 0 0,0-1 0 0 0,-19-2 0 0 0,9 0-19 0 0,1 1 1 0 0,-27 2-1 0 0,8 0 22 0 0,-42 2 2 0 0,64-3 0 0 0,-26 4 0 0 0,1 0 0 0 0,-118 11 0 0 0,38-5 0 0 0,101-8 0 0 0,12-2 0 0 0,0 1 0 0 0,0-1 0 0 0,-14-1 0 0 0,9-1-60 0 0,0 1-1 0 0,0 1 1 0 0,0 0 0 0 0,-25 4 0 0 0,-51 16-2196 0 0,43-7 957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11:44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817 199 3223 0 0,'0'0'6738'0'0,"1"-1"-5820"0"0,0 1-852 0 0,-1-1 0 0 0,1 1-1 0 0,-1-1 1 0 0,1 1 0 0 0,-1-1-1 0 0,1 1 1 0 0,-1-1 0 0 0,1 1-1 0 0,-1-1 1 0 0,1 0-1 0 0,-1 1 1 0 0,0-1 0 0 0,0 1-1 0 0,1-1 1 0 0,-1 0 0 0 0,0 1-1 0 0,0-1 1 0 0,0 0 0 0 0,1 0-1 0 0,-1 1 1 0 0,0-1 0 0 0,0 0-1 0 0,0 1 1 0 0,0-2 0 0 0,-6-19 996 0 0,-1-3 801 0 0,7 23-1792 0 0,0 0 0 0 0,-1 0 0 0 0,1 0 0 0 0,-1 0-1 0 0,1 0 1 0 0,-1 0 0 0 0,0 0 0 0 0,1 0 0 0 0,-1 0 0 0 0,0 0 0 0 0,0 1 0 0 0,1-1 0 0 0,-1 0-1 0 0,0 0 1 0 0,-2 0 0 0 0,-16-10 899 0 0,-5-1-65 0 0,0 2 1 0 0,0 1-1 0 0,-50-11 0 0 0,45 8 27 0 0,25 11-835 0 0,-15-9 450 0 0,3 1-459 0 0,-21-11 135 0 0,35 19-154 0 0,1 1-16 0 0,-32-5 557 0 0,31 5-537 0 0,0 0-1 0 0,-15-2 69 0 0,15 2-55 0 0,-18 2 199 0 0,-42 1 811 0 0,60-3-968 0 0,-5 4-67 0 0,-9 1 11 0 0,-15 1 30 0 0,11-2-6 0 0,15-2-101 0 0,-29 10 287 0 0,22-7-229 0 0,3-1-31 0 0,5-2 20 0 0,-10 3-31 0 0,11-4-8 0 0,-11 10-6 0 0,-27 19 3 0 0,18-16 0 0 0,12-6 0 0 0,-32 24 0 0 0,33-24 0 0 0,2 0 0 0 0,-1 0 0 0 0,0 1 0 0 0,2 2 0 0 0,-7 9 0 0 0,2 3 0 0 0,1 2 0 0 0,9-21 0 0 0,-3 18 0 0 0,-2 3 0 0 0,6-21 0 0 0,-4 28 0 0 0,4-18 0 0 0,2 5 0 0 0,2-4 0 0 0,2 1 0 0 0,12 20 0 0 0,-11-22 0 0 0,12 34 0 0 0,3 10 0 0 0,-17-46 0 0 0,-1 2 0 0 0,2 0 0 0 0,2 5 0 0 0,-6-18 0 0 0,19 27 0 0 0,-20-27 0 0 0,3 4 7 0 0,0 1-1 0 0,1-1 1 0 0,-1 0-1 0 0,1-1 1 0 0,0 1-1 0 0,0-1 1 0 0,5 5-1 0 0,14 11 6 0 0,-12-12-12 0 0,1 2 0 0 0,1-2 0 0 0,5 3-2 0 0,-15-9 3 0 0,23 7 11 0 0,-21-7 30 0 0,5 1-20 0 0,33 15 31 0 0,-28-12-53 0 0,0-1 0 0 0,6 2 32 0 0,22 1 0 0 0,-38-6-3 0 0,21 2 59 0 0,8-4-13 0 0,-28 1-58 0 0,20-5 30 0 0,4 0 17 0 0,-16 1-64 0 0,7-1 0 0 0,-19 3 0 0 0,18-7 0 0 0,-7 3 0 0 0,0-1 0 0 0,7-5 26 0 0,-16 10-1 0 0,27-10-1 0 0,8-3 29 0 0,-25 9-53 0 0,-10 3 0 0 0,-1-2 0 0 0,22-11 0 0 0,-2 2 0 0 0,-19 11 0 0 0,13-12 0 0 0,17-20 0 0 0,-26 26 0 0 0,-1-1 0 0 0,5-8 18 0 0,-12 17-12 0 0,0-4 21 0 0,11-26-3 0 0,-10 28-21 0 0,5-15 49 0 0,-6 12-56 0 0,6-24 17 0 0,0 11 16 0 0,-6 17-18 0 0,4-30 2 0 0,-3 19-13 0 0,0 1 0 0 0,0-8 0 0 0,-1 16 0 0 0,-5-24 0 0 0,3-21 64 0 0,1 23-64 0 0,-1-15 0 0 0,1 4 0 0 0,1 32 0 0 0,-4-12 0 0 0,4 13 1 0 0,-1 0 2 0 0,-6-8 57 0 0,5 8-60 0 0,-9-20 0 0 0,6 11 0 0 0,6 6 0 0 0,-7-25 0 0 0,7 28 2 0 0,-2 0-9 0 0,-9-12 87 0 0,8 13-38 0 0,-4-2-19 0 0,1 1 35 0 0,-4-5 8 0 0,7 6-45 0 0,-6-9 30 0 0,1 7-63 0 0,6 3-51 0 0,-18-6-879 0 0,10 7 275 0 0,-3-1-33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13:14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782 143 2303 0 0,'0'0'4723'0'0,"-1"-1"-3304"0"0,0 0-1335 0 0,1-1 53 0 0,-1 0 0 0 0,0 0 0 0 0,0 0 0 0 0,0 0 0 0 0,0 0 0 0 0,-1 0 0 0 0,1 0 0 0 0,0 0 0 0 0,-1 1 0 0 0,1-1 0 0 0,-1 0 0 0 0,1 1 0 0 0,-1 0 0 0 0,0-1 0 0 0,0 1 0 0 0,0 0 0 0 0,0 0 0 0 0,0 0 0 0 0,0 0 0 0 0,0 0 0 0 0,0 0 0 0 0,0 1 0 0 0,-2-1 0 0 0,-24-5 2184 0 0,-32-2 1 0 0,37 6-1369 0 0,-1-2 0 0 0,-43-11 0 0 0,47 9-673 0 0,14 5-93 0 0,-1-1 1 0 0,1 0-1 0 0,0 0 0 0 0,-7-4 0 0 0,6 3-31 0 0,0 0-1 0 0,1 0 1 0 0,-9-1-1 0 0,1-1 31 0 0,7 3-92 0 0,0 0 0 0 0,0 1 0 0 0,0-1 0 0 0,1 1 0 0 0,-10 1 0 0 0,6-1 8 0 0,1 0 0 0 0,-1 0 0 0 0,1-1 0 0 0,-1 0 0 0 0,-17-6 0 0 0,21 6-38 0 0,0 0-1 0 0,0 0 1 0 0,0 1-1 0 0,0-1 1 0 0,-11 1-1 0 0,15 1 4 0 0,0 0 0 0 0,-2-1-64 0 0,0 1 20 0 0,0 0-1 0 0,0 1 1 0 0,1-1-1 0 0,-1 1 1 0 0,0-1 0 0 0,0 1-1 0 0,-6 3 1 0 0,7-3 19 0 0,-5 4-20 0 0,4-3 20 0 0,-3 2-19 0 0,-3 1 47 0 0,8-4-57 0 0,0 0-1 0 0,0 0 1 0 0,1 1 0 0 0,-1-1 0 0 0,0 0 0 0 0,0 1 0 0 0,1-1 0 0 0,-4 4-1 0 0,-2 4-1 0 0,-2 3-11 0 0,0-1 0 0 0,3 2 0 0 0,-4 4 0 0 0,7-15 0 0 0,0 1 0 0 0,-11 26 0 0 0,-5 8 64 0 0,6-10-26 0 0,3-2-12 0 0,2-9 17 0 0,-15 38 111 0 0,17-37-65 0 0,1-1-1 0 0,-4 19 0 0 0,6-21-86 0 0,1-10-1 0 0,-1 19 73 0 0,2 5-21 0 0,1 1-53 0 0,1-14 0 0 0,2-2 0 0 0,7 32 0 0 0,-10-41 0 0 0,0-2 0 0 0,1 0 0 0 0,-1 0 0 0 0,0 0 0 0 0,1-1 0 0 0,-1 1 0 0 0,1 0 0 0 0,0-1 0 0 0,-1 1 0 0 0,1 0 0 0 0,0-1 0 0 0,2 3 0 0 0,4 15 0 0 0,-3-14 0 0 0,5 6 0 0 0,17 17 0 0 0,-21-21 0 0 0,16 17 0 0 0,0-6 0 0 0,12 8 64 0 0,-21-16-64 0 0,2 0 0 0 0,1-1 0 0 0,29 18 64 0 0,-39-24-64 0 0,18 8 0 0 0,-8-5 0 0 0,1-2 0 0 0,-1 1 11 0 0,6 1 37 0 0,-19-6-44 0 0,3 0-4 0 0,33 5 54 0 0,-22-3-43 0 0,0 0-11 0 0,7 2 0 0 0,-2-2 0 0 0,32 0 75 0 0,-25-4-22 0 0,0-1-42 0 0,-14 0 38 0 0,0-1 1 0 0,16-7 0 0 0,5-1 57 0 0,-29 10-89 0 0,-1 0-1 0 0,0-1 1 0 0,0 1 0 0 0,6-5 0 0 0,5-2 10 0 0,-5 3-28 0 0,-8 5 6 0 0,1-1-1 0 0,0 0 1 0 0,0 0-1 0 0,-1-1 0 0 0,1 1 1 0 0,-1-1-1 0 0,4-3 1 0 0,5-3 14 0 0,-3 3-22 0 0,-5 4 4 0 0,0 0 0 0 0,0 0 0 0 0,-1-1-1 0 0,1 1 1 0 0,-1-1 0 0 0,5-4 0 0 0,-3 3 15 0 0,-2 1-13 0 0,-1 1 1 0 0,0 0-1 0 0,1-1 1 0 0,-1 0-1 0 0,0 0 1 0 0,0 1 0 0 0,2-6-1 0 0,16-26 60 0 0,-13 21-51 0 0,-1 0 0 0 0,0-1 0 0 0,-1 0-1 0 0,4-18 1 0 0,-4 4 19 0 0,3-46 0 0 0,-6 40 43 0 0,-3 12-22 0 0,1 0-53 0 0,-1-1 0 0 0,0 12 11 0 0,-1-1 31 0 0,1 1-31 0 0,-1-2-11 0 0,0 1 0 0 0,1 1 0 0 0,-4-9 11 0 0,5 19 42 0 0,-1-1 0 0 0,-4-6-42 0 0,0 1 0 0 0,3 4 31 0 0,-3-4-20 0 0,-2-1 20 0 0,2-3-20 0 0,-3-1 20 0 0,3 4-20 0 0,2 5 20 0 0,-1-3-19 0 0,2 4 36 0 0,-4-4 9 0 0,5 5 6 0 0,0-1-18 0 0,-4-3-34 0 0,3 2 20 0 0,-6-4-20 0 0,0-1 31 0 0,0-1 12 0 0,-1 2 5 0 0,6 4-16 0 0,-3 0-32 0 0,3 2 20 0 0,-7-2-31 0 0,-1 0-11 0 0,1-1-57 0 0,9 4 51 0 0,1 0-1 0 0,0 0 1 0 0,0 0-1 0 0,-1-1 1 0 0,1 1-1 0 0,0 0 1 0 0,-1 0-1 0 0,1 0 1 0 0,0 0-1 0 0,-1 0 1 0 0,1 0-1 0 0,0 0 1 0 0,-1 0-1 0 0,1 0 0 0 0,0 0 1 0 0,-1 0-1 0 0,1 0 1 0 0,0 0-1 0 0,0 0 1 0 0,-1 0-1 0 0,1 0 1 0 0,0 0-1 0 0,-1 1 1 0 0,-3 0-777 0 0,-7 3-357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3:06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49 21655 0 0,'0'0'2384'0'0,"-3"-13"-2104"0"0,-1 3 688 0 0,-2 2-1056 0 0,-1 0-104 0 0,-1-2-2296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36:3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717 160 8407 0 0,'0'0'8786'0'0,"-11"-11"-6836"0"0,1 0-822 0 0,1 2-1 0 0,-14-12 1 0 0,22 20-1039 0 0,-2 0 52 0 0,0-1-1 0 0,0 0 1 0 0,0 0-1 0 0,0 0 1 0 0,-3-3-1 0 0,1 0 65 0 0,3 5 19 0 0,0-1-115 0 0,-32-19 846 0 0,32 19-867 0 0,-2-1 18 0 0,0 0 1 0 0,1-1-1 0 0,-1 0 0 0 0,-6-5 1 0 0,9 7-119 0 0,-21-15 217 0 0,21 15-138 0 0,-12-3 80 0 0,-32-11 226 0 0,44 14-301 0 0,-1 1 0 0 0,-33-6 379 0 0,33 4-409 0 0,-26 1-15 0 0,16 1-27 0 0,1 0 0 0 0,1 2 0 0 0,0-1 0 0 0,-1 0 0 0 0,1-1 0 0 0,0 1 11 0 0,0 0 43 0 0,-11-1 72 0 0,1-2 64 0 0,-15 2-12 0 0,28 0-131 0 0,5 0-42 0 0,-1-1 0 0 0,1 1 0 0 0,-1 0 0 0 0,1 1 0 0 0,-1-1 0 0 0,1 0 0 0 0,-1 1 0 0 0,-3 0 0 0 0,-38 2 48 0 0,34-1-53 0 0,0 3 0 0 0,-1-1 0 0 0,1 0 0 0 0,1 1 0 0 0,0 1 0 0 0,0 0 12 0 0,1-1 47 0 0,5-2-5 0 0,-4 3-43 0 0,-1 0 0 0 0,6-4 31 0 0,-5 4-31 0 0,5-4-5 0 0,0 0 1 0 0,0 0-1 0 0,0 0 1 0 0,1 0-1 0 0,-1 0 0 0 0,0 0 1 0 0,1 1-1 0 0,0-1 1 0 0,-1 0-1 0 0,0 5 0 0 0,0-2-12 0 0,-3 6 6 0 0,0 2 0 0 0,0 0 12 0 0,1-3 47 0 0,0-3 4 0 0,-5 29 3 0 0,5-22-66 0 0,0 1 11 0 0,1 0 31 0 0,0 0-20 0 0,-1-1 20 0 0,2-1-20 0 0,0-8 20 0 0,0 9-20 0 0,0 2 31 0 0,1 0 11 0 0,0-9-39 0 0,1-5-21 0 0,0-1-1 0 0,-1 0 0 0 0,1 1 0 0 0,0-1 1 0 0,0 1-1 0 0,0-1 0 0 0,0 1 0 0 0,0-1 1 0 0,0 0-1 0 0,1 1 0 0 0,0 2 0 0 0,3 5 50 0 0,16 50 155 0 0,-10-30-133 0 0,2-3-22 0 0,-6-15-42 0 0,2 1-11 0 0,0 1 0 0 0,1 7 0 0 0,-3-12 0 0 0,9 11 0 0 0,-8-10 11 0 0,-4-6 31 0 0,5 7-31 0 0,2-1-11 0 0,20 18 11 0 0,-19-19 31 0 0,27 12 44 0 0,-25-14-44 0 0,1-1-20 0 0,0-2 20 0 0,0-2-31 0 0,0 2-11 0 0,7 4 0 0 0,-8-6 0 0 0,-5-1 0 0 0,7 0 0 0 0,-13 0 0 0 0,-1 0 0 0 0,1-1 0 0 0,-1 1 0 0 0,1 0 0 0 0,0 0 0 0 0,-1 0 0 0 0,1 0-1 0 0,-1 1 1 0 0,1-1 0 0 0,-1 0 0 0 0,1 1 0 0 0,1 0 0 0 0,18 1 12 0 0,-8-3 30 0 0,1 1-31 0 0,-12 0-11 0 0,18-1 0 0 0,0-4 0 0 0,-6 1 0 0 0,-1 0 0 0 0,0 0 0 0 0,-1 0 11 0 0,1-1 31 0 0,-1 0-31 0 0,1 1-11 0 0,0-1 0 0 0,-1 1 0 0 0,2 0 0 0 0,0 0 0 0 0,-7 1 0 0 0,10-7 0 0 0,-6 4 0 0 0,1 0 0 0 0,-2 0 0 0 0,5-6-4 0 0,8-9 61 0 0,-20 19-49 0 0,20-22-5 0 0,-15 15-3 0 0,2-4 32 0 0,10-20 0 0 0,-12 18-32 0 0,-8 11 0 0 0,10-15 0 0 0,-8 17 19 0 0,7-19 26 0 0,-3 8-45 0 0,-5 11 0 0 0,2-13 0 0 0,-2 10 1 0 0,1-6 37 0 0,-3-1-13 0 0,1-1-34 0 0,-7-14 146 0 0,4 15-126 0 0,1 2 31 0 0,-1-1-31 0 0,0 0-11 0 0,-1-1 0 0 0,1-1 0 0 0,0 3 0 0 0,-1 0 0 0 0,-1 0 0 0 0,1-1 0 0 0,-1 1 11 0 0,4 6 31 0 0,-3-7-31 0 0,0 0-11 0 0,-1-1 0 0 0,1 2 0 0 0,-5-8-103 0 0,8 17 7 0 0,-1-1-202 0 0,-18-8-3986 0 0,9 7-4895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36:39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818 177 7775 0 0,'0'0'10028'0'0,"-4"-11"-8758"0"0,-16-26 2216 0 0,19 36-2909 0 0,-16-13 758 0 0,-6-2-495 0 0,22 15-651 0 0,-1 0-43 0 0,-3-1 2 0 0,-1-1 0 0 0,1 0 0 0 0,0 0 0 0 0,0 0 0 0 0,-8-8 0 0 0,11 10-83 0 0,-16-8 76 0 0,-28-14 273 0 0,45 23-361 0 0,-10-9 102 0 0,3 4-81 0 0,5 3 17 0 0,-6 0 5 0 0,-1 0 0 0 0,-28-6 261 0 0,33 7-310 0 0,-20-6 141 0 0,25 7-183 0 0,-1 0-1 0 0,1-1 1 0 0,-1 1-1 0 0,1 0 1 0 0,-1 0-1 0 0,0 0 1 0 0,1 0-1 0 0,-1 0 1 0 0,1 0-1 0 0,-1 0 1 0 0,0 0-1 0 0,1 0 1 0 0,-1 0-1 0 0,1 0 1 0 0,-1 1-1 0 0,1-1 1 0 0,-2 0-1 0 0,-20 5 55 0 0,2-5-43 0 0,4 4 23 0 0,5 0-18 0 0,2-1-8 0 0,0-1 1 0 0,1 0-1 0 0,-17 2 0 0 0,22-4-11 0 0,-1 1-1 0 0,1-1 0 0 0,-1 1 0 0 0,1 0 0 0 0,-1-1 0 0 0,1 2 0 0 0,-1-1 0 0 0,-3 2 1 0 0,-4 1 9 0 0,-7 0 38 0 0,12-3-32 0 0,1 0 1 0 0,-1 1-1 0 0,0-1 0 0 0,1 1 1 0 0,-1 0-1 0 0,-4 4 0 0 0,0-2 5 0 0,0 0-1 0 0,-13 4 0 0 0,0 0 51 0 0,11-6-61 0 0,8-1-2 0 0,0 0 0 0 0,0 0 0 0 0,0 0 0 0 0,0 1 0 0 0,-7 3-1 0 0,-10 5 3 0 0,10-5 1 0 0,6-3-5 0 0,1 0-1 0 0,0 1 1 0 0,0-1-1 0 0,0 1 1 0 0,0-1-1 0 0,1 1 1 0 0,-5 5-1 0 0,-17 15 58 0 0,22-22-54 0 0,-5 9 23 0 0,-2 4-23 0 0,3-5 1 0 0,4-5-1 0 0,0 0 0 0 0,0 1 1 0 0,0-1-1 0 0,1 1 0 0 0,-1-1 0 0 0,1 1 0 0 0,-2 7 1 0 0,-2 4 24 0 0,0-2 2 0 0,6-13-31 0 0,-8 28 26 0 0,2-4 43 0 0,0-6-14 0 0,6-17-28 0 0,-6 31-10 0 0,4-18-23 0 0,1 0 0 0 0,0 6 55 0 0,2 20 18 0 0,0-29-62 0 0,1-2 42 0 0,-2 5-51 0 0,0-7 7 0 0,1 0 45 0 0,0-4-57 0 0,4 28 16 0 0,-4-27 29 0 0,3 8-31 0 0,1 3 0 0 0,1 9 44 0 0,-4-20-59 0 0,8 12 6 0 0,6 10 115 0 0,-7-15-106 0 0,0-1-11 0 0,0 1 0 0 0,2-3 0 0 0,0 0 0 0 0,1 0 0 0 0,1-1 0 0 0,2 1 0 0 0,6 3-1 0 0,-20-12-1 0 0,20 7 69 0 0,-8-2-67 0 0,1-2 11 0 0,0 1 31 0 0,6 2-31 0 0,-20-6-10 0 0,35 3-2 0 0,-25-1 1 0 0,-7-1 0 0 0,0 0 0 0 0,0 0 0 0 0,0 0 0 0 0,1-1 0 0 0,-1 1 0 0 0,0-1 0 0 0,5 0 0 0 0,21 2 0 0 0,-27-3 0 0 0,-1 1 0 0 0,0 0 0 0 0,1 0 0 0 0,-1 0 0 0 0,1 0 0 0 0,-1 0 0 0 0,0 1 0 0 0,1-1 0 0 0,-1 0 0 0 0,0 1 0 0 0,1-1 0 0 0,-1 1 0 0 0,2 0 0 0 0,-2 0 0 0 0,0-1 0 0 0,1 1 0 0 0,-1-1 0 0 0,0 1 0 0 0,1-1 0 0 0,-1 0 0 0 0,1 0 0 0 0,-1 1 0 0 0,1-1 0 0 0,-1 0 0 0 0,0 0 0 0 0,1 0 0 0 0,1-1 0 0 0,39 1 64 0 0,-17 0-64 0 0,-12-1 0 0 0,0 0 0 0 0,0 1 0 0 0,0-1 0 0 0,-1-1 0 0 0,0 1 0 0 0,1-1 0 0 0,7 2 0 0 0,-18-1 0 0 0,15-1 0 0 0,-6 0 0 0 0,1-2 0 0 0,1 1 0 0 0,24-8 64 0 0,-25 7-64 0 0,-1-1 0 0 0,1-1 0 0 0,-1 0 0 0 0,1 1 0 0 0,-1 1 0 0 0,1 0 0 0 0,-1-1 0 0 0,1 0 0 0 0,-3-2 0 0 0,0 0 0 0 0,-2 2 1 0 0,0-1 26 0 0,-6 2-3 0 0,15-16-12 0 0,-1 3 41 0 0,-9 10-42 0 0,7-4-11 0 0,-10 6 0 0 0,3-8 0 0 0,4-8 0 0 0,0 2 0 0 0,-8 17 9 0 0,-1 1-6 0 0,-1 0 0 0 0,1 1-1 0 0,-1-1 1 0 0,1 0 0 0 0,-1 0 0 0 0,1 0-1 0 0,-1 1 1 0 0,1-1 0 0 0,-1 0 0 0 0,0 0 0 0 0,1 0-1 0 0,-1 0 1 0 0,0 0 0 0 0,0 0 0 0 0,0-2-1 0 0,14-37 9 0 0,-10 31-11 0 0,0-2 0 0 0,0 0 0 0 0,-1 1 0 0 0,2 0 0 0 0,-2 0 11 0 0,0-1 31 0 0,-1 1-31 0 0,0 1 0 0 0,-2 6 31 0 0,2-7-31 0 0,-1-2-11 0 0,-1 1 0 0 0,1 0 0 0 0,0 1 11 0 0,-1 6 31 0 0,0-7-31 0 0,-2-3-11 0 0,0 4 11 0 0,0 6 31 0 0,-2-6-31 0 0,-1-2-11 0 0,0 2 0 0 0,-3 1 0 0 0,1 1 0 0 0,0 1 0 0 0,-1-1 0 0 0,0-1 0 0 0,0 0 0 0 0,0-1 0 0 0,1 0 0 0 0,1 2 0 0 0,-2-1 0 0 0,1 0 0 0 0,0 1 0 0 0,-1 3-12 0 0,7 4-47 0 0,-1 0 5 0 0,-6-3 32 0 0,6 4-100 0 0,0-1-301 0 0,-33-17-2902 0 0,23 12 1558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1:08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2563 48 2759 0 0,'0'0'12711'0'0,"-31"-4"-11478"0"0,30 3-1030 0 0,-27 1 383 0 0,-135-3 1796 0 0,70-11-1178 0 0,1 1-547 0 0,-65 9-2 0 0,115 4-430 0 0,-118-5 862 0 0,-77 2-466 0 0,40 6-205 0 0,109-2 5 0 0,46-2-291 0 0,-272 8 394 0 0,267-4-337 0 0,30-2-37 0 0,-28 0-1 0 0,19-1-135 0 0,4 3-17 0 0,-10 1 181 0 0,1 0 0 0 0,-52 16-1 0 0,20 1-47 0 0,49-16-85 0 0,-1 0 0 0 0,-19 3-1 0 0,17-4 5 0 0,-4 0 59 0 0,-25 2 1 0 0,23-4-2 0 0,1 2 1 0 0,-26 7-1 0 0,23-6-41 0 0,-22 9 70 0 0,26-5-86 0 0,-1 3 36 0 0,18-11-73 0 0,-14 9 27 0 0,-9 12-40 0 0,17-15 0 0 0,0 1 0 0 0,-7 3 0 0 0,14-8 0 0 0,-5 9 0 0 0,5-9 0 0 0,1-1 0 0 0,0 1 0 0 0,0 0 0 0 0,0 0 0 0 0,1 0 0 0 0,-1 0 0 0 0,1 0 0 0 0,-2 4 0 0 0,0 2 0 0 0,-4 6 11 0 0,0 1 0 0 0,1 0-1 0 0,1 0 1 0 0,-5 22 0 0 0,0 5-1 0 0,10-38-1 0 0,-7 15 35 0 0,3-11-33 0 0,3-6-11 0 0,-1 1 0 0 0,1 0 0 0 0,0-1 0 0 0,0 1 0 0 0,0 0 0 0 0,0 0 0 0 0,1 4 0 0 0,0-3 1 0 0,-4 14 51 0 0,1-9-46 0 0,1-5 12 0 0,1 0-1 0 0,0 0 1 0 0,0 0-1 0 0,0 0 0 0 0,1 0 1 0 0,0 8-1 0 0,-1 2 2 0 0,1-11 12 0 0,4 13-6 0 0,-1 2 51 0 0,-2-15-28 0 0,2 2-24 0 0,-1 1 33 0 0,10 11 127 0 0,-11-15-175 0 0,13 15 68 0 0,-2-3-24 0 0,-11-14-55 0 0,16 13 79 0 0,-6-5-35 0 0,0 0-20 0 0,1-1 20 0 0,5 5-1 0 0,-14-11-30 0 0,13 8 12 0 0,-12-9-12 0 0,0 1-1 0 0,0 0 1 0 0,0-1 0 0 0,0 0-1 0 0,5 2 1 0 0,11 1 14 0 0,-1 1 1 0 0,22 10-1 0 0,-28-11 1 0 0,23 7 0 0 0,168 25 219 0 0,-177-33-229 0 0,0 1 38 0 0,-23-3-49 0 0,39 5 59 0 0,-37-5-64 0 0,19 3 11 0 0,-20-4 3 0 0,18 3 25 0 0,35 1 25 0 0,1 5-64 0 0,39-3 53 0 0,-52-4-42 0 0,227-1 29 0 0,-115-2-16 0 0,-15-6 18 0 0,-49 0-20 0 0,46 4 3 0 0,48-3 14 0 0,-161 3-39 0 0,12-1 12 0 0,2 1 14 0 0,52-12 0 0 0,-53 7-26 0 0,13-2 0 0 0,-11 0 0 0 0,60-10 64 0 0,-88 17-64 0 0,27 0 0 0 0,-26 2 0 0 0,26-5 0 0 0,-17 1 0 0 0,-3 1 0 0 0,-1-1 0 0 0,1-1 0 0 0,31-14 0 0 0,-43 17-2 0 0,18-8 15 0 0,-1-2 40 0 0,-12 7-53 0 0,-1-1 0 0 0,7-2 28 0 0,-14 6 3 0 0,4-5-26 0 0,9-6-5 0 0,-15 12 17 0 0,11-11 30 0 0,-7 4-47 0 0,2-1 11 0 0,-1 1 31 0 0,-4 4-27 0 0,1 0 0 0 0,-1-1-1 0 0,-1 1 1 0 0,7-10 0 0 0,-10 14-14 0 0,5-8-1 0 0,19-29 64 0 0,-12 7-64 0 0,-1 2 0 0 0,-9 20 8 0 0,5-18 63 0 0,-6 8-47 0 0,-1-25 1 0 0,-1 36-25 0 0,-2-24 0 0 0,3 29 0 0 0,-5-22 0 0 0,-1-4 64 0 0,0 4-64 0 0,3 16 0 0 0,2 8 0 0 0,0 0 0 0 0,0 1 0 0 0,0-1 0 0 0,0 0 0 0 0,0 0 0 0 0,0 0 0 0 0,0 0 0 0 0,-1 1 0 0 0,1-1 0 0 0,0 0 0 0 0,-1 0 0 0 0,1 1 0 0 0,-1-1 0 0 0,1 0 0 0 0,-1 1 0 0 0,0-2 0 0 0,-8-7 0 0 0,4 2 0 0 0,-2-1-12 0 0,-1 0-36 0 0,0 0 36 0 0,-1 0 12 0 0,0 1 0 0 0,1-1 0 0 0,0 1 0 0 0,-1-1 0 0 0,1 0 0 0 0,-2 0 0 0 0,1 3 0 0 0,-1 0 0 0 0,3 0-11 0 0,4 4-31 0 0,-7-2 31 0 0,-1-2 11 0 0,0-1 0 0 0,0 0 0 0 0,1 0 0 0 0,0 0 0 0 0,0 0 0 0 0,-1 2 0 0 0,0-1 0 0 0,-1 0 0 0 0,1 2 0 0 0,-1 0 0 0 0,1 0 0 0 0,-1 1 0 0 0,1 0-11 0 0,-1 0-31 0 0,1 1 31 0 0,-1 1 11 0 0,3 0-11 0 0,5 0-31 0 0,-4 0 19 0 0,-19 1-4992 0 0,11-1-4334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2:41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742 230 5527 0 0,'0'0'3562'0'0,"3"2"-2628"0"0,11 5-568 0 0,-13-7-364 0 0,-1 0-1 0 0,0 0 1 0 0,1 0 0 0 0,-1 0 0 0 0,1 0 0 0 0,-1 0 0 0 0,0 0 0 0 0,1 0 0 0 0,-1 0-1 0 0,0-1 1 0 0,1 1 0 0 0,-1 0 0 0 0,0 0 0 0 0,1 0 0 0 0,-1 0 0 0 0,0 0-1 0 0,1-1 1 0 0,-1 1 0 0 0,0 0 0 0 0,0 0 0 0 0,1 0 0 0 0,-1-1 0 0 0,0 1 0 0 0,0 0-1 0 0,1-1 1 0 0,-1 1 0 0 0,0 0 0 0 0,0 0 0 0 0,0-1 0 0 0,0 1 0 0 0,1 0 0 0 0,-1-1-1 0 0,0 1 1 0 0,0 0 0 0 0,0-1 0 0 0,0 1 0 0 0,0-1 0 0 0,4-4 1555 0 0,-4 4-1478 0 0,0 1 1 0 0,1 0-1 0 0,-1-1 1 0 0,0 1-1 0 0,0 0 1 0 0,1 0-1 0 0,-1-1 0 0 0,0 1 1 0 0,0 0-1 0 0,0-1 1 0 0,1 1-1 0 0,-1-1 1 0 0,0 1-1 0 0,0 0 1 0 0,0-1-1 0 0,0 1 1 0 0,0 0-1 0 0,0-1 1 0 0,0 1-1 0 0,0-1 1 0 0,0 1-1 0 0,0 0 1 0 0,0-1-1 0 0,0 1 1 0 0,0-1-1 0 0,0 1 1 0 0,0 0-1 0 0,0-1 1 0 0,-1 1-1 0 0,1 0 0 0 0,0-1 1 0 0,-4-12 1969 0 0,4 13-2075 0 0,-14-36 6281 0 0,13 34-5774 0 0,-4-6-120 0 0,-12-21 1334 0 0,7 15-1351 0 0,10 13-109 0 0,-1 0-215 0 0,1 0 0 0 0,0 0 0 0 0,-1 0 1 0 0,1 1-1 0 0,0-1 0 0 0,-1 0 0 0 0,1 0 0 0 0,-1 1 0 0 0,1-1 1 0 0,-1 0-1 0 0,0 1 0 0 0,1-1 0 0 0,-1 0 0 0 0,0 0 1 0 0,-10-11 65 0 0,-9-19 714 0 0,19 30-720 0 0,0-1-18 0 0,0 0 0 0 0,-1 1-1 0 0,1-1 1 0 0,0 0 0 0 0,-1 1-1 0 0,0-1 1 0 0,-2-1 0 0 0,0-1-60 0 0,3 3 190 0 0,-1 0-139 0 0,0-1-40 0 0,0 1-1 0 0,0-1 0 0 0,0 0 0 0 0,-1 1 0 0 0,1 0 0 0 0,0-1 1 0 0,-1 1-1 0 0,1 0 0 0 0,-1 0 0 0 0,1 0 0 0 0,-1 1 0 0 0,-3-1 0 0 0,-19-5 118 0 0,15 3-119 0 0,-6-2 13 0 0,15 4-5 0 0,-15 1 13 0 0,0-2 20 0 0,11 2-45 0 0,-20 0 62 0 0,-87 5 163 0 0,68-1-211 0 0,24-2-2 0 0,-23 6 1 0 0,-16 2 5 0 0,54-9-17 0 0,1-1-1 0 0,-1 1 0 0 0,1 0 1 0 0,-1 0-1 0 0,1 1 1 0 0,-5 1-1 0 0,0 1 5 0 0,0 0-12 0 0,0 2 0 0 0,-2-1 0 0 0,0 2 0 0 0,2-1 0 0 0,-1-1 0 0 0,0 2 0 0 0,2 1 0 0 0,0 0 0 0 0,0 2 0 0 0,1 0 0 0 0,0-2 0 0 0,-3 6 0 0 0,9-13 0 0 0,-6 14 0 0 0,-8 16 0 0 0,-1 15 0 0 0,11-35 0 0 0,-8 38 64 0 0,3-6-64 0 0,4 3 0 0 0,5-36 0 0 0,1 11 26 0 0,1 4 12 0 0,-1-16-38 0 0,1 0 0 0 0,4 9 0 0 0,-2-8 0 0 0,-1 1 0 0 0,7 13 0 0 0,-8-21 0 0 0,4 9 0 0 0,0 1 0 0 0,5 6 10 0 0,-9-17 7 0 0,19 28 31 0 0,-16-22 4 0 0,-3-7-57 0 0,22 25 95 0 0,-20-22-42 0 0,5 3-24 0 0,-1 1 17 0 0,-3-4-29 0 0,0 0 0 0 0,1-1 0 0 0,-1 0-1 0 0,1 1 1 0 0,0-1 0 0 0,8 3 0 0 0,20 12 63 0 0,16 10 42 0 0,-19-12-190 0 0,0-6 58 0 0,-17-5 29 0 0,6 0 32 0 0,0-1 0 0 0,22 3 0 0 0,-26-5-46 0 0,-1 0 0 0 0,1 0 0 0 0,6 2 21 0 0,-21-4-6 0 0,20 0 13 0 0,-5 1-28 0 0,0-1 0 0 0,-1 0 0 0 0,0-1 0 0 0,0 0 0 0 0,1-1 0 0 0,-2 1 0 0 0,0 0 0 0 0,6 1-1 0 0,-18 0-1 0 0,19-6 69 0 0,3 1-56 0 0,-12 0 31 0 0,1 0-31 0 0,0 0-11 0 0,0 0 0 0 0,1 1 0 0 0,-1-2 0 0 0,0 0 0 0 0,-1-1 0 0 0,2 1 0 0 0,-1-1 0 0 0,-1 0 0 0 0,-1 0 11 0 0,0 0 31 0 0,0-1-20 0 0,1-1 20 0 0,2-2-38 0 0,9-14 120 0 0,-15 16-113 0 0,-1-1-11 0 0,-1 0 11 0 0,-3 6 31 0 0,0-5-20 0 0,-1 5 20 0 0,3-7-20 0 0,0-2 20 0 0,-2 1-31 0 0,-3-1 0 0 0,0-5 17 0 0,2 19-18 0 0,-1-5-2 0 0,-1-40-1 0 0,-1 32-7 0 0,0 1 0 0 0,-1-1 0 0 0,0 1 0 0 0,-1 1 11 0 0,2 6 31 0 0,0-5-31 0 0,-2-3-11 0 0,1-1 0 0 0,0 2 0 0 0,-3-4 0 0 0,-3-11 0 0 0,3 6 0 0 0,-3-8 0 0 0,3 16-2 0 0,4 9 3 0 0,-9-27 11 0 0,7 21 30 0 0,-1 0-31 0 0,-2-1-11 0 0,-5-26 0 0 0,4 13-11 0 0,5 19-12 0 0,2 3-13 0 0,1 1 1 0 0,-1 0-1 0 0,1-1 1 0 0,-1 1 0 0 0,1-1-1 0 0,0 1 1 0 0,-1 0-1 0 0,1-1 1 0 0,0 1 0 0 0,0-1-1 0 0,-1 1 1 0 0,1-1-1 0 0,0 0 1 0 0,0 1 0 0 0,0-1-1 0 0,0 1 1 0 0,-1-1-1 0 0,1 1 1 0 0,0-1 0 0 0,0 1-1 0 0,0-2 1 0 0,-8-6-3213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2:53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664 92 2759 0 0,'0'0'15136'0'0,"-4"-7"-12998"0"0,-18-29 1451 0 0,21 35-3380 0 0,-15-16 1207 0 0,-22 0-408 0 0,37 17-921 0 0,-11-4 287 0 0,-40-5 256 0 0,48 9-577 0 0,-5 0 11 0 0,5 0 0 0 0,-6 1 3 0 0,-1 1 13 0 0,3-1 13 0 0,-106 17 568 0 0,107-17-593 0 0,-9 4 245 0 0,5 0-291 0 0,5-2-22 0 0,4-2 0 0 0,0 0 0 0 0,1 0 0 0 0,-1 0 0 0 0,0 0 0 0 0,0 0 0 0 0,0-1 0 0 0,0 1 0 0 0,0-1 0 0 0,-3 1 0 0 0,0 0 1 0 0,-5 1 12 0 0,0 1-1 0 0,0 0 1 0 0,0 1-1 0 0,-15 7 1 0 0,-2 3 51 0 0,19-10-55 0 0,-30 18 99 0 0,32-20-98 0 0,-24 20 115 0 0,18-12-112 0 0,10-9-15 0 0,-8 10 14 0 0,-1 2 43 0 0,9-9-59 0 0,-13 17 6 0 0,8-12-2 0 0,0 1 0 0 0,-1 3 2 0 0,7-11-7 0 0,-6 16 72 0 0,-2 6-68 0 0,-2-1 13 0 0,9-20 8 0 0,0 3 15 0 0,-2 15-37 0 0,-1-2 28 0 0,5-16-14 0 0,-1 17 14 0 0,1-6-26 0 0,-1-7 2 0 0,1 0 0 0 0,1-1 1 0 0,-1 1-1 0 0,4 11 0 0 0,-2-4 40 0 0,0-4-31 0 0,1 2-7 0 0,-2-5 25 0 0,7 13 2 0 0,-4-7-31 0 0,1 0 0 0 0,4 6 33 0 0,-1-5 11 0 0,-5-8 23 0 0,1-1-58 0 0,8 6 62 0 0,0-1-135 0 0,-1-1 48 0 0,6 7 14 0 0,-15-15 2 0 0,16 10 55 0 0,-7-4-44 0 0,3-1-11 0 0,7 4 29 0 0,-17-9-15 0 0,14 3 7 0 0,6 3-21 0 0,15 3 64 0 0,-26-8-64 0 0,42 7 64 0 0,-26-6-53 0 0,-3-1 42 0 0,-22-3-53 0 0,26 4 0 0 0,-18-2 0 0 0,-1-2 0 0 0,6 1 0 0 0,14-1 0 0 0,-19 0 11 0 0,0 0 31 0 0,3 0-30 0 0,28-5-13 0 0,-27 4 4 0 0,-13 1-9 0 0,14-8 73 0 0,-5 4-56 0 0,-1 1 31 0 0,2-2-31 0 0,-3 0-11 0 0,1-2 0 0 0,-1 1 0 0 0,-1 2 11 0 0,-6 2 31 0 0,5-3-31 0 0,0-1-11 0 0,-1 0 11 0 0,-2 4 55 0 0,8-25-15 0 0,-8 17-40 0 0,3-6 44 0 0,-7 15-59 0 0,9-35 59 0 0,-6 26-44 0 0,-4 10-11 0 0,-2-22 12 0 0,4-13 120 0 0,-2 5-57 0 0,-1 28-33 0 0,-5-44-20 0 0,2 19 31 0 0,3 18-53 0 0,0-2 0 0 0,-1 1 0 0 0,0-1 11 0 0,0 0 31 0 0,-1-1-31 0 0,0-1-11 0 0,-2 1 0 0 0,3 11 0 0 0,-1-1 0 0 0,-6-22 0 0 0,6 14 11 0 0,1 7 31 0 0,-2-7-31 0 0,-1 1 1 0 0,3 6 36 0 0,-3-3-25 0 0,3 3 19 0 0,-2-4-42 0 0,2 5-42 0 0,-2-6 31 0 0,-1-2 11 0 0,0 2 0 0 0,0 0 0 0 0,0-1 0 0 0,0-1 0 0 0,-2 2 0 0 0,1 1 0 0 0,2 0-11 0 0,3 6-42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3:57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1862 215 5983 0 0,'0'0'13776'0'0,"0"0"-13770"0"0,0 0-1 0 0,0 0 1 0 0,0 0-1 0 0,0 0 1 0 0,0 0-1 0 0,0 0 1 0 0,0 0-1 0 0,0 1 1 0 0,0-1-1 0 0,0 0 1 0 0,-1 0-1 0 0,1 0 1 0 0,0 0-1 0 0,0 0 1 0 0,0 0-1 0 0,0 0 1 0 0,0 0-1 0 0,0 0 1 0 0,0 0-1 0 0,0 0 1 0 0,0 0-1 0 0,0 0 1 0 0,0 0-1 0 0,0 0 1 0 0,-1 0-1 0 0,1 0 1 0 0,0 0-1 0 0,0 0 1 0 0,0 0-1 0 0,0 0 1 0 0,0 0-1 0 0,0 0 1 0 0,0 0-1 0 0,0 0 1 0 0,0 0-1 0 0,0 0 1 0 0,0 0-1 0 0,-1 0 1 0 0,1 0-1 0 0,0 0 1 0 0,0 0-1 0 0,0 0 1 0 0,0 0-1 0 0,0 0 1 0 0,0 0-1 0 0,0 0 1 0 0,0 0-1 0 0,0-1 1 0 0,0 1-1 0 0,0 0 1 0 0,0 0-1 0 0,0 0 1 0 0,0 0-1 0 0,0 0 1 0 0,0 0-1 0 0,0 0 1 0 0,0 0-1 0 0,-1 0 1 0 0,1 0-1 0 0,0 0 1 0 0,0 0-1 0 0,0-1 1 0 0,-17-24 983 0 0,12 20-873 0 0,0 1 1 0 0,-1 0-1 0 0,1 0 0 0 0,-1 0 0 0 0,1 1 1 0 0,-12-5-1 0 0,3 4-4 0 0,0 0 1 0 0,-18-3 0 0 0,-23-4 100 0 0,-47-8 814 0 0,-17 2-524 0 0,76 12-350 0 0,-68-16-1 0 0,90 16 13 0 0,-27-2 0 0 0,-14-4 65 0 0,-16-2 115 0 0,0 0 62 0 0,53 7-208 0 0,-1 1 0 0 0,-39-3 0 0 0,37 7-140 0 0,0 1 0 0 0,0 1-1 0 0,-30 6 1 0 0,31-6-59 0 0,22-1 0 0 0,0 0 0 0 0,0 0 0 0 0,0 0 0 0 0,0 1 0 0 0,-5 1 0 0 0,0 0 16 0 0,0 0-1 0 0,0-1 1 0 0,-18 0 0 0 0,18-1 5 0 0,0 1 0 0 0,0-1 0 0 0,-18 6 0 0 0,-7 0 63 0 0,27-4-53 0 0,-11 1 89 0 0,-27 10-1 0 0,-37 22 20 0 0,60-26-128 0 0,0 0 53 0 0,-25 8 107 0 0,30-12-55 0 0,-21 11-1 0 0,-7 3 139 0 0,34-15-198 0 0,7-2-17 0 0,0 0 0 0 0,-1 0 0 0 0,1 1 0 0 0,-6 3-1 0 0,-28 15 129 0 0,36-18-119 0 0,-5 3-24 0 0,-8 6 43 0 0,-1 7 105 0 0,13-15-147 0 0,0 0-12 0 0,-20 25 187 0 0,10-10-94 0 0,11-11-51 0 0,1-2-6 0 0,0 3 25 0 0,2-7-7 0 0,-1 1-3 0 0,-2 10-11 0 0,0 2-31 0 0,0-4 31 0 0,3-6 0 0 0,0 6-30 0 0,0-8 37 0 0,0-1 0 0 0,3 8-37 0 0,-2-5 19 0 0,1 5-20 0 0,-1-5 20 0 0,4 7-20 0 0,3 1 20 0 0,-6-9-37 0 0,9 12 1 0 0,-5-11 47 0 0,3 3-42 0 0,2 0-11 0 0,6 7-3 0 0,-4-6 47 0 0,-5-4-21 0 0,18 12 30 0 0,-14-9-31 0 0,7 5 34 0 0,-1-4-60 0 0,-16-8 5 0 0,3 0-1 0 0,17 11 64 0 0,6 2 0 0 0,-16-9-64 0 0,24 14 42 0 0,-10-3-20 0 0,-1 0 31 0 0,-10-7-40 0 0,-10-9-13 0 0,-1 1-2 0 0,0 1 2 0 0,27 12 0 0 0,9 8 0 0 0,-31-17 11 0 0,-4-3-2 0 0,-1 1 0 0 0,1-1 0 0 0,0-1 0 0 0,1 1-1 0 0,7 1 1 0 0,42 14-9 0 0,-3-1 0 0 0,25-2 26 0 0,24 5 23 0 0,-87-18-19 0 0,-10-1-27 0 0,-1 0 0 0 0,1 0 1 0 0,0 1-1 0 0,-1-1 0 0 0,1 1 1 0 0,4 1-1 0 0,0 0-3 0 0,28 2 0 0 0,38 5 64 0 0,-61-8-64 0 0,7-1 0 0 0,8 4 0 0 0,-17-2 0 0 0,-6 0 0 0 0,2-2 0 0 0,22 0 0 0 0,-1 2 0 0 0,-25-1 6 0 0,1-1 0 0 0,0 1 0 0 0,0-1 1 0 0,0 0-1 0 0,0-1 0 0 0,5 0 0 0 0,15-3 15 0 0,-8 2-21 0 0,-11 2 0 0 0,15 2 0 0 0,6 2 0 0 0,-21-3 0 0 0,18-2 0 0 0,-14 0 17 0 0,38 0 30 0 0,10-1 17 0 0,-31 3-64 0 0,2 1 0 0 0,15-2 0 0 0,43-5 0 0 0,-32 0 0 0 0,-27 5 0 0 0,-12 0 0 0 0,-14 0 0 0 0,0 0 0 0 0,1 0 0 0 0,-1 0 0 0 0,0 0 0 0 0,1 0 0 0 0,-1 0 0 0 0,0 0 0 0 0,0 0 0 0 0,1-1 0 0 0,-1 1 0 0 0,0-1 0 0 0,0 1 0 0 0,1-1 0 0 0,0 0 0 0 0,2 0 0 0 0,13 0 0 0 0,22-2 64 0 0,-27 2-64 0 0,1-2 0 0 0,0 1 0 0 0,2 1 0 0 0,-2-1 0 0 0,0-1 0 0 0,-2 1 11 0 0,-10 2-8 0 0,6-1 48 0 0,-5-2-53 0 0,26-8 3 0 0,-15 7 20 0 0,0 0 0 0 0,11-7 0 0 0,-23 11-20 0 0,9-5-1 0 0,23-10 0 0 0,15-3 11 0 0,-18 3 42 0 0,-9 4-53 0 0,-17 9-3 0 0,13-10 22 0 0,28-19 301 0 0,-39 27-320 0 0,-3 0 0 0 0,20-11 0 0 0,-11 7 0 0 0,-11 7 0 0 0,20-19 0 0 0,-3-3 0 0 0,-6 9 0 0 0,1-10 0 0 0,-10 19 0 0 0,2-4 0 0 0,-1-5 0 0 0,-1 3 0 0 0,-2 1 0 0 0,-1 0 0 0 0,0 3 0 0 0,-1 1 0 0 0,0 0 0 0 0,0 0 0 0 0,-1 0 0 0 0,-1-6 0 0 0,2 11 0 0 0,-1-8 0 0 0,-2-2 0 0 0,0-1 0 0 0,-2 0 0 0 0,-4 1 0 0 0,1 3 0 0 0,0 0 0 0 0,0 0 13 0 0,2 1 57 0 0,4 4 7 0 0,-5-3-61 0 0,-2-1-32 0 0,0 0-36 0 0,-1-1 84 0 0,2 1-20 0 0,0 1-12 0 0,-1-1 0 0 0,-1 1 0 0 0,0 0 0 0 0,0 0 0 0 0,1 1 0 0 0,-1 0 0 0 0,-1 1 0 0 0,1-1 0 0 0,0 0 0 0 0,0 0 0 0 0,1 0 0 0 0,-1 0 0 0 0,0 0 0 0 0,1-2 0 0 0,-2 1 0 0 0,1 0 0 0 0,1 2 0 0 0,0-1 0 0 0,0 0 0 0 0,0 2 0 0 0,1-2 0 0 0,-1 0 0 0 0,0 0 0 0 0,0 0 0 0 0,0 2-11 0 0,7 2-42 0 0,-4-2-30 0 0,6 2-75 0 0,-15 1-226 0 0,6-1-571 0 0,0 1 1 0 0,-18 3 0 0 0,-2 3-534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5:12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1911 89 4143 0 0,'0'0'18869'0'0,"-1"-4"-18722"0"0,-3-16 684 0 0,-27 8 58 0 0,21 8-677 0 0,1 1-1 0 0,-20-4 0 0 0,5 2-125 0 0,19 4-56 0 0,-1 1-1 0 0,1-1 1 0 0,0 1-1 0 0,-7 0 1 0 0,5 0-18 0 0,-27 0 18 0 0,-83-3 204 0 0,37 1 151 0 0,12 1-45 0 0,2-2-117 0 0,-95 8 0 0 0,141-4 67 0 0,0-1-1 0 0,-34-5 1 0 0,50 5-219 0 0,-61-10 205 0 0,-101-2 1 0 0,-64 11-129 0 0,210 0-87 0 0,-6 2 10 0 0,20 0-73 0 0,-20-1 15 0 0,21 0 2 0 0,-25 1 23 0 0,-8 2 90 0 0,17 0-64 0 0,-14 7 11 0 0,20-6-20 0 0,13-3-58 0 0,-23 12 15 0 0,13-8 30 0 0,-20 13 38 0 0,10-8-5 0 0,4 1-33 0 0,-4 4-20 0 0,-9 5-22 0 0,16-11 26 0 0,9-6-7 0 0,0 1-1 0 0,1 0 0 0 0,-1 0 0 0 0,-8 8 0 0 0,-2 5-7 0 0,-9 8 42 0 0,2 2-42 0 0,-7 11-11 0 0,-16 13 0 0 0,32-32 0 0 0,-13 21 64 0 0,18-26-72 0 0,4-7 20 0 0,0 0 0 0 0,1 1 0 0 0,0-1 0 0 0,0 1 0 0 0,-3 9 0 0 0,5-14-12 0 0,-7 26 76 0 0,3-6-4 0 0,4-12-24 0 0,2 1-36 0 0,-1 6 5 0 0,2-13 12 0 0,0-1-22 0 0,5 14 28 0 0,-6-17-18 0 0,10 22 6 0 0,-7-17-23 0 0,15 29 0 0 0,-10-21 0 0 0,-4-7 8 0 0,0-1-1 0 0,0 0 0 0 0,0 0 1 0 0,1 0-1 0 0,0-1 1 0 0,5 6-1 0 0,2-1 5 0 0,-8-4-6 0 0,1-1 1 0 0,0 1-1 0 0,0-1 1 0 0,0-1-1 0 0,1 1 0 0 0,0-1 1 0 0,9 6-1 0 0,16 9 18 0 0,-6-5 10 0 0,1-1 0 0 0,0-1 0 0 0,1 0 0 0 0,49 12 0 0 0,-61-19-6 0 0,23 10 0 0 0,-6-1-9 0 0,2-2 2 0 0,-1-1 1 0 0,55 11-1 0 0,-64-18-21 0 0,18 3 0 0 0,-10-4 0 0 0,-17-2 4 0 0,0 0-1 0 0,18-1 1 0 0,109-4 65 0 0,-7 1-21 0 0,95-23-48 0 0,-219 24 0 0 0,62-11 0 0 0,20-8 368 0 0,31 5-678 0 0,92-19 675 0 0,-167 21-431 0 0,-18 5-73 0 0,46-7 1 0 0,-56 12 138 0 0,0-2 0 0 0,0 0 0 0 0,-1-2 0 0 0,37-18 0 0 0,-42 19 0 0 0,10-5 5 0 0,94-38 46 0 0,-96 40-51 0 0,16-8 0 0 0,-27 12 0 0 0,-1-1 0 0 0,-1 1 0 0 0,0-1 0 0 0,0-1 0 0 0,1 1 0 0 0,-1-4 11 0 0,-3 3 42 0 0,-4 4 0 0 0,3-4-31 0 0,4-6 31 0 0,-9 9-55 0 0,0 2 4 0 0,2-14-2 0 0,-5 12 0 0 0,1 2 0 0 0,-1-7 11 0 0,0-5 42 0 0,2 13-54 0 0,-6-11 2 0 0,1 2-1 0 0,-1-1 0 0 0,-3-6 0 0 0,3 10 0 0 0,1 1 0 0 0,3 3 0 0 0,-12-11 0 0 0,-24-19 0 0 0,32 28 0 0 0,-18-14 0 0 0,-1 0 0 0 0,3-1 0 0 0,0-3 0 0 0,1 1 0 0 0,6 7 0 0 0,-16-14 0 0 0,21 22 0 0 0,-3 3 0 0 0,0-2 0 0 0,0-1 0 0 0,-1-2 0 0 0,2 2 0 0 0,0 1 0 0 0,-2 1 0 0 0,0-1 0 0 0,-3-3 0 0 0,16 10 0 0 0,-2 0 0 0 0,-36-14 0 0 0,27 9 0 0 0,-1 0 0 0 0,-4-1 5 0 0,17 5-1 0 0,-18-8-134 0 0,-24-12-1695 0 0,11 10-5710 0 0,-1 2-1824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8:45:22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764 372 7511 0 0,'0'-2'49'0'0,"0"0"-1"0"0,0 0 1 0 0,0 0-1 0 0,-1 0 1 0 0,1 0-1 0 0,-1 0 1 0 0,1 0-1 0 0,-1 0 1 0 0,0 0-1 0 0,0 1 1 0 0,-2-4-1 0 0,0 0 52 0 0,1-1 709 0 0,1 2-21 0 0,0 0-1 0 0,0 0 1 0 0,-1-1 0 0 0,1 1-1 0 0,-1 0 1 0 0,0 0 0 0 0,-3-4-1 0 0,-23-39 5013 0 0,27 46-5097 0 0,-8-10-302 0 0,6 9-141 0 0,1-1 0 0 0,-1 1 0 0 0,0 0 0 0 0,1-1 0 0 0,-5-1-1 0 0,4 3-153 0 0,1-1 0 0 0,0 1 0 0 0,0-1 0 0 0,0 1 0 0 0,0-1 0 0 0,0 0 0 0 0,1 0 0 0 0,-1 1 0 0 0,0-1 0 0 0,-2-4 0 0 0,2 3 54 0 0,-1 1 0 0 0,1 0 0 0 0,-1 0-1 0 0,0-1 1 0 0,0 2 0 0 0,-5-4-1 0 0,2 2 6 0 0,-4-4 9 0 0,0 1 0 0 0,1-2 0 0 0,-9-8 0 0 0,17 15-101 0 0,-9-6 86 0 0,-2-4 102 0 0,-25-16 0 0 0,15 12-7 0 0,10 7-15 0 0,-21-10 0 0 0,0 1 46 0 0,33 17-285 0 0,-12-7 35 0 0,0 1-1 0 0,0 1 0 0 0,0 0 0 0 0,0 1 0 0 0,-1 0 1 0 0,-16-3-1 0 0,16 7-12 0 0,0 0 1 0 0,0 0 0 0 0,0 2-1 0 0,1-1 1 0 0,-1 2 0 0 0,1-1-1 0 0,-19 8 1 0 0,22-7-12 0 0,0 3 31 0 0,-1 0-31 0 0,-5 3-2 0 0,4 1 36 0 0,-1 4-35 0 0,10-11-10 0 0,2-2 0 0 0,-1 0 0 0 0,0 0 0 0 0,1 0 0 0 0,-1 0 0 0 0,0 0 0 0 0,1 0 0 0 0,-1 0 0 0 0,0 0 0 0 0,0 0 0 0 0,0 0 0 0 0,0-1 0 0 0,0 1 0 0 0,-2 1 0 0 0,-3 1 0 0 0,1 1 0 0 0,-6 16 0 0 0,4-5 0 0 0,-13 24 0 0 0,10-23 0 0 0,9-13 0 0 0,-7 16 0 0 0,4-12 0 0 0,1 0 0 0 0,0 1 0 0 0,-3 11 0 0 0,2-5 0 0 0,1-2 0 0 0,-1 2 0 0 0,3-9 0 0 0,-5 30 0 0 0,2-10 0 0 0,-1 14 0 0 0,4-30 0 0 0,0-1 0 0 0,0 1 0 0 0,2 12 0 0 0,-1-19 0 0 0,0 9 0 0 0,1 1 0 0 0,2 1 0 0 0,0-1 0 0 0,0 1 0 0 0,16 44 0 0 0,-8-26 0 0 0,10 14 0 0 0,-14-29 0 0 0,4 9-2 0 0,-10-23 3 0 0,0 0-1 0 0,-1-1 1 0 0,1 1-1 0 0,0 0 1 0 0,0-1-1 0 0,0 1 1 0 0,1-1-1 0 0,1 3 1 0 0,6 7 7 0 0,-6-7 34 0 0,7 7-20 0 0,11 17 7 0 0,0-7-6 0 0,-7-8-22 0 0,-10-8-1 0 0,20 13 0 0 0,-15-11 12 0 0,-5-4-5 0 0,0 0-1 0 0,0 0 1 0 0,-1-1-1 0 0,2 1 1 0 0,-1-1-1 0 0,0 0 1 0 0,8 2-1 0 0,-8-2-11 0 0,5 2 15 0 0,0-1 0 0 0,1 0 0 0 0,0 0-1 0 0,-1-1 1 0 0,1 0 0 0 0,20 1 0 0 0,-15-2-10 0 0,-7 0 13 0 0,0-1 1 0 0,1 0-1 0 0,7-1 0 0 0,14 0 0 0 0,-22 1-6 0 0,-1-1 1 0 0,1 0-1 0 0,-1 0 0 0 0,0-1 1 0 0,0 0-1 0 0,12-4 0 0 0,-8 2 4 0 0,12-6 26 0 0,-3 0-10 0 0,-16 9-27 0 0,26-16 0 0 0,-14 8 10 0 0,-16 9 12 0 0,37-25 10 0 0,-9 1 32 0 0,0 1-64 0 0,-23 18 0 0 0,13-16 0 0 0,-14 16 3 0 0,11-20 58 0 0,0-8 3 0 0,-5 15-64 0 0,-4 3 0 0 0,-4 10 0 0 0,4-18 64 0 0,0 6-70 0 0,0-26 76 0 0,-5 37-56 0 0,0-2 22 0 0,-1-25-22 0 0,0 21-14 0 0,0 1 0 0 0,-1 0 0 0 0,0 0 0 0 0,-2-11 43 0 0,1 13 24 0 0,-3-18-49 0 0,5 23-1 0 0,-7-15 30 0 0,3 11-36 0 0,-10-26 42 0 0,9 24-53 0 0,1 3-11 0 0,4 5-43 0 0,-9-5-3817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10:05:5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0,'0'0'6608'0'0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05:42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0 513 7999 0 0,'0'0'6296'0'0,"0"1"-6008"0"0,1 7 137 0 0,0 0 0 0 0,1-1 0 0 0,0 1-1 0 0,0-1 1 0 0,1 1 0 0 0,0-1 0 0 0,0 0 0 0 0,1 0-1 0 0,8 12 1 0 0,-1 6 408 0 0,-10-19-636 0 0,1-1 0 0 0,0 1-1 0 0,1-1 1 0 0,2 6-1 0 0,9 14 35 0 0,-9-16-96 0 0,-1-1 0 0 0,1 1 0 0 0,1-1 0 0 0,9 11 0 0 0,-14-18-25 0 0,0 0-84 0 0,-1 0-1 0 0,1 0 0 0 0,0 0 1 0 0,0 0-1 0 0,0-1 1 0 0,0 1-1 0 0,0 0 0 0 0,0-1 1 0 0,1 1-1 0 0,-1-1 1 0 0,0 1-1 0 0,0-1 0 0 0,0 1 1 0 0,0-1-1 0 0,1 0 1 0 0,-1 0-1 0 0,0 0 1 0 0,0 0-1 0 0,1 1 0 0 0,-1-2 1 0 0,0 1-1 0 0,0 0 1 0 0,0 0-1 0 0,1 0 0 0 0,-1 0 1 0 0,1-1-1 0 0,3 0 70 0 0,-1 0 0 0 0,0 0 1 0 0,1-1-1 0 0,-1 1 0 0 0,0-1 0 0 0,4-2 0 0 0,3-3 96 0 0,-2-1 0 0 0,1 0-1 0 0,-1 0 1 0 0,0-1 0 0 0,-1 0 0 0 0,10-14-1 0 0,38-67 605 0 0,-23 35-509 0 0,-2 7-234 0 0,3 1 0 0 0,2 1 0 0 0,2 2 0 0 0,1 2 0 0 0,3 1 0 0 0,1 3 0 0 0,53-37 0 0 0,-79 64-52 0 0,0 1 0 0 0,0 0 0 0 0,20-6 0 0 0,59-18 0 0 0,-14 7 0 0 0,-71 22 0 0 0,-2 0-12 0 0,-9 5-36 0 0,0-1 0 0 0,0 1 0 0 0,0-1 0 0 0,0 1 0 0 0,0-1-1 0 0,0 1 1 0 0,0-1 0 0 0,0 1 0 0 0,0 0 0 0 0,0-1 0 0 0,0 1 0 0 0,-1-1 0 0 0,1 1 0 0 0,0-1-1 0 0,0 1 1 0 0,0 0 0 0 0,-1-1 0 0 0,1 1 0 0 0,0 0 0 0 0,0-1 0 0 0,-1 1 0 0 0,1 0-1 0 0,0-1 1 0 0,-1 1 0 0 0,-8-8-1337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05:43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0 320 11487 0 0,'0'0'1732'0'0,"0"-8"1672"0"0,1 8-3334 0 0,-1 0-1 0 0,0 0 1 0 0,0 0 0 0 0,0 0 0 0 0,0 0 0 0 0,0 0-1 0 0,0 0 1 0 0,0 0 0 0 0,0 0 0 0 0,0 0 0 0 0,0 0-1 0 0,1 0 1 0 0,-1 0 0 0 0,0 0 0 0 0,0 0 0 0 0,0 0-1 0 0,0 0 1 0 0,7 6 139 0 0,0 0 0 0 0,0 0-1 0 0,-1 0 1 0 0,0 1 0 0 0,0 0 0 0 0,5 9 0 0 0,29 53 814 0 0,-27-45-533 0 0,22 31 1 0 0,-26-43-389 0 0,0-1 0 0 0,20 19 0 0 0,-27-29 198 0 0,-2-1-282 0 0,0 1-1 0 0,1-1 1 0 0,-1 1 0 0 0,0-1-1 0 0,1 0 1 0 0,-1 0-1 0 0,0 1 1 0 0,1-1-1 0 0,-1 0 1 0 0,0 0 0 0 0,1 1-1 0 0,-1-1 1 0 0,0 0-1 0 0,1 0 1 0 0,-1 0 0 0 0,1 1-1 0 0,-1-1 1 0 0,0 0-1 0 0,1 0 1 0 0,-1 0 0 0 0,1 0-1 0 0,-1 0 1 0 0,1 0-1 0 0,-1 0 1 0 0,0 0-1 0 0,1 0 1 0 0,-1 0 0 0 0,1 0-1 0 0,-1 0 1 0 0,0 0-1 0 0,1-1 1 0 0,-1 1 0 0 0,1 0-1 0 0,-1 0 1 0 0,0 0-1 0 0,1-1 1 0 0,0 1 0 0 0,14-5 442 0 0,-12 2-333 0 0,0 1 0 0 0,1-1-1 0 0,-1 0 1 0 0,0 0-1 0 0,0 0 1 0 0,-1 0-1 0 0,1 0 1 0 0,3-7-1 0 0,3-2 81 0 0,165-201 558 0 0,-89 113-629 0 0,-30 42-27 0 0,-33 36-66 0 0,-9 8 74 0 0,-1-1 0 0 0,14-22 0 0 0,-26 37-108 0 0,1-1-4 0 0,10-15 129 0 0,13-11-57 0 0,-13 12-135 0 0,-11 15-39 0 0,0 0 1 0 0,0 0 0 0 0,0 0-1 0 0,0-1 1 0 0,0 1 0 0 0,0 0-1 0 0,0 0 1 0 0,0 0 0 0 0,0 0-1 0 0,1 0 1 0 0,-1-1 0 0 0,0 1-1 0 0,0 0 1 0 0,0 0 0 0 0,0 0-1 0 0,0 0 1 0 0,0 0 0 0 0,1 0-1 0 0,-1 0 1 0 0,0 0 0 0 0,0 0-1 0 0,0-1 1 0 0,0 1 0 0 0,0 0-1 0 0,1 0 1 0 0,-1 0 0 0 0,0 0-1 0 0,0 0 1 0 0,0 0 0 0 0,0 0-1 0 0,1 0 1 0 0,-1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07:21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10 450 2303 0 0,'-9'0'14927'0'0,"12"4"-13880"0"0,-2-3-661 0 0,16 12 260 0 0,-16-12-580 0 0,58 43 1278 0 0,-33-23-958 0 0,37 28 426 0 0,-55-44-778 0 0,-1 1 0 0 0,2-1 0 0 0,-1-1 1 0 0,0 1-1 0 0,1-2 0 0 0,0 1 1 0 0,0-1-1 0 0,0 0 0 0 0,0-1 1 0 0,14 2-1 0 0,-21-4 35 0 0,1 1-19 0 0,1-1-1 0 0,-1 0 1 0 0,1 0-1 0 0,0 0 1 0 0,-1-1 0 0 0,6 0-1 0 0,-9 1-48 0 0,3-1 44 0 0,0 0 0 0 0,0 0 0 0 0,0 0-1 0 0,-1 0 1 0 0,1-1 0 0 0,-1 1 0 0 0,1-1 0 0 0,-1 1 0 0 0,1-1-1 0 0,-1 0 1 0 0,0 0 0 0 0,0 0 0 0 0,0 0 0 0 0,0-1 0 0 0,0 1-1 0 0,0 0 1 0 0,1-4 0 0 0,4-6 160 0 0,-1 1 1 0 0,7-21-1 0 0,-9 22-111 0 0,64-184 597 0 0,-48 126-603 0 0,31-68 0 0 0,-46 126-72 0 0,0 0 0 0 0,1 0 0 0 0,12-16 0 0 0,-8 8 59 0 0,-1 5-18 0 0,10-10 3 0 0,-18 22-161 0 0,-1 0 0 0 0,1 0 1 0 0,-1 0-1 0 0,1 0 0 0 0,0 0 0 0 0,-1 0 0 0 0,1 0 0 0 0,-1 0 1 0 0,0 0-1 0 0,1 0 0 0 0,-1 0 0 0 0,0 0 0 0 0,0 0 0 0 0,0 0 1 0 0,0-3-1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25:53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1359 198 4143 0 0,'1'1'93'0'0,"-1"-1"-83"0"0,1 0 0 0 0,-1 0 0 0 0,0 1 0 0 0,0-1 0 0 0,0 0 1 0 0,1 0-1 0 0,-1 0 0 0 0,0 0 0 0 0,0 1 0 0 0,1-1 1 0 0,-1 0-1 0 0,0 0 0 0 0,1 0 0 0 0,-1 0 0 0 0,0 0 0 0 0,0 0 1 0 0,1 0-1 0 0,-1 0 0 0 0,0 0 0 0 0,1 0 0 0 0,-1 0 0 0 0,0 0 1 0 0,0 0-1 0 0,1 0 0 0 0,-1 0 0 0 0,0 0 0 0 0,1 0 1 0 0,-1 0-1 0 0,0 0 0 0 0,0 0 0 0 0,1 0 0 0 0,-1-1 0 0 0,6 0 290 0 0,13-2 9466 0 0,-18 2-9551 0 0,-1-1-1 0 0,1 1 1 0 0,-1-1 0 0 0,1 0 0 0 0,-1 1 0 0 0,1-1 0 0 0,-1 1 0 0 0,0-1 0 0 0,0-2 0 0 0,-16-19 1141 0 0,15 21-1171 0 0,-1 1-124 0 0,1 0 0 0 0,0-1 0 0 0,-1 1 0 0 0,0 0 0 0 0,1 0 0 0 0,-1 0 0 0 0,0 0 0 0 0,1 0 0 0 0,-1 0 0 0 0,0 1 0 0 0,-3-2 0 0 0,0 0 135 0 0,-176-80 2604 0 0,165 75-2616 0 0,-22-5 0 0 0,-8 0 88 0 0,25 6-134 0 0,8 2-58 0 0,0 0 0 0 0,0 1 1 0 0,-1 0-1 0 0,0 1 0 0 0,1 1 1 0 0,-1 0-1 0 0,-14 1 0 0 0,-133 17 72 0 0,67-6 44 0 0,73-9-93 0 0,-15 1 59 0 0,0 2 0 0 0,-46 12 0 0 0,-37 26-39 0 0,-6 2 228 0 0,90-32-259 0 0,-7 2 114 0 0,28-11-156 0 0,0 1 0 0 0,0 0 0 0 0,1 2 0 0 0,-18 9 0 0 0,28-14-37 0 0,-12 10 27 0 0,10-8-38 0 0,3-3 4 0 0,0 1 1 0 0,-1 1-1 0 0,1-1 1 0 0,0 0-1 0 0,0 0 0 0 0,1 1 1 0 0,-3 2-1 0 0,2-2-4 0 0,-1-1-1 0 0,1 1 0 0 0,0 0 1 0 0,0 0-1 0 0,1 0 0 0 0,-1 0 1 0 0,1 0-1 0 0,-2 4 1 0 0,1 0 7 0 0,-5 11 0 0 0,4-10-3 0 0,0 0 1 0 0,0 1-1 0 0,1 0 0 0 0,0-1 1 0 0,0 1-1 0 0,0 13 0 0 0,-4 65 58 0 0,6-19-64 0 0,0-64 4 0 0,0-1-1 0 0,0 0 1 0 0,0 1 0 0 0,1-1 0 0 0,0 0-1 0 0,1 6 1 0 0,4 10 38 0 0,-4-11 38 0 0,5 8 18 0 0,-3-9-96 0 0,5 7 39 0 0,0 0-1 0 0,1 0 1 0 0,1-1-1 0 0,14 13 1 0 0,-22-23-10 0 0,0 0-9 0 0,19 11 45 0 0,3 5 5 0 0,-7-8 3 0 0,13 5-65 0 0,13 5 59 0 0,-30-14 22 0 0,1 1-11 0 0,6 2-62 0 0,-18-8-22 0 0,19 4 70 0 0,94 26 307 0 0,-112-31-365 0 0,21 4 6 0 0,19 5 50 0 0,43 6 106 0 0,-45-12-159 0 0,-20-1 14 0 0,-14-1-16 0 0,-1-1 1 0 0,0 0 0 0 0,13 0 0 0 0,68 0 31 0 0,-29 1-18 0 0,-51-2-15 0 0,0 1 0 0 0,15 2 0 0 0,-12 0 0 0 0,-1-2 0 0 0,1 0 0 0 0,-1 0 0 0 0,19-1 0 0 0,12-2-8 0 0,15 1 64 0 0,-47 0-65 0 0,26-3 13 0 0,21-10 41 0 0,-28 9-53 0 0,14-2 0 0 0,-14 1 0 0 0,-13 1 0 0 0,29-8 53 0 0,19-8-31 0 0,-50 16 20 0 0,10-6-29 0 0,-6 4 8 0 0,-1 0-1 0 0,27-19 1 0 0,-36 23-21 0 0,15-12 0 0 0,-1-4 64 0 0,-11 10-64 0 0,4-1 1 0 0,-11 6-3 0 0,6-12 14 0 0,-6 13 0 0 0,-2 1-8 0 0,0 1-1 0 0,1-1 1 0 0,-2 1-1 0 0,1-1 0 0 0,0 1 1 0 0,0-1-1 0 0,0 1 1 0 0,-1-1-1 0 0,1 0 0 0 0,-1 0 1 0 0,1-1-1 0 0,2-7 8 0 0,-2 6 31 0 0,2-6-20 0 0,-1 5 20 0 0,3-37 11 0 0,-2 7-31 0 0,-2 27-22 0 0,1-28 0 0 0,-2 11 11 0 0,1-56 42 0 0,-1 28-53 0 0,-1 12 0 0 0,-10-25 64 0 0,11 60-65 0 0,-1-1 0 0 0,-12-19 14 0 0,13 23-1 0 0,-5-8 19 0 0,2 7-26 0 0,-1-1 0 0 0,0 1 0 0 0,-8-8 1 0 0,-2-1 50 0 0,-8-2-59 0 0,19 14 3 0 0,-19-12 0 0 0,0 1 0 0 0,-26-8 0 0 0,36 15 0 0 0,1 2-11 0 0,1 0-31 0 0,-2-1 31 0 0,0 1 11 0 0,2 0-11 0 0,8 3-43 0 0,-11-2-834 0 0,0 4-60 0 0,-2 1-679 0 0,0-1-437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26:01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1194 166 2303 0 0,'0'0'10192'0'0,"-2"-1"-9822"0"0,-6-1 4 0 0,3 1 333 0 0,0 0 1 0 0,0-1-1 0 0,0 1 0 0 0,-5-4 0 0 0,9 4-327 0 0,-3-1 183 0 0,-1-1 0 0 0,1 0 0 0 0,0-1 0 0 0,-5-5 0 0 0,-20-19 602 0 0,28 27-1055 0 0,-17-14 276 0 0,-18-6 134 0 0,34 20-456 0 0,1 1-11 0 0,-17-8 22 0 0,-4 1 49 0 0,0 1 21 0 0,7 1-6 0 0,4 1-38 0 0,-1 1-1 0 0,1 0 1 0 0,0 1 0 0 0,-19-1 0 0 0,-94-16 587 0 0,75 15-417 0 0,-96 5-1 0 0,122 2-195 0 0,-75 8 192 0 0,76-8-146 0 0,-1 1-1 0 0,1 1 1 0 0,0 1 0 0 0,-29 13 0 0 0,49-19-107 0 0,-11 5 19 0 0,1 1 1 0 0,0 0 0 0 0,-12 8 0 0 0,22-13-27 0 0,-8 6 35 0 0,-33 22 22 0 0,39-27-51 0 0,-12 11-15 0 0,-46 38 66 0 0,56-47-63 0 0,-1 2 5 0 0,1-1 1 0 0,-1 1 0 0 0,1 0-1 0 0,0 0 1 0 0,1 1-1 0 0,-1 0 1 0 0,-7 13-1 0 0,8-13 8 0 0,1-1-2 0 0,1 1 1 0 0,-1-1 0 0 0,-3 11-1 0 0,6-14-7 0 0,-3 5 10 0 0,1-1-1 0 0,0 1 1 0 0,0 0 0 0 0,0 0 0 0 0,1 0 0 0 0,1 1 0 0 0,-1-1 0 0 0,1 13 0 0 0,1 26 102 0 0,6 7-95 0 0,-3-42 8 0 0,0 0 0 0 0,1 0 0 0 0,0-1 1 0 0,0 1-1 0 0,12 19 0 0 0,-12-24 21 0 0,0 0-1 0 0,1-1 1 0 0,0 1 0 0 0,0-1-1 0 0,0 0 1 0 0,1-1 0 0 0,0 1-1 0 0,0-1 1 0 0,10 7 0 0 0,29 23 194 0 0,-20-19-146 0 0,-6-4-73 0 0,-17-11-11 0 0,18 9-3 0 0,4 3 41 0 0,-16-9-43 0 0,20 13-9 0 0,-13-6 19 0 0,-10-8-4 0 0,16 5 12 0 0,21 7-17 0 0,-28-11 31 0 0,0 0-20 0 0,31 6 31 0 0,-41-8-35 0 0,21 2 28 0 0,-19-4-48 0 0,19 2 15 0 0,8 1 22 0 0,1-1 1 0 0,57-4-1 0 0,-29-4-24 0 0,13-2 155 0 0,-17 0-87 0 0,-47 7-68 0 0,3-1-11 0 0,5-1 28 0 0,-16 3-5 0 0,30-2-10 0 0,-28 2-13 0 0,17-4 0 0 0,-9 0 0 0 0,0 1 0 0 0,1-2 11 0 0,0 0 31 0 0,3 0-39 0 0,20-16 133 0 0,-31 19-134 0 0,1-2 26 0 0,19-21 187 0 0,-19 18-204 0 0,13-17 49 0 0,-5 10-56 0 0,-13 11-4 0 0,23-18 0 0 0,-15 12 0 0 0,0 0 0 0 0,26-26 0 0 0,-18 17 0 0 0,-15 16 1 0 0,0 0-2 0 0,6-11 65 0 0,3-11 53 0 0,-2 5-102 0 0,-7 14-3 0 0,0-1 0 0 0,-1 0-1 0 0,1-1 1 0 0,2-10 0 0 0,-2 5-11 0 0,1-1 12 0 0,-1 0 0 0 0,0-1-1 0 0,-1 0 1 0 0,1-19 0 0 0,3-59 115 0 0,-6 55-128 0 0,-1 22 7 0 0,0 6 27 0 0,-4-5-8 0 0,-6-19-13 0 0,1 6-77 0 0,7 18 64 0 0,-2 2 0 0 0,0-3 0 0 0,-1 1 0 0 0,1 2-11 0 0,4 4-31 0 0,-2-1 20 0 0,-2 0 530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26:21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1860 911 2303 0 0,'0'0'11968'0'0,"16"0"-10664"0"0,21 1-432 0 0,25 0 27 0 0,34-3 330 0 0,-72-1-650 0 0,-1-1 0 0 0,35-10-1 0 0,-40 8-246 0 0,-2 0 0 0 0,18-9 0 0 0,-5 1 0 0 0,9 0-76 0 0,-36 13-192 0 0,1 0-39 0 0,0 0-1 0 0,0 0 1 0 0,1 0 0 0 0,-1-1-1 0 0,-1 1 1 0 0,6-3-1 0 0,-1 0 7 0 0,31-8 91 0 0,-18 4 23 0 0,-4-1-103 0 0,13-9 206 0 0,-27 17-169 0 0,-1 0 27 0 0,2-3-19 0 0,0 1 0 0 0,0-1 0 0 0,0 0 0 0 0,-1 0 0 0 0,0 0 0 0 0,0 0 0 0 0,0 0 0 0 0,0 0 0 0 0,-1 0 0 0 0,1-1 0 0 0,-1 1 0 0 0,0-1 0 0 0,0 1 0 0 0,-1-1 0 0 0,1-7 0 0 0,0-24 329 0 0,-6-71-1 0 0,2 89-362 0 0,-4-15 25 0 0,-5 1 132 0 0,5 17-58 0 0,-1 1 0 0 0,0 0 0 0 0,-1 0 0 0 0,-17-20 0 0 0,10 13-69 0 0,-7-3-83 0 0,21 22 0 0 0,1 0 0 0 0,0 0 0 0 0,0 0 0 0 0,0 1 0 0 0,-1-1 0 0 0,1 1 0 0 0,0-1 0 0 0,-1 1 0 0 0,1-1 0 0 0,-1 1 0 0 0,0 0 0 0 0,-2-2 0 0 0,-19-10 0 0 0,-50-38 0 0 0,-49-23 117 0 0,93 59-89 0 0,-1 2 0 0 0,-1 1 0 0 0,0 1-1 0 0,-48-10 1 0 0,-198-31 164 0 0,214 44-192 0 0,-50-5 0 0 0,82 10 0 0 0,21 1 0 0 0,0 1 0 0 0,-13 1 0 0 0,6-1 0 0 0,-1 0 0 0 0,-18-3 0 0 0,16 1 0 0 0,-24 0 0 0 0,-89 0 0 0 0,66-1-2 0 0,45 2 20 0 0,-1 1 1 0 0,-23 1-1 0 0,34 2-12 0 0,-18 0-3 0 0,-37 0-1 0 0,56-2-2 0 0,-1 1 0 0 0,1 0 0 0 0,0 1 0 0 0,-16 4 0 0 0,-19 3 0 0 0,-85 9 0 0 0,-42 10 0 0 0,62 5 0 0 0,95-27-12 0 0,0 0 1 0 0,0 1-1 0 0,1 0 1 0 0,-1 1-1 0 0,-20 15 0 0 0,11-3 15 0 0,-47 44 0 0 0,65-57-3 0 0,0 1 0 0 0,-8 12 0 0 0,13-17 0 0 0,-11 11 0 0 0,12-12 0 0 0,-9 15 0 0 0,-10 18 0 0 0,15-27 1 0 0,-8 21 62 0 0,9-21-62 0 0,-1 7-3 0 0,2 8 14 0 0,1-15 12 0 0,-2 25 16 0 0,3-25-16 0 0,2 27 16 0 0,-1-25-5 0 0,1-1-1 0 0,0 1-1 0 0,5 17 1 0 0,-5-16-6 0 0,-1-6-15 0 0,1 0 0 0 0,0 0 0 0 0,0 0 0 0 0,1 0 0 0 0,2 8 0 0 0,-1-3-2 0 0,-2-4-9 0 0,1-1 0 0 0,0 1-1 0 0,1 0 1 0 0,-1 0 0 0 0,5 6 0 0 0,0 5 45 0 0,-4-9-43 0 0,1-1 1 0 0,-1 1 0 0 0,8 10-1 0 0,-8-12 26 0 0,20 22 43 0 0,-19-22-52 0 0,2 0-21 0 0,17 18 0 0 0,1-2 0 0 0,-20-18 1 0 0,17 10 51 0 0,7 0-41 0 0,-15-7 10 0 0,1 0 1 0 0,20 8-1 0 0,-28-12-10 0 0,0-1 1 0 0,0 0-1 0 0,0 0 1 0 0,10 2-1 0 0,8 1-4 0 0,33 8 30 0 0,64 4 1 0 0,-121-17-38 0 0,189 12 181 0 0,-138-12-117 0 0,41-3 0 0 0,-62 2-11 0 0,2 1-42 0 0,14 0 53 0 0,27-2-64 0 0,23-3 0 0 0,150 7 64 0 0,-208-2-64 0 0,0 2 64 0 0,-10-2-64 0 0,27 0 64 0 0,-17 3-64 0 0,-23-2 11 0 0,0-1 31 0 0,0 0-31 0 0,0-1-11 0 0,-1 1 0 0 0,1 0 0 0 0,41-2 64 0 0,-42 2-64 0 0,7-2-3 0 0,-17 2 17 0 0,14 1 39 0 0,-5 0-53 0 0,2 1 0 0 0,-2-2 11 0 0,26-2 42 0 0,-15 1 31 0 0,-19 0-36 0 0,4-1-25 0 0,4 0 19 0 0,0 0-31 0 0,-4 2-127 0 0,-8 0-476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26:32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1569 789 4143 0 0,'0'0'7506'0'0,"2"0"-7012"0"0,18 0 565 0 0,-18 0-486 0 0,7 1 543 0 0,8 1-579 0 0,1 0 0 0 0,0-2 1 0 0,0 0-1 0 0,0-2 0 0 0,19-2 0 0 0,-4 0 40 0 0,144-1 1644 0 0,-133 5-1796 0 0,30 4 360 0 0,-26 0-405 0 0,53 9 316 0 0,197-7 431 0 0,-266-6-976 0 0,4-1 100 0 0,53-7 0 0 0,-42 7-113 0 0,-40-1-107 0 0,19 1 122 0 0,-17 1-126 0 0,33-4 1 0 0,11-3 107 0 0,-45 6-107 0 0,-3 0-20 0 0,33-8 137 0 0,42-20 111 0 0,-73 26-208 0 0,-5 3-40 0 0,0-1 0 0 0,0 1 0 0 0,0-1 1 0 0,0 0-1 0 0,1 0 0 0 0,-1 0 0 0 0,0 0 0 0 0,-1 0 0 0 0,4-3 0 0 0,-2 1 1 0 0,1 0 0 0 0,0 0 0 0 0,0 0 0 0 0,0 0 0 0 0,0 1 0 0 0,7-4 0 0 0,-1 1 57 0 0,-7 4-44 0 0,-1-1 1 0 0,1 1-1 0 0,-1-1 0 0 0,1 0 0 0 0,-1 0 0 0 0,1 0 1 0 0,-1 0-1 0 0,0 0 0 0 0,0 0 0 0 0,0-1 0 0 0,0 1 1 0 0,3-6-1 0 0,-3 6-10 0 0,0 0-16 0 0,2-14 153 0 0,-1-4-73 0 0,-2 13-62 0 0,0 0-1 0 0,0 0 1 0 0,-1 0 0 0 0,-1 0-1 0 0,1 0 1 0 0,-1 0 0 0 0,0 1-1 0 0,0-1 1 0 0,-3-8-1 0 0,-2-7 39 0 0,-5-19 51 0 0,6 27-50 0 0,3 9-42 0 0,-1-1-1 0 0,1 1 1 0 0,-1 0 0 0 0,-1 0-1 0 0,1 0 1 0 0,-1 0 0 0 0,0 0-1 0 0,-5-5 1 0 0,-12-14 17 0 0,16 18-20 0 0,0-1 1 0 0,-1 1-1 0 0,1 0 0 0 0,-2 0 1 0 0,1 0-1 0 0,-1 1 0 0 0,1 0 0 0 0,-10-4 1 0 0,-111-73 180 0 0,110 73-189 0 0,0 0 0 0 0,-34-12 0 0 0,-8-4 0 0 0,34 14-8 0 0,0 0 0 0 0,-1 2 1 0 0,-30-7-1 0 0,-82-10-37 0 0,76 15 57 0 0,-61-15-12 0 0,-20-3 0 0 0,9 11 0 0 0,-117-2 0 0 0,87 10 0 0 0,19 2 0 0 0,94 6 0 0 0,-50 4 0 0 0,56 1 0 0 0,-15 0-1 0 0,-42 1 66 0 0,48 1-65 0 0,41-3 0 0 0,0-1 0 0 0,-25 0 0 0 0,14-1 36 0 0,1 1-1 0 0,-1 0 0 0 0,-23 6 1 0 0,-24 1 75 0 0,-106 11 44 0 0,150-13-128 0 0,21-4-17 0 0,0-1-1 0 0,-1 1 1 0 0,1-2-1 0 0,-7 1 1 0 0,-33 5 43 0 0,38-5-40 0 0,0 0 1 0 0,0 0-1 0 0,-10 3 0 0 0,-12 3-2 0 0,-4-2 35 0 0,1 1 1 0 0,-43 15-1 0 0,43-7 60 0 0,10-3-31 0 0,11-6-75 0 0,0 2 11 0 0,1-1 31 0 0,1 0-31 0 0,1 0-11 0 0,0 0 11 0 0,0 2 31 0 0,1 0-31 0 0,1-2 0 0 0,5-4 31 0 0,-5 4-20 0 0,-1 2 20 0 0,0 1-31 0 0,1 2-11 0 0,-5 7 0 0 0,10-14 0 0 0,-4 16 0 0 0,3-6 0 0 0,0-2 11 0 0,2-7 31 0 0,-5 15-33 0 0,2 7 46 0 0,2 0-44 0 0,1-12 0 0 0,1 0 31 0 0,0 8-29 0 0,0-20-13 0 0,4 17-2 0 0,-1-4 13 0 0,0-2 31 0 0,1 7-33 0 0,-4-20-12 0 0,15 29 61 0 0,-11-19-44 0 0,-1-5-3 0 0,-1 0 1 0 0,1 0-1 0 0,1 0 1 0 0,-1-1-1 0 0,1 1 1 0 0,0-1-1 0 0,0 0 1 0 0,1 0-1 0 0,6 6 0 0 0,6 4 66 0 0,1-1 0 0 0,0-1 0 0 0,1-1 0 0 0,26 13-1 0 0,-43-24-72 0 0,1 1-1 0 0,0-1 0 0 0,-1 1 1 0 0,1-1-1 0 0,0 0 1 0 0,0 0-1 0 0,0 0 0 0 0,0-1 1 0 0,0 1-1 0 0,4 0 0 0 0,3 0 24 0 0,49 11 17 0 0,63 12 51 0 0,91 11-31 0 0,-156-23-41 0 0,12 1 18 0 0,-26-6 5 0 0,89 8-28 0 0,99 2 110 0 0,-202-14-128 0 0,-2 2 0 0 0,2-2 0 0 0,27 4 64 0 0,-32-5-27 0 0,32-1-1 0 0,-41-1-45 0 0,79 0 73 0 0,-66 0-11 0 0,59 1 22 0 0,22-1-11 0 0,-69 0-64 0 0,-12 0 0 0 0,-13 0 0 0 0,-2-1 11 0 0,6-2 10 0 0,-16 3-3 0 0,18 1-4 0 0,-9-2-14 0 0,-2-1 11 0 0,-6 2 31 0 0,7 0-31 0 0,-1-1-27 0 0,-8 0-61 0 0,-10 1-5256 0 0,6 0 4684 0 0,-1 0 1 0 0,1 1 0 0 0,-1-1 0 0 0,1 1-1 0 0,-3 0 1 0 0,-4 1-2702 0 0,-13 3-4336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41:1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1828 147 11487 0 0,'6'3'528'0'0,"20"10"-16"0"0,-26-13-506 0 0,0 0-1 0 0,0 0 0 0 0,0 0 1 0 0,0 0-1 0 0,0 0 1 0 0,0 0-1 0 0,0 0 0 0 0,0 1 1 0 0,0-1-1 0 0,0 0 1 0 0,0 0-1 0 0,0 0 0 0 0,0 0 1 0 0,0 0-1 0 0,1 0 0 0 0,-1 0 1 0 0,0 0-1 0 0,0 0 1 0 0,0 0-1 0 0,0 0 0 0 0,0 0 1 0 0,0 0-1 0 0,0 0 0 0 0,0 0 1 0 0,0 0-1 0 0,0 0 1 0 0,0-1-1 0 0,0 1 0 0 0,0 0 1 0 0,1 0-1 0 0,-1 0 1 0 0,0 0-1 0 0,0 0 0 0 0,0 0 1 0 0,0 0-1 0 0,0 0 0 0 0,0 0 1 0 0,0 0-1 0 0,0 0 1 0 0,0 0-1 0 0,0 0 0 0 0,0 0 1 0 0,0 0-1 0 0,0 0 0 0 0,0 0 1 0 0,0 0-1 0 0,0-1 1 0 0,0 1-1 0 0,0 0 0 0 0,0 0 1 0 0,0 0-1 0 0,0 0 1 0 0,0 0-1 0 0,-1-6 331 0 0,-5-8 163 0 0,1 10-423 0 0,0 0 0 0 0,-1 0 0 0 0,1 1 0 0 0,-1-1 0 0 0,0 1 0 0 0,0 0 0 0 0,0 1 0 0 0,0-1 0 0 0,-1 1 0 0 0,1 0 0 0 0,-9-1 0 0 0,-12-1 543 0 0,-38 0 0 0 0,55 3-431 0 0,-167-12 2331 0 0,75 0-1794 0 0,-66-5 487 0 0,162 17-1171 0 0,-124-14 998 0 0,4-7-283 0 0,98 17-695 0 0,1 2 1 0 0,-30-1-1 0 0,36 3-49 0 0,-33 3 52 0 0,-58-3 0 0 0,89 2 46 0 0,-35 7-1 0 0,11-2 5 0 0,16-3-99 0 0,-115 15 146 0 0,119-13-132 0 0,1 1 0 0 0,0 1-1 0 0,-35 14 1 0 0,29-7-29 0 0,10-8 0 0 0,20-6 0 0 0,0 1 0 0 0,-1-1 0 0 0,1 1 0 0 0,0 0 0 0 0,0 0 0 0 0,0-1 0 0 0,0 1 0 0 0,-4 3 0 0 0,-7 2 0 0 0,4-2 0 0 0,0 1 0 0 0,-14 9 0 0 0,-8 8 0 0 0,27-20 0 0 0,-12 11 0 0 0,1 3 0 0 0,6-5 0 0 0,6-5 0 0 0,-1 11 0 0 0,-1 2 0 0 0,4-16 0 0 0,2 17 0 0 0,-2-4 0 0 0,0-11 0 0 0,1 1 0 0 0,-1-1 0 0 0,1 1 0 0 0,1-1 0 0 0,-1 1 0 0 0,2 8 0 0 0,5 17 11 0 0,-6-23 12 0 0,1-1 0 0 0,-1 0 1 0 0,2 0-1 0 0,3 10 0 0 0,-2-9-3 0 0,0 0 25 0 0,0-1 0 0 0,0 0 0 0 0,1-1 0 0 0,0 1 0 0 0,9 9-1 0 0,-3-4-12 0 0,-9-8-24 0 0,-1-2-4 0 0,0-1 1 0 0,0 0 0 0 0,0 1 0 0 0,0-1 0 0 0,0 0 0 0 0,1 0 0 0 0,-1 0-1 0 0,0 0 1 0 0,1 0 0 0 0,-1 0 0 0 0,1 0 0 0 0,1 1 0 0 0,43 32 124 0 0,-44-31-124 0 0,1-1 1 0 0,0 0-1 0 0,0 0 0 0 0,0 0 1 0 0,0 0-1 0 0,0 0 0 0 0,1-1 0 0 0,5 3 1 0 0,1-1 26 0 0,19 9 80 0 0,-1-1 0 0 0,1-1 0 0 0,1-2 0 0 0,0-1 0 0 0,51 6 0 0 0,-3-9 54 0 0,10 1 68 0 0,99 6 206 0 0,-119-10-336 0 0,99 2 85 0 0,187-5-42 0 0,-138-2-47 0 0,85 0 83 0 0,-256 4-112 0 0,61-10-1 0 0,-35 3-30 0 0,-41 4-3 0 0,57 3 1 0 0,3 0 50 0 0,-40-1-59 0 0,-19 1-29 0 0,17 1 0 0 0,-1-2 0 0 0,59-10 0 0 0,-4 1 0 0 0,-78 9 0 0 0,-15 1 0 0 0,22-4 0 0 0,-2 1 0 0 0,3-1 53 0 0,-29 6-45 0 0,-2-3-6 0 0,25-10 10 0 0,-19 8 38 0 0,18-12 17 0 0,-22 14-64 0 0,0 0-8 0 0,6-11 82 0 0,-7 8-24 0 0,0-4 0 0 0,0-3-42 0 0,-2 1 0 0 0,0 6 20 0 0,0 1-7 0 0,-5-16-14 0 0,-2-2 50 0 0,-6-15-60 0 0,10 28 7 0 0,-1 0 0 0 0,0 0 0 0 0,0 0 1 0 0,0 0-1 0 0,-1 1 0 0 0,0-1 0 0 0,-1 1 0 0 0,-7-7 0 0 0,11 12-7 0 0,-1 0 0 0 0,0-1 0 0 0,1 1 0 0 0,-1 0 0 0 0,-1 1 0 0 0,1-1 0 0 0,0 1 0 0 0,0-1 0 0 0,-7-1 0 0 0,-7-4 0 0 0,-2-5 0 0 0,7 4 0 0 0,0 1 0 0 0,0 0 0 0 0,-1 1 0 0 0,0 0 0 0 0,0 1 0 0 0,-18-4 0 0 0,-20-2 0 0 0,-61-6 0 0 0,60 11 0 0 0,-124-16 0 0 0,68-6 0 0 0,59 21 0 0 0,-1 3 0 0 0,-56 2 0 0 0,102 2 0 0 0,0 1 0 0 0,-32 1 0 0 0,11-4 0 0 0,-45-8 0 0 0,32 4 0 0 0,18 4-786 0 0,1 0 0 0 0,-22 1 0 0 0,28 2-445 0 0,1 0 1 0 0,-1 1-1 0 0,0 0 1 0 0,-15 6 0 0 0,-2 1-6788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41:58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839 185 5983 0 0,'0'0'3136'0'0,"-9"-8"-357"0"0,6 5-2298 0 0,1 0-1 0 0,0-1 1 0 0,0 1-1 0 0,0-1 1 0 0,-2-5-1 0 0,1 3-54 0 0,2 5-154 0 0,0-4 15 0 0,0 1 0 0 0,0-1 0 0 0,-1 1 0 0 0,1 0 0 0 0,-1-1 0 0 0,-3-3 1 0 0,5 7-312 0 0,-2-1 212 0 0,-5-9 150 0 0,-1 2 385 0 0,-16-15 1 0 0,14 13-499 0 0,9 10-98 0 0,-11-6 122 0 0,2-2 7 0 0,-23-5 462 0 0,18 9-374 0 0,12 4-230 0 0,-64-6 566 0 0,59 7-609 0 0,-4 1 6 0 0,0-2 1 0 0,-13-1 0 0 0,12 0 57 0 0,0 0-1 0 0,0 1 1 0 0,-16 1-1 0 0,13 1-64 0 0,14-1-58 0 0,0 0-1 0 0,1 0 0 0 0,-1 0 1 0 0,0 0-1 0 0,1 1 0 0 0,-1-1 1 0 0,0 0-1 0 0,-2 2 1 0 0,-19 5 37 0 0,-15 3-49 0 0,29-8 18 0 0,-25 9 92 0 0,-42 17 181 0 0,52-20-238 0 0,19-5-48 0 0,1-1 21 0 0,-27 19 18 0 0,9-8 9 0 0,-26 24 11 0 0,44-35-58 0 0,-11 12 52 0 0,5-5-2 0 0,4-3-5 0 0,-1 2 0 0 0,1-1-1 0 0,0 1 1 0 0,-6 10-1 0 0,5-7-39 0 0,-19 39 36 0 0,26-49-41 0 0,-9 17 6 0 0,8-16-13 0 0,-3 17 54 0 0,-4 34 75 0 0,3-32-118 0 0,2-1 44 0 0,1-7 17 0 0,1 0 0 0 0,1 0 0 0 0,1 17 0 0 0,3-5 22 0 0,8 31 0 0 0,4 11-40 0 0,-13-55-53 0 0,0 2 0 0 0,0-2 11 0 0,-2-6 17 0 0,0-1 0 0 0,1 0 0 0 0,-1 0 1 0 0,1 1-1 0 0,0-1 0 0 0,0-1 0 0 0,1 1 1 0 0,0 0-1 0 0,5 7 0 0 0,12 17 132 0 0,11 17-85 0 0,-22-35-75 0 0,3 0 0 0 0,0-1 0 0 0,2 1 13 0 0,-1-2 51 0 0,-9-6 3 0 0,9 5-3 0 0,0 2-11 0 0,2-1-42 0 0,-1-3-11 0 0,2 4 11 0 0,1-1 42 0 0,1 1 0 0 0,-8-5-43 0 0,5 3-12 0 0,10-3 70 0 0,-9 1-21 0 0,-13-5-29 0 0,0 0 1 0 0,0 0-1 0 0,0-1 0 0 0,0 1 0 0 0,0 0 1 0 0,4-1-1 0 0,20 2 34 0 0,-12 0-4 0 0,-2-1-25 0 0,-9 0 19 0 0,7-1-31 0 0,58 3 53 0 0,-50-2-44 0 0,-18-2-5 0 0,32-6 22 0 0,-7 3-38 0 0,-12 1 18 0 0,0-1 20 0 0,8-2-15 0 0,3-5 111 0 0,-15 6-133 0 0,0-1 0 0 0,1-1 0 0 0,4-1-3 0 0,10-14 70 0 0,-17 14-67 0 0,-1-1 11 0 0,0-1 42 0 0,0 0 0 0 0,1 0-31 0 0,-6 8-8 0 0,0 0 1 0 0,0-1-1 0 0,-1 1 0 0 0,1-1 1 0 0,-1 0-1 0 0,1 1 1 0 0,-1-1-1 0 0,0 0 0 0 0,0 0 1 0 0,-1 0-1 0 0,2-5 1 0 0,-1 3 4 0 0,0 0 0 0 0,0 0 0 0 0,0 0 1 0 0,4-7-1 0 0,1 1-19 0 0,27-44 0 0 0,-26 45 0 0 0,0-1 0 0 0,-2-1 0 0 0,-4 10 0 0 0,6-23 42 0 0,-3 6-9 0 0,-3 13-12 0 0,1-23 64 0 0,-3 8-74 0 0,1-13 128 0 0,-1 11-112 0 0,0 5-5 0 0,1-1 1 0 0,1 1 0 0 0,4-27-1 0 0,-1 15-11 0 0,-2 15 68 0 0,-2 15-72 0 0,-1-25 35 0 0,3 19-14 0 0,-2-4-16 0 0,-10-46 129 0 0,8 46-130 0 0,0 2 42 0 0,1 5 0 0 0,-2-3-31 0 0,3 3 20 0 0,-1-7-31 0 0,-1-1-11 0 0,-2-1 0 0 0,2 3 11 0 0,0 5 31 0 0,-18-17-931 0 0,12 13 381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43:31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966 147 9559 0 0,'0'0'2842'0'0,"1"-2"-2234"0"0,-1 1-546 0 0,1 1 0 0 0,-1-1 0 0 0,0 1 0 0 0,0-1 0 0 0,1 1 0 0 0,-1-1 0 0 0,0 0 1 0 0,0 1-1 0 0,0-1 0 0 0,0 0 0 0 0,0 1 0 0 0,0-1 0 0 0,0 1 0 0 0,0-1 0 0 0,0 0 0 0 0,0 1 1 0 0,0-1-1 0 0,0 1 0 0 0,0-2 0 0 0,-10-10 1103 0 0,8 11-1142 0 0,1 0 536 0 0,-9-7 244 0 0,-6-5 485 0 0,14 12-618 0 0,0 0-334 0 0,-21-18 720 0 0,22 18-497 0 0,-18-14 173 0 0,-9-4 169 0 0,26 18-646 0 0,-12-6 57 0 0,-6-3 146 0 0,18 9-355 0 0,-11-2 104 0 0,-26-4 282 0 0,32 5-362 0 0,-1 0 1 0 0,1 1-1 0 0,-1 0 0 0 0,0 1 1 0 0,-10 0-1 0 0,14 0-73 0 0,-1 0 1 0 0,1 0-1 0 0,0 0 0 0 0,-8-2 0 0 0,-11-1 60 0 0,15 3-75 0 0,-20 2 69 0 0,-10 4-17 0 0,14-2-27 0 0,1 0-11 0 0,-15 1 100 0 0,-8 3 107 0 0,20-5-181 0 0,16-2-58 0 0,0 0 0 0 0,-19 4 0 0 0,-19 5 92 0 0,-13 7-37 0 0,57-17-67 0 0,-15 6 35 0 0,-1 3-33 0 0,16-9-11 0 0,-14 10 0 0 0,-1 2 0 0 0,-1 2 0 0 0,16-13 0 0 0,-9 11 0 0 0,-4 6 11 0 0,12-13 9 0 0,-24 26 93 0 0,13-12-113 0 0,-1 1 12 0 0,-9 24 112 0 0,20-32-124 0 0,0 1 0 0 0,2 0 0 0 0,-5 9 20 0 0,8-20-8 0 0,0 1 0 0 0,0-1 0 0 0,0 1 0 0 0,1-1 0 0 0,-1 1 0 0 0,1-1 0 0 0,-1 4 0 0 0,-1 12 0 0 0,0-11 2 0 0,2-4-8 0 0,-1-1-1 0 0,1 1 1 0 0,-1 0-1 0 0,1-1 1 0 0,0 1 0 0 0,0 0-1 0 0,0-1 1 0 0,1 6-1 0 0,1 23 48 0 0,-1-15 23 0 0,0-3-7 0 0,5 27 1 0 0,-5-32-57 0 0,6 21 58 0 0,1-1 1 0 0,9 24 45 0 0,-7-23-95 0 0,-7-23 15 0 0,0-1 0 0 0,0 1 1 0 0,0-1-1 0 0,1 0 0 0 0,-1 0 0 0 0,7 6 1 0 0,-7-7-10 0 0,-1-2 112 0 0,-1-1-133 0 0,0-1 0 0 0,0 1 0 0 0,0-1 0 0 0,0 1 0 0 0,0 0 0 0 0,-1 0 0 0 0,1-1 0 0 0,0 1 0 0 0,0 0 0 0 0,1 2 0 0 0,4 3 60 0 0,13 9 24 0 0,-7-6-49 0 0,4 0-20 0 0,0 0 20 0 0,31 14 22 0 0,-42-20-56 0 0,22 9-5 0 0,4-3 61 0 0,-25-7-56 0 0,0 0-1 0 0,0 0 1 0 0,0-1 0 0 0,12 2-1 0 0,19 2 19 0 0,24 6-26 0 0,-33-6 11 0 0,29 3 42 0 0,-43-5-37 0 0,-10-3-2 0 0,29 1 20 0 0,9 0-34 0 0,-11-1 53 0 0,-20 0-42 0 0,2-1-11 0 0,0-1 0 0 0,2 1 0 0 0,44-4 64 0 0,-38 3-64 0 0,14-3 0 0 0,-24 3 0 0 0,1 0 0 0 0,20 1 0 0 0,-29 1 0 0 0,-1 0 0 0 0,1 0 0 0 0,-1 0-1 0 0,1 0 1 0 0,-1 0 0 0 0,1-1 0 0 0,-1 1 0 0 0,0-1 0 0 0,1 1-1 0 0,-1-1 1 0 0,0 0 0 0 0,4-2 0 0 0,6-2 55 0 0,-6 3-44 0 0,10-4 28 0 0,0 0 0 0 0,31-17 0 0 0,-35 17-28 0 0,0 0-11 0 0,-2 0 11 0 0,1-1 31 0 0,-1 1-31 0 0,1-1-11 0 0,0-1 0 0 0,-1 0 0 0 0,1 2 0 0 0,-2-1 0 0 0,0-2 0 0 0,-2 0 11 0 0,-4 5 31 0 0,3-6-31 0 0,1-1-11 0 0,-1-2 11 0 0,0 0 31 0 0,-1 1-31 0 0,-2 1 0 0 0,-2 2 37 0 0,-1-12-42 0 0,-1 11 4 0 0,1-26 43 0 0,-2 9-53 0 0,-1-11 53 0 0,-2 6-42 0 0,3 23-11 0 0,-2-9 0 0 0,3 15-1 0 0,-10-24 13 0 0,4-3 41 0 0,-1-1 179 0 0,0 8-216 0 0,5 14-16 0 0,-1-4 0 0 0,-5 2 0 0 0,7 7 0 0 0,-5-22 0 0 0,7 22 0 0 0,-7-22 0 0 0,3 13 8 0 0,4 12-5 0 0,0 0 1 0 0,0 0-1 0 0,0 0 0 0 0,-1 1 0 0 0,1-1 0 0 0,0 0 1 0 0,-1 0-1 0 0,1 0 0 0 0,0 1 0 0 0,-1-1 0 0 0,1 0 1 0 0,-1 1-1 0 0,0-1 0 0 0,0-1 0 0 0,-8-7 5 0 0,4 3-8 0 0,-2 0 0 0 0,-5-3-6 0 0,10 7 10 0 0,-13-17 115 0 0,8 10-108 0 0,0 0-11 0 0,4 5-220 0 0,1 1-1 0 0,-1-1 1 0 0,0 1-1 0 0,0 0 1 0 0,0 0-1 0 0,-1 0 1 0 0,1 0 0 0 0,-1 1-1 0 0,1-1 1 0 0,-1 1-1 0 0,-6-3 1 0 0,6 3-492 0 0,-10-4-8851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54:56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1414 234 5983 0 0,'0'0'5300'0'0,"-1"-3"-4858"0"0,-6-16 1015 0 0,7 18-1144 0 0,-2-1 10 0 0,-3-5 44 0 0,3 6 17 0 0,1-1 6 0 0,-8-6 139 0 0,0 0-1 0 0,0 0 0 0 0,-1 1 0 0 0,0 0 1 0 0,-1 1-1 0 0,-11-6 0 0 0,-5-3 110 0 0,22 12-516 0 0,0 1-1 0 0,0 0 1 0 0,-1 0 0 0 0,1 1-1 0 0,-8-2 1 0 0,-5-2 108 0 0,-56-17 1026 0 0,-69-26 152 0 0,106 37-1029 0 0,21 5-263 0 0,0 2 0 0 0,0-1 1 0 0,0 2-1 0 0,-1 0 0 0 0,-18 0 0 0 0,12 0-40 0 0,-45 2 168 0 0,-71 7 0 0 0,81-2-127 0 0,31 0-64 0 0,21-3-38 0 0,-1 0 0 0 0,1 0 0 0 0,0-1 0 0 0,-7 0 0 0 0,7 0-1 0 0,0 1-1 0 0,-1-1 0 0 0,-9 3 0 0 0,-9 0 62 0 0,12-1-55 0 0,0 0 0 0 0,-17 6 0 0 0,2-2-5 0 0,13-3 7 0 0,4-1 7 0 0,1 1 0 0 0,0-1 1 0 0,1 2-1 0 0,-11 3 0 0 0,6 0 27 0 0,0-1 0 0 0,1 1 0 0 0,-19 15 0 0 0,-11 4-45 0 0,-38 30 338 0 0,63-43-349 0 0,12-9 0 0 0,3-3 0 0 0,0 1 0 0 0,0 0 0 0 0,1 0 0 0 0,-1 0 0 0 0,1 1 0 0 0,-4 3 0 0 0,-11 15 0 0 0,14-16 6 0 0,0 0 1 0 0,-1 0-1 0 0,2 0 0 0 0,-1 1 0 0 0,1-1 0 0 0,0 1 1 0 0,0-1-1 0 0,0 1 0 0 0,1 0 0 0 0,0 0 1 0 0,-1 11-1 0 0,0-5 15 0 0,2 22 11 0 0,1-11-13 0 0,1-1-1 0 0,1 0 1 0 0,7 26 0 0 0,-10-44-5 0 0,6 15 25 0 0,-1-4-8 0 0,-1-2-1 0 0,1 0 0 0 0,1-1 0 0 0,0 1 0 0 0,0-1 0 0 0,11 14 0 0 0,-11-16 25 0 0,-3-3-59 0 0,19 21 81 0 0,4 4-13 0 0,-23-27-41 0 0,1-1-1 0 0,-1 0 1 0 0,1 0 0 0 0,0 0 0 0 0,0 0 0 0 0,5 3 0 0 0,1 1-2 0 0,-3-3-22 0 0,12 11 69 0 0,-16-13-49 0 0,0-1 0 0 0,0 1 1 0 0,1-1-1 0 0,-1 0 0 0 0,0-1 1 0 0,1 1-1 0 0,5 2 0 0 0,8 3 44 0 0,-12-3-54 0 0,4 0 31 0 0,42 5 47 0 0,-26-4-58 0 0,-2-1 8 0 0,0 0 0 0 0,28-1 0 0 0,163 7 155 0 0,-184-8-160 0 0,0-1 0 0 0,1-2 0 0 0,49-7 0 0 0,-24 1 32 0 0,-28 3-51 0 0,70-4 38 0 0,-90 8-40 0 0,28-6 42 0 0,-18 2-53 0 0,4 0 0 0 0,24-9 0 0 0,-33 9 11 0 0,3-1 5 0 0,-11 3 5 0 0,18-2-5 0 0,-9 1-7 0 0,5-2 45 0 0,26-9 0 0 0,-42 13-42 0 0,18-8-13 0 0,-15 6 1 0 0,0 1 0 0 0,1 0 0 0 0,13-4 0 0 0,-7 3 0 0 0,6-6 21 0 0,-2-1 11 0 0,14-8 43 0 0,-19 10-75 0 0,1-2 12 0 0,-11 8 12 0 0,11-11 4 0 0,-5 4-17 0 0,3-2 42 0 0,-3-1-8 0 0,-6 8-26 0 0,1 0-18 0 0,5-15 74 0 0,-7 18-72 0 0,0-3 9 0 0,1 0 0 0 0,-1 0 0 0 0,0 0 0 0 0,0 0-1 0 0,-1 1 1 0 0,1-1 0 0 0,-1 0 0 0 0,0-1 0 0 0,0 1-1 0 0,0-5 1 0 0,-1-28 119 0 0,3-5-55 0 0,-1-24-76 0 0,-2 45 0 0 0,3-16 11 0 0,-1 28 45 0 0,-1 5-50 0 0,0 1 0 0 0,0-1 1 0 0,0 1-1 0 0,0-1 0 0 0,-1 1 1 0 0,1-1-1 0 0,-2-3 0 0 0,1-1 37 0 0,-1 0 0 0 0,0 1 0 0 0,-4-12 0 0 0,3 12-23 0 0,-8-20-9 0 0,7 16 0 0 0,0 2 31 0 0,-1 0-31 0 0,0 1-11 0 0,-3 2 0 0 0,1 1-19 0 0,-21-13-1051 0 0,7 5-3149 0 0,6 2-4481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56:16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652 782 4143 0 0,'0'0'6075'0'0,"2"4"-4272"0"0,7 13-983 0 0,-7-12 1385 0 0,11 1-1224 0 0,-11-5-866 0 0,1 0-1 0 0,-1-1 1 0 0,0 1 0 0 0,1 0-1 0 0,-1 0 1 0 0,4 3-1 0 0,14 4 343 0 0,-11-5-276 0 0,10 2 258 0 0,1-1-1 0 0,0 0 1 0 0,32 1 0 0 0,-46-5-366 0 0,-1 1 1 0 0,1 0-1 0 0,-1 0 1 0 0,1 0-1 0 0,7 3 1 0 0,-8-2-10 0 0,1-1 0 0 0,-1 1 0 0 0,11 0 0 0 0,71 12 496 0 0,-11 1-64 0 0,-53-10-326 0 0,52 5 114 0 0,-68-9-245 0 0,0 0 0 0 0,0 0 1 0 0,0-1-1 0 0,8 0 1 0 0,1 0 24 0 0,-4 0-1 0 0,0-1 0 0 0,0 0 0 0 0,21-5 1 0 0,-9 2 96 0 0,-4 0 152 0 0,24-7 0 0 0,-27 6-255 0 0,24-5 72 0 0,-38 9-119 0 0,0 1-2 0 0,19-8-4 0 0,-14 5-8 0 0,3-2 78 0 0,0 0 0 0 0,0-1 0 0 0,19-14 0 0 0,-21 13-35 0 0,-1-1 0 0 0,12-11 0 0 0,-8 7 112 0 0,-4 4-87 0 0,0 0 0 0 0,0-1 0 0 0,-1-1 0 0 0,0 1 0 0 0,0-1 0 0 0,-1 0 0 0 0,-1 0 0 0 0,1-1 0 0 0,-2 0 0 0 0,1 0 0 0 0,2-15 0 0 0,-3 16-22 0 0,-2 0 0 0 0,0-1 0 0 0,0 1 0 0 0,1-20 1 0 0,-3 14-10 0 0,1 13-31 0 0,-1 0 0 0 0,0 0-1 0 0,0 0 1 0 0,0 0 0 0 0,0-1 0 0 0,0 1-1 0 0,-2-6 1 0 0,0 1-4 0 0,-10-61 119 0 0,10 60-98 0 0,-1 1 0 0 0,0-1-1 0 0,0 1 1 0 0,0 0-1 0 0,-1 0 1 0 0,-8-12-1 0 0,-34-43 97 0 0,41 55-97 0 0,-8-7 3 0 0,-1 0 1 0 0,-16-13-1 0 0,-10-11 66 0 0,-6-3 65 0 0,21 21-70 0 0,-6 0 13 0 0,10 7-51 0 0,15 9-32 0 0,-1 0 0 0 0,0 1 0 0 0,0 0-1 0 0,0 0 1 0 0,-13-5 0 0 0,5 4 34 0 0,-28-14 29 0 0,31 15-75 0 0,1 0 0 0 0,-1 0 0 0 0,-16-2 0 0 0,14 3 0 0 0,-112-19 53 0 0,75 14 4 0 0,1 3 0 0 0,-1 2-1 0 0,-83 6 1 0 0,127-2-57 0 0,-15 0 0 0 0,1 1 0 0 0,-32 8 0 0 0,-4 4 47 0 0,-64 14 34 0 0,75-19 1 0 0,-31 7 92 0 0,52-9-147 0 0,0 0 1 0 0,0 2-1 0 0,1 0 0 0 0,-28 16 0 0 0,35-15-27 0 0,8-5 0 0 0,0 0 0 0 0,0 1 0 0 0,1 0 0 0 0,0 0 0 0 0,0 1 0 0 0,0 0 0 0 0,1 1 0 0 0,-10 11 0 0 0,14-16 0 0 0,-9 15 0 0 0,-5 9 0 0 0,-25 55 0 0 0,34-62 0 0 0,4-12 0 0 0,-8 32 0 0 0,2-3 0 0 0,6-15 0 0 0,5-18 0 0 0,-1 8 0 0 0,4 9 0 0 0,3 0 0 0 0,-3-7 0 0 0,2 0 0 0 0,1 0 0 0 0,2 6 0 0 0,-7-17 0 0 0,12 15 0 0 0,-4-5 0 0 0,3 0 11 0 0,-1-2 42 0 0,-8-7 0 0 0,18 14-49 0 0,-5-8 51 0 0,17 8-28 0 0,-9-2 26 0 0,-5-4-53 0 0,-16-10 0 0 0,-1 0 0 0 0,1 0 0 0 0,0 0 0 0 0,-1-1 0 0 0,6 2 0 0 0,9 4 0 0 0,-8-3 0 0 0,0-1 0 0 0,0 0 0 0 0,17 2 0 0 0,-16-3 0 0 0,-2 1-2 0 0,-7-2 3 0 0,1 0 1 0 0,0 0-1 0 0,-1-1 1 0 0,1 1-1 0 0,0 0 0 0 0,0-1 1 0 0,0 0-1 0 0,4 0 1 0 0,13 1 50 0 0,-14-2-43 0 0,0 2 0 0 0,1-1 1 0 0,-1 1-1 0 0,1 0 0 0 0,-1 0 1 0 0,9 3-1 0 0,-12-2-9 0 0,15 1 0 0 0,17-3 11 0 0,-21 0 31 0 0,0 1-31 0 0,-3 1 21 0 0,-1-1 0 0 0,1 0-1 0 0,-1-1 1 0 0,13-1 0 0 0,-2 0 1 0 0,13 1 91 0 0,-24 0-54 0 0,-1 0 0 0 0,18-2-1 0 0,16 1 18 0 0,-18 0-22 0 0,-21 1-22 0 0,16 2-27 0 0,-15-2 1 0 0,19 7 30 0 0,7 0 6 0 0,-5-1-42 0 0,-21-3-11 0 0,-3-2 0 0 0,1-1 0 0 0,-1 1 0 0 0,0 0 0 0 0,0-1 0 0 0,1 1 0 0 0,-1-1 0 0 0,0 1 0 0 0,1-1 0 0 0,2 0 0 0 0,9 0 0 0 0,-3 0-144 0 0,-9 0-608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56:38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2610 130 4607 0 0,'0'0'12175'0'0,"-3"3"-12014"0"0,-9 9 161 0 0,8-15-171 0 0,1 1 1 0 0,-1 0 0 0 0,0 0 0 0 0,0 0 0 0 0,0 1-1 0 0,-6-2 1 0 0,-17-5 585 0 0,0 2 1 0 0,-40-3-1 0 0,2 0 130 0 0,-60-6-60 0 0,49 8-578 0 0,-5-4 56 0 0,-61-16 867 0 0,102 22-1123 0 0,0 0-1 0 0,-42 2 1 0 0,-26-2 157 0 0,15-1 359 0 0,60 2-435 0 0,-4-1 61 0 0,0 2 0 0 0,0 2 0 0 0,-39 3 0 0 0,-6 7-118 0 0,20-1-53 0 0,-9-10 65 0 0,-32 1 73 0 0,-1-2 160 0 0,38 2-287 0 0,13-1-11 0 0,-56 7 0 0 0,76-3 30 0 0,22-2-16 0 0,-1 1 0 0 0,-17 3 0 0 0,-13 3-15 0 0,29-6 8 0 0,-22 6-1 0 0,-48 11 198 0 0,46-11-140 0 0,3 2-64 0 0,-1 0 0 0 0,-1-1 0 0 0,-43 4 0 0 0,69-11 28 0 0,0 0 0 0 0,0 1-1 0 0,0 1 1 0 0,-14 4 0 0 0,17-5 7 0 0,2 0-22 0 0,1-1 0 0 0,0 1 0 0 0,0-1 0 0 0,0 1 0 0 0,-5 3 0 0 0,-31 18-1 0 0,37-20-12 0 0,-21 16 0 0 0,15-11 0 0 0,0 1 0 0 0,1 0 0 0 0,-4 5 13 0 0,11-12 11 0 0,-7 16 14 0 0,3-6 4 0 0,-1 1-31 0 0,1 0-11 0 0,1 0 0 0 0,1 0 0 0 0,2 1 0 0 0,1 1 0 0 0,1 8 1 0 0,1-18 2 0 0,1 0 4 0 0,2 9 35 0 0,3-1-31 0 0,2 1 0 0 0,-3-3 0 0 0,1-1 0 0 0,1 0 1 0 0,-1 0-1 0 0,19 15 0 0 0,-24-23-3 0 0,13 10 25 0 0,0 0 1 0 0,23 13-1 0 0,-8-6 45 0 0,-11-7-72 0 0,35 16-1 0 0,14-3 47 0 0,-43-16-40 0 0,89 27 169 0 0,-70-22-118 0 0,1-3-1 0 0,49 7 0 0 0,-82-16-34 0 0,122 10 175 0 0,-66-8-138 0 0,116 6-1 0 0,-98-8 4 0 0,-64-2-61 0 0,21-1 51 0 0,45-6 1 0 0,-69 5-59 0 0,21 1 0 0 0,-4 1 0 0 0,137 2 41 0 0,-56 2-18 0 0,-82-4-23 0 0,29 0 0 0 0,85-12 0 0 0,-91 8 0 0 0,-34 3 0 0 0,-6 1 0 0 0,23-3 0 0 0,-10 1 53 0 0,61-4-42 0 0,-71 5-11 0 0,-8 0 0 0 0,25-4 0 0 0,-11 0 0 0 0,-14 2 11 0 0,7 0 19 0 0,-20 2-19 0 0,32-13 1 0 0,-20 9-12 0 0,35-16 64 0 0,-42 18-63 0 0,3-1 21 0 0,-10 3-8 0 0,4-1-1 0 0,31-19 1 0 0,-3 2-14 0 0,-28 17 0 0 0,23-15 0 0 0,-14 10 0 0 0,-2 0 0 0 0,11-5-4 0 0,-10 3 56 0 0,16-22 17 0 0,-21 23-58 0 0,-1 1 0 0 0,1-4 42 0 0,-1-1 0 0 0,1 0 1 0 0,-2-1-1 0 0,0 1 0 0 0,3-15 1 0 0,8-25 52 0 0,-13 41-95 0 0,0 4 0 0 0,-2 4 31 0 0,2-7-31 0 0,0-4 18 0 0,-1 13-9 0 0,-2-23 48 0 0,1 10-46 0 0,-5-1 42 0 0,5 14-11 0 0,-1-1 0 0 0,-1-7-42 0 0,-7-13 48 0 0,-1 7-54 0 0,7 10 2 0 0,1 2 0 0 0,0 0 0 0 0,0 0 0 0 0,0 1 0 0 0,0-1 0 0 0,0 1 1 0 0,-1-1-1 0 0,-4-2 0 0 0,-4-4-7 0 0,1 3 0 0 0,-1 0 0 0 0,-1 2 0 0 0,1-1 0 0 0,-9-4-18 0 0,3 4-17 0 0,-53-12-841 0 0,38 14-6823 0 0,3 1-1281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57:09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860 639 2303 0 0,'0'0'102'0'0,"4"3"-1"0"0,17 12 12738 0 0,-16-11-12475 0 0,0-1 1 0 0,0 0-1 0 0,0 0 1 0 0,8 2-1 0 0,-4-1-103 0 0,0-1-1 0 0,1-1 1 0 0,0 0 0 0 0,-1 0-1 0 0,1-1 1 0 0,16 0-1 0 0,-24-1-140 0 0,38 0 576 0 0,-35 0-588 0 0,-1 0-1 0 0,1 0 1 0 0,-1 0-1 0 0,1-1 1 0 0,-1 1 0 0 0,1-1-1 0 0,-1 0 1 0 0,8-3-1 0 0,-6 2 15 0 0,0 0 0 0 0,0-1 0 0 0,-1 0-1 0 0,1 1 1 0 0,9-8 0 0 0,7-4-2 0 0,-12 8-77 0 0,2-2-21 0 0,3-3 33 0 0,-17 11-65 0 0,5-3 26 0 0,30-23 187 0 0,-19 16-190 0 0,-13 9-24 0 0,10-12 158 0 0,2-7 87 0 0,-9 14-155 0 0,0-1-1 0 0,-1 0 1 0 0,0 0 0 0 0,0 1 0 0 0,0-2 0 0 0,-1 1-1 0 0,0 0 1 0 0,0 0 0 0 0,0-1 0 0 0,0-12-1 0 0,-2 13 2 0 0,0 7-64 0 0,1-3-4 0 0,6-25 72 0 0,-5 21-74 0 0,-1 4-9 0 0,-1 1 1 0 0,1 0-1 0 0,-1-1 0 0 0,1 1 0 0 0,-1-1 0 0 0,0 1 0 0 0,0-1 1 0 0,-1 1-1 0 0,0-5 0 0 0,3-16 52 0 0,-2 10 22 0 0,0 0-1 0 0,0 0 1 0 0,-5-22 0 0 0,4 28-30 0 0,-1 0 1 0 0,-1-1-1 0 0,1 1 1 0 0,-1 0-1 0 0,0 0 0 0 0,-1 1 1 0 0,0-1-1 0 0,0 1 1 0 0,0 0-1 0 0,-1 0 1 0 0,-6-7-1 0 0,-5-3 20 0 0,-29-24 74 0 0,4 13 245 0 0,40 26-320 0 0,-2 0-11 0 0,-31-20-31 0 0,26 16 0 0 0,-44-20 222 0 0,27 13-180 0 0,-33-9 30 0 0,37 16-72 0 0,-1 1 0 0 0,1 0-1 0 0,-32 0 1 0 0,-15-2 8 0 0,22 1 2 0 0,-54 2 0 0 0,50 3 32 0 0,-59 10 0 0 0,89-7-86 0 0,9-2-15 0 0,-3 0 32 0 0,-10 2 5 0 0,-1 0 0 0 0,17-1 3 0 0,-9 1 35 0 0,0 1 0 0 0,-17 7 0 0 0,-1 2-27 0 0,-1 4-11 0 0,12-6 0 0 0,0 2 0 0 0,0 0-53 0 0,4 0 42 0 0,16-12 11 0 0,-14 10 0 0 0,-2 4 0 0 0,11-10 0 0 0,-15 13 0 0 0,15-8 0 0 0,7-7 0 0 0,-1 1 0 0 0,0 0 0 0 0,0-1 0 0 0,-6 7 0 0 0,6-7 0 0 0,1-1 0 0 0,0 1 0 0 0,-1-1 0 0 0,1 1 0 0 0,0 0 0 0 0,1 0 0 0 0,-3 5 0 0 0,0-2 0 0 0,-10 25 0 0 0,11-27 0 0 0,-4 18 0 0 0,6-18 0 0 0,0 17 0 0 0,1-8 0 0 0,0 0 0 0 0,3 29 53 0 0,-3-15-42 0 0,0-18-3 0 0,0-6-2 0 0,0 0-1 0 0,0 0 1 0 0,0 1 0 0 0,0-1-1 0 0,1 0 1 0 0,0 0 0 0 0,1 6-1 0 0,-2-4 5 0 0,1-1-12 0 0,7 16 122 0 0,-4-10-97 0 0,6 13 80 0 0,-3-17-39 0 0,-3-2-59 0 0,-1-2 22 0 0,-1 1-1 0 0,1 0 1 0 0,0-1 0 0 0,-1 1-1 0 0,1-1 1 0 0,1 0 0 0 0,-1 0-1 0 0,0 0 1 0 0,0 0 0 0 0,4 1-1 0 0,1 0 0 0 0,38 17 198 0 0,-9-7-84 0 0,-11-3-87 0 0,-18-6-36 0 0,20 5 41 0 0,-19-6-29 0 0,17 5 75 0 0,6-3-24 0 0,-6-3-80 0 0,3-3 64 0 0,-25 0-44 0 0,0 1 0 0 0,0-1 0 0 0,0 1 0 0 0,0 0 0 0 0,8 2 0 0 0,12 1-1 0 0,6 0 34 0 0,-16 0-42 0 0,-5-1 41 0 0,-5-2-52 0 0,17 0 1 0 0,-5 0-1 0 0,-1 0 12 0 0,49-2 204 0 0,-47 2-168 0 0,-1 0-25 0 0,0 0 19 0 0,-1-1-31 0 0,31-3 42 0 0,-37 3-41 0 0,24-1 112 0 0,6 3-49 0 0,-13 0 1 0 0,-13 0-16 0 0,1 1 12 0 0,-4-1 1 0 0,20 4 225 0 0,-28-5-245 0 0,0 1 0 0 0,5 0-57 0 0,-5-1-258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58:50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3073 253 3679 0 0,'1'-2'4814'0'0,"-1"1"-4924"0"0,4-9 4231 0 0,-4 10-4050 0 0,0-1-1 0 0,0 1 1 0 0,0 0-1 0 0,0 0 0 0 0,0-1 1 0 0,0 1-1 0 0,0 0 1 0 0,0 0-1 0 0,0-1 1 0 0,0 1-1 0 0,0 0 1 0 0,0 0-1 0 0,0-1 1 0 0,0 1-1 0 0,0 0 1 0 0,0 0-1 0 0,0-1 0 0 0,0 1 1 0 0,0 0-1 0 0,0 0 1 0 0,0 0-1 0 0,0-1 1 0 0,-1 1-1 0 0,1 0 1 0 0,0 0-1 0 0,0-1 1 0 0,0 1-1 0 0,0 0 1 0 0,0 0-1 0 0,-1 0 1 0 0,1 0-1 0 0,0-1 0 0 0,0 1 1 0 0,0 0-1 0 0,-1 0 1 0 0,1 0-1 0 0,0 0 1 0 0,0 0-1 0 0,-1 0 1 0 0,1 0-1 0 0,0 0 1 0 0,0-1-1 0 0,-1 1 226 0 0,-1-1-79 0 0,-4-3 80 0 0,1 1 0 0 0,-1-1 0 0 0,0 1 1 0 0,-10-3-1 0 0,-91-31 2911 0 0,48 20-2294 0 0,40 10-578 0 0,-24-12 0 0 0,-9-4 247 0 0,-1 3 0 0 0,-85-21-1 0 0,103 31-354 0 0,18 7-80 0 0,-1-1 0 0 0,-24 0 0 0 0,14 2-8 0 0,-93-6 121 0 0,-6 9-104 0 0,-51-4 134 0 0,-14-10 211 0 0,111 14-388 0 0,30 0-58 0 0,25-1-41 0 0,-84 3 45 0 0,-32-1 93 0 0,84-2-102 0 0,-10-1 8 0 0,-74 2 121 0 0,56 10-127 0 0,-14-3-21 0 0,-121 25 0 0 0,181-26 27 0 0,-51 17-1 0 0,-59 34-115 0 0,126-48 53 0 0,-42 27 4 0 0,-38 10 0 0 0,75-36 0 0 0,1 1 0 0 0,-42 25 0 0 0,47-26 0 0 0,19-9 0 0 0,-1 0 0 0 0,0 1 0 0 0,1 0 0 0 0,0-1 0 0 0,-1 1 0 0 0,1 1 0 0 0,0-1 0 0 0,1 1 0 0 0,-7 6 0 0 0,-5 6 0 0 0,13-15 0 0 0,1 1 0 0 0,-1-1 0 0 0,0 1 0 0 0,1 0 0 0 0,0-1 0 0 0,-1 1 0 0 0,1 0 0 0 0,0 0 0 0 0,0 0 0 0 0,0 0 0 0 0,-1 4 0 0 0,0 0 0 0 0,-2 5 0 0 0,-2 6 0 0 0,6-12 0 0 0,0 15 0 0 0,3 12 0 0 0,-3-23-6 0 0,1-6 0 0 0,-1 1 0 0 0,1 0 0 0 0,-1 0 0 0 0,1-1 0 0 0,0 1 0 0 0,1-1 1 0 0,2 7-1 0 0,12 38-5 0 0,-13-40 11 0 0,-1-4 0 0 0,-1 0 0 0 0,1 0 0 0 0,0 0 0 0 0,0-1 0 0 0,1 1 0 0 0,-1-1 0 0 0,6 7 0 0 0,4 4 8 0 0,0 0 0 0 0,1-1 0 0 0,0 0-1 0 0,1-1 1 0 0,0-1 0 0 0,19 12 0 0 0,100 48 217 0 0,-97-53-172 0 0,-3-1 31 0 0,-10-5-27 0 0,-1-1 0 0 0,44 14 0 0 0,124 20 264 0 0,-112-26-260 0 0,-7-2-36 0 0,228 35 209 0 0,67-2 33 0 0,-32-29-75 0 0,-264-18-112 0 0,92 0 32 0 0,-18-1-48 0 0,71 7 64 0 0,-72 10-128 0 0,-50-12 29 0 0,-43-4-5 0 0,78 1 28 0 0,-53-3 31 0 0,115 0 2 0 0,-130-1-41 0 0,14-5 8 0 0,-18 0-29 0 0,10-1 57 0 0,69-15-1 0 0,-8 1 15 0 0,-84 14-42 0 0,68-19 0 0 0,-90 19-35 0 0,-1-1-1 0 0,0-1 1 0 0,-1 0-1 0 0,1-2 1 0 0,22-15-1 0 0,-3-7-5 0 0,9-5 42 0 0,-41 32-42 0 0,0-2 12 0 0,3-9 7 0 0,0 1-4 0 0,0-1 0 0 0,13-27 0 0 0,1-5 24 0 0,-5 6-50 0 0,-17 36 5 0 0,0 1 0 0 0,-1 0 0 0 0,1-1 0 0 0,-2 1 1 0 0,2-10-1 0 0,-3 5 36 0 0,0 0 0 0 0,0 1 1 0 0,-6-18-1 0 0,0 3-18 0 0,4 14 10 0 0,0 1-27 0 0,0 0 0 0 0,0 0 1 0 0,-1 0-1 0 0,-9-15 0 0 0,10 21 8 0 0,1 2 0 0 0,-13-25 22 0 0,11 18-15 0 0,-16-22 11 0 0,-17-13 21 0 0,36 40-51 0 0,-1 0-1 0 0,0 1 1 0 0,0 0-1 0 0,0-1 0 0 0,-1 1 1 0 0,1 0-1 0 0,-4-2 1 0 0,-15-12-3 0 0,-2-3 1 0 0,-1 2 0 0 0,7 3 0 0 0,-1 2 0 0 0,0 0 0 0 0,-1 1 0 0 0,-1 1 0 0 0,1 1 0 0 0,-1 0 0 0 0,-1 2 0 0 0,-22-6 0 0 0,12 4 0 0 0,16 5 0 0 0,1 0 0 0 0,-17-2 0 0 0,-103-15 0 0 0,118 18 0 0 0,-24-8 0 0 0,-9-1 0 0 0,-57-12 0 0 0,59 15 0 0 0,7-4 0 0 0,-23-5 0 0 0,55 15 1 0 0,1 1-1 0 0,0 0 1 0 0,-1 0-1 0 0,1 1 1 0 0,-1 0 0 0 0,0 0-1 0 0,1 1 1 0 0,-9 0-1 0 0,5 0-11 0 0,1 0-1 0 0,-1 0 0 0 0,1-1 0 0 0,-15-4 1 0 0,11 3-40 0 0,-28-1 0 0 0,15 2-138 0 0,8 0-366 0 0,0 1 0 0 0,-21 4 0 0 0,9 0-1004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1:01:30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1 370 4607 0 0,'0'0'208'0'0,"1"-4"-9"0"0,3-16 5740 0 0,-10 12-1869 0 0,28 57-2796 0 0,24 62 634 0 0,-5 14-498 0 0,-23-62-862 0 0,-18-60-474 0 0,3 2-14 0 0,-3-5-18 0 0,0 0-1 0 0,0 1 0 0 0,0-1 0 0 0,0 0 1 0 0,0 0-1 0 0,0 1 0 0 0,0-1 0 0 0,0 0 0 0 0,0 1 1 0 0,0-1-1 0 0,0 0 0 0 0,1 0 0 0 0,-1 1 1 0 0,0-1-1 0 0,0 0 0 0 0,0 0 0 0 0,0 1 1 0 0,0-1-1 0 0,1 0 0 0 0,-1 0 0 0 0,0 0 1 0 0,0 1-1 0 0,0-1 0 0 0,1 0 0 0 0,-1 0 1 0 0,0 0-1 0 0,0 0 0 0 0,1 1 0 0 0,-1-1 0 0 0,0 0 1 0 0,0 0-1 0 0,1 0 0 0 0,-1 0 0 0 0,0 0 1 0 0,1 0-1 0 0,-1 0 0 0 0,4-1 19 0 0,0 0-1 0 0,-1-1 1 0 0,1 0 0 0 0,-1 1-1 0 0,0-1 1 0 0,1-1 0 0 0,-1 1-1 0 0,0 0 1 0 0,0-1 0 0 0,-1 1-1 0 0,1-1 1 0 0,0 0 0 0 0,2-5-1 0 0,7-8 139 0 0,13-25-1 0 0,-7 10-38 0 0,47-78 179 0 0,-37 60-244 0 0,2 1 0 0 0,36-45-1 0 0,117-107 147 0 0,-159 180-236 0 0,-17 15 29 0 0,0-1 0 0 0,0 0-1 0 0,0 0 1 0 0,0 0-1 0 0,10-15 1 0 0,-15 18-439 0 0,3-2 1075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1:02:42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4814 104 13503 0 0,'0'0'1224'0'0,"-1"-2"-1008"0"0,-3-9-166 0 0,3 8 76 0 0,0 2-99 0 0,1 0-1 0 0,-1 0 1 0 0,1 0-1 0 0,-1 0 1 0 0,0 0-1 0 0,1 1 1 0 0,-1-1-1 0 0,0 0 1 0 0,0 0-1 0 0,0 1 1 0 0,1-1-1 0 0,-1 1 1 0 0,0-1-1 0 0,0 0 1 0 0,0 1-1 0 0,0 0 1 0 0,0-1-1 0 0,-1 0 1 0 0,-20-5 173 0 0,2 3-85 0 0,0 1 0 0 0,0 1 0 0 0,-24 2 0 0 0,-27-2 81 0 0,-102-9 296 0 0,101 7-266 0 0,-452 4 2191 0 0,414 2-2142 0 0,-50 2 65 0 0,37 4-178 0 0,-230 10 42 0 0,234-18-121 0 0,-185 6 446 0 0,126 1-266 0 0,-86 6 162 0 0,-128 51 31 0 0,353-57-448 0 0,-303 77-8 0 0,6 23 0 0 0,247-75 0 0 0,2 5 0 0 0,2 3 0 0 0,-109 71 0 0 0,124-72 22 0 0,-76 30-1 0 0,47-24 0 0 0,69-31-19 0 0,0 2-1 0 0,0 0 1 0 0,2 2-1 0 0,0 1 1 0 0,1 1-1 0 0,-26 28 1 0 0,41-36 7 0 0,0 2 0 0 0,1-1 0 0 0,1 2 1 0 0,1-1-1 0 0,0 1 0 0 0,1 1 0 0 0,0-1 0 0 0,2 1 1 0 0,0 1-1 0 0,-5 22 0 0 0,8-27-3 0 0,1 1 0 0 0,1 0 0 0 0,0-1 0 0 0,0 1 0 0 0,2-1 0 0 0,-1 1 0 0 0,2 0 0 0 0,0-1 1 0 0,0 1-1 0 0,1-1 0 0 0,1 0 0 0 0,0 0 0 0 0,1 0 0 0 0,9 15 0 0 0,-6-15 0 0 0,1 0 0 0 0,0-1 0 0 0,1 0 0 0 0,0-1 0 0 0,1 0 0 0 0,0-1 0 0 0,0 0 0 0 0,1-1 0 0 0,1 0 0 0 0,0-1 0 0 0,25 12 0 0 0,7 0 31 0 0,0-2 1 0 0,65 15 0 0 0,429 89 423 0 0,-259-69-299 0 0,-82-13-90 0 0,198 20 106 0 0,-19-17 57 0 0,122 0-163 0 0,-326-31-64 0 0,358 11 117 0 0,-327-13 46 0 0,54 1 53 0 0,112 0-70 0 0,-155-2-84 0 0,76 1-70 0 0,-80-7 23 0 0,283 0 79 0 0,-14-15-27 0 0,-61 16-11 0 0,416 24 152 0 0,273-23 24 0 0,-775-4-160 0 0,8-1-37 0 0,197-5 42 0 0,-248-4-63 0 0,527-15 84 0 0,-603 16-106 0 0,62 0 0 0 0,89-2 0 0 0,4 0 0 0 0,-113 3 36 0 0,5 0 0 0 0,-166 7-36 0 0,254-4 0 0 0,-103-6 0 0 0,-107 4 92 0 0,147-26 0 0 0,-59-5-180 0 0,6 0 89 0 0,-160 25 9 0 0,-7 0 8 0 0,0-2-1 0 0,85-31 1 0 0,90-32 59 0 0,-49 18-6 0 0,-163 50-44 0 0,0-2-1 0 0,-1-1 0 0 0,0-1 1 0 0,42-27-1 0 0,-58 31 31 0 0,0 0 0 0 0,0-1 1 0 0,-1 0-1 0 0,-1-1 0 0 0,1 0 0 0 0,14-21 0 0 0,-20 24-24 0 0,0 0 1 0 0,-1-1-1 0 0,0 0 0 0 0,0 0 1 0 0,-1 0-1 0 0,0 0 0 0 0,0-1 1 0 0,-1 1-1 0 0,-1-1 0 0 0,0 1 1 0 0,1-16-1 0 0,-3 5-34 0 0,0 1 0 0 0,-1-1 0 0 0,-1 1 0 0 0,-1-1 0 0 0,0 1 0 0 0,-2 1 0 0 0,0-1 1 0 0,-1 1-1 0 0,-1 0 0 0 0,-1 0 0 0 0,0 1 0 0 0,-1 0 0 0 0,-1 1 0 0 0,-1 0 0 0 0,0 1 0 0 0,-17-17 0 0 0,9 13-14 0 0,0 1 0 0 0,-2 1-1 0 0,0 1 1 0 0,-1 0 0 0 0,-27-13 0 0 0,-130-52-113 0 0,121 56 115 0 0,-49-17-24 0 0,-206-51-1 0 0,33 16-14 0 0,-120-27-13 0 0,-417-15 65 0 0,238 52 0 0 0,-812-62 0 0 0,982 94 0 0 0,231 22 0 0 0,-334-18 0 0 0,218 23 0 0 0,-117-1 0 0 0,130 0 0 0 0,-119 1 0 0 0,98 9 0 0 0,-67 1 0 0 0,135-4 0 0 0,-12 1 0 0 0,22 12 0 0 0,-62 1 0 0 0,-19 8 0 0 0,203-11 0 0 0,-45 2 0 0 0,-62 5 0 0 0,-69 7 0 0 0,0-20 0 0 0,40-13 72 0 0,220 11-89 0 0,1 0 0 0 0,-1 0 1 0 0,1 2-1 0 0,0 0 0 0 0,0 2 0 0 0,0 0 0 0 0,0 0 0 0 0,1 2 0 0 0,0 0 1 0 0,-27 16-1 0 0,26-11-560 0 0,1 1 0 0 0,-21 20 0 0 0,22-19-482 0 0,-5 4-198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2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5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7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4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2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1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9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2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950DBC6-4BF5-4322-A96D-3436082F58F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2BEC2AB-3B5A-445F-9C79-24388E6D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3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3.xml"/><Relationship Id="rId1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17" Type="http://schemas.openxmlformats.org/officeDocument/2006/relationships/customXml" Target="../ink/ink5.xml"/><Relationship Id="rId2" Type="http://schemas.openxmlformats.org/officeDocument/2006/relationships/image" Target="../media/image9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5" Type="http://schemas.openxmlformats.org/officeDocument/2006/relationships/customXml" Target="../ink/ink4.xml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5.png"/><Relationship Id="rId18" Type="http://schemas.openxmlformats.org/officeDocument/2006/relationships/image" Target="../media/image13.png"/><Relationship Id="rId3" Type="http://schemas.openxmlformats.org/officeDocument/2006/relationships/image" Target="../media/image7.png"/><Relationship Id="rId21" Type="http://schemas.openxmlformats.org/officeDocument/2006/relationships/customXml" Target="../ink/ink13.xml"/><Relationship Id="rId7" Type="http://schemas.openxmlformats.org/officeDocument/2006/relationships/customXml" Target="../ink/ink7.xml"/><Relationship Id="rId12" Type="http://schemas.openxmlformats.org/officeDocument/2006/relationships/customXml" Target="../ink/ink9.xml"/><Relationship Id="rId17" Type="http://schemas.openxmlformats.org/officeDocument/2006/relationships/image" Target="../media/image27.png"/><Relationship Id="rId2" Type="http://schemas.openxmlformats.org/officeDocument/2006/relationships/image" Target="../media/image6.png"/><Relationship Id="rId16" Type="http://schemas.openxmlformats.org/officeDocument/2006/relationships/customXml" Target="../ink/ink11.xml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customXml" Target="../ink/ink6.xml"/><Relationship Id="rId15" Type="http://schemas.openxmlformats.org/officeDocument/2006/relationships/image" Target="../media/image26.png"/><Relationship Id="rId10" Type="http://schemas.openxmlformats.org/officeDocument/2006/relationships/customXml" Target="../ink/ink8.xml"/><Relationship Id="rId19" Type="http://schemas.openxmlformats.org/officeDocument/2006/relationships/customXml" Target="../ink/ink12.xml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4" Type="http://schemas.openxmlformats.org/officeDocument/2006/relationships/customXml" Target="../ink/ink10.xml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330.png"/><Relationship Id="rId4" Type="http://schemas.openxmlformats.org/officeDocument/2006/relationships/customXml" Target="../ink/ink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12" Type="http://schemas.openxmlformats.org/officeDocument/2006/relationships/customXml" Target="../ink/ink2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52.png"/><Relationship Id="rId18" Type="http://schemas.openxmlformats.org/officeDocument/2006/relationships/customXml" Target="../ink/ink29.xml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customXml" Target="../ink/ink26.xml"/><Relationship Id="rId17" Type="http://schemas.openxmlformats.org/officeDocument/2006/relationships/image" Target="../media/image54.png"/><Relationship Id="rId2" Type="http://schemas.openxmlformats.org/officeDocument/2006/relationships/image" Target="../media/image46.png"/><Relationship Id="rId16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25.xml"/><Relationship Id="rId19" Type="http://schemas.openxmlformats.org/officeDocument/2006/relationships/image" Target="../media/image55.png"/><Relationship Id="rId4" Type="http://schemas.openxmlformats.org/officeDocument/2006/relationships/customXml" Target="../ink/ink22.xml"/><Relationship Id="rId9" Type="http://schemas.openxmlformats.org/officeDocument/2006/relationships/image" Target="../media/image50.png"/><Relationship Id="rId14" Type="http://schemas.openxmlformats.org/officeDocument/2006/relationships/customXml" Target="../ink/ink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7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8F7A-5E3C-FD79-9BB2-B13AE27F3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0639B-559E-EC3A-5E54-FABDD7C7E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19"/>
            <a:ext cx="7891272" cy="1549099"/>
          </a:xfrm>
        </p:spPr>
        <p:txBody>
          <a:bodyPr/>
          <a:lstStyle/>
          <a:p>
            <a:r>
              <a:rPr lang="en-US" dirty="0"/>
              <a:t>In this lesson, you will learn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Question type : Multiple </a:t>
            </a:r>
            <a:r>
              <a:rPr lang="en-US"/>
              <a:t>choice question, T/ F/ NG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MCQ: main idea, inference, detail</a:t>
            </a:r>
          </a:p>
        </p:txBody>
      </p:sp>
      <p:pic>
        <p:nvPicPr>
          <p:cNvPr id="5" name="Picture 4" descr="A group of fish swimming in water&#10;&#10;AI-generated content may be incorrect.">
            <a:extLst>
              <a:ext uri="{FF2B5EF4-FFF2-40B4-BE49-F238E27FC236}">
                <a16:creationId xmlns:a16="http://schemas.microsoft.com/office/drawing/2014/main" id="{6853328A-6BD9-2141-91A4-1ACC7729F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23" y="2736799"/>
            <a:ext cx="10189754" cy="15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3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1569-B8C9-1CCF-AADA-129FB0BD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3416"/>
            <a:ext cx="10058400" cy="562384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Question type 1 – multiple choice question </a:t>
            </a:r>
          </a:p>
        </p:txBody>
      </p:sp>
      <p:pic>
        <p:nvPicPr>
          <p:cNvPr id="5" name="Content Placeholder 4" descr="A questionnaire with text on it&#10;&#10;AI-generated content may be incorrect.">
            <a:extLst>
              <a:ext uri="{FF2B5EF4-FFF2-40B4-BE49-F238E27FC236}">
                <a16:creationId xmlns:a16="http://schemas.microsoft.com/office/drawing/2014/main" id="{813E4EB8-7FD2-88D3-36C9-DBDE20FCA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09" y="685800"/>
            <a:ext cx="6916903" cy="6046993"/>
          </a:xfrm>
        </p:spPr>
      </p:pic>
      <p:pic>
        <p:nvPicPr>
          <p:cNvPr id="7" name="Picture 6" descr="A blue and red text on a blue background&#10;&#10;AI-generated content may be incorrect.">
            <a:extLst>
              <a:ext uri="{FF2B5EF4-FFF2-40B4-BE49-F238E27FC236}">
                <a16:creationId xmlns:a16="http://schemas.microsoft.com/office/drawing/2014/main" id="{C3DAE948-AFDB-2142-80DE-A008B8CB4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9" y="682121"/>
            <a:ext cx="4995333" cy="2746879"/>
          </a:xfrm>
          <a:prstGeom prst="rect">
            <a:avLst/>
          </a:prstGeom>
        </p:spPr>
      </p:pic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63F57ADB-B25A-3518-2A4C-408790965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9" y="3429000"/>
            <a:ext cx="4995333" cy="33037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7A54C83-7ABA-7127-EC8C-051925A7AE2C}"/>
              </a:ext>
            </a:extLst>
          </p:cNvPr>
          <p:cNvSpPr/>
          <p:nvPr/>
        </p:nvSpPr>
        <p:spPr>
          <a:xfrm>
            <a:off x="5318106" y="1199488"/>
            <a:ext cx="777894" cy="297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349636-8200-150B-BC04-95DA453EDECE}"/>
              </a:ext>
            </a:extLst>
          </p:cNvPr>
          <p:cNvSpPr/>
          <p:nvPr/>
        </p:nvSpPr>
        <p:spPr>
          <a:xfrm>
            <a:off x="5297536" y="2372056"/>
            <a:ext cx="819033" cy="3758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669AD6-97CF-5629-6003-E066098134F0}"/>
              </a:ext>
            </a:extLst>
          </p:cNvPr>
          <p:cNvSpPr/>
          <p:nvPr/>
        </p:nvSpPr>
        <p:spPr>
          <a:xfrm>
            <a:off x="5420952" y="3435232"/>
            <a:ext cx="740496" cy="3758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EA09B5-FDD5-8A67-B85B-ED5C2DC87B20}"/>
              </a:ext>
            </a:extLst>
          </p:cNvPr>
          <p:cNvSpPr/>
          <p:nvPr/>
        </p:nvSpPr>
        <p:spPr>
          <a:xfrm>
            <a:off x="5564937" y="4560780"/>
            <a:ext cx="572202" cy="3141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9366B8-FD57-0CC6-D805-842FF6F3FECC}"/>
              </a:ext>
            </a:extLst>
          </p:cNvPr>
          <p:cNvSpPr/>
          <p:nvPr/>
        </p:nvSpPr>
        <p:spPr>
          <a:xfrm>
            <a:off x="5441521" y="5621036"/>
            <a:ext cx="695618" cy="3141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3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1B59-3DDB-7CDB-87C8-E0448767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5855"/>
            <a:ext cx="10058400" cy="539945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MCQ - Main idea question </a:t>
            </a:r>
          </a:p>
        </p:txBody>
      </p:sp>
      <p:pic>
        <p:nvPicPr>
          <p:cNvPr id="5" name="Content Placeholder 4" descr="A close-up of a message&#10;&#10;AI-generated content may be incorrect.">
            <a:extLst>
              <a:ext uri="{FF2B5EF4-FFF2-40B4-BE49-F238E27FC236}">
                <a16:creationId xmlns:a16="http://schemas.microsoft.com/office/drawing/2014/main" id="{6C3E99B1-00B2-6190-48BE-8D5B31910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8" y="646531"/>
            <a:ext cx="11796060" cy="1765689"/>
          </a:xfrm>
        </p:spPr>
      </p:pic>
      <p:pic>
        <p:nvPicPr>
          <p:cNvPr id="7" name="Picture 6" descr="A close up of black text&#10;&#10;AI-generated content may be incorrect.">
            <a:extLst>
              <a:ext uri="{FF2B5EF4-FFF2-40B4-BE49-F238E27FC236}">
                <a16:creationId xmlns:a16="http://schemas.microsoft.com/office/drawing/2014/main" id="{FD9D1ADE-57F0-C1E6-F6EC-D9CD7BBBA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8" y="2468895"/>
            <a:ext cx="4952676" cy="1302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74AB26-E352-1306-F062-67A4390BC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795" y="2412220"/>
            <a:ext cx="3938977" cy="329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BC1A0E-2B75-C966-FE0E-F66D660683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70" y="2742046"/>
            <a:ext cx="6641242" cy="10600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8D2C9C8-A416-BE8D-BE49-54EFE456982C}"/>
                  </a:ext>
                </a:extLst>
              </p14:cNvPr>
              <p14:cNvContentPartPr/>
              <p14:nvPr/>
            </p14:nvContentPartPr>
            <p14:xfrm>
              <a:off x="2494986" y="2512263"/>
              <a:ext cx="1387800" cy="40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8D2C9C8-A416-BE8D-BE49-54EFE45698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86346" y="2503263"/>
                <a:ext cx="140544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40FBD4-8CBC-48C9-0BED-BDF633D4E1DD}"/>
                  </a:ext>
                </a:extLst>
              </p14:cNvPr>
              <p14:cNvContentPartPr/>
              <p14:nvPr/>
            </p14:nvContentPartPr>
            <p14:xfrm>
              <a:off x="6367506" y="2426943"/>
              <a:ext cx="1714680" cy="443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40FBD4-8CBC-48C9-0BED-BDF633D4E1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58866" y="2417943"/>
                <a:ext cx="1732320" cy="4611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9B2F0A-9790-D7C4-F813-E9B7FF70AED3}"/>
              </a:ext>
            </a:extLst>
          </p:cNvPr>
          <p:cNvCxnSpPr/>
          <p:nvPr/>
        </p:nvCxnSpPr>
        <p:spPr>
          <a:xfrm>
            <a:off x="2075633" y="3113448"/>
            <a:ext cx="116684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D91D6C-1370-390E-1687-322499F76157}"/>
              </a:ext>
            </a:extLst>
          </p:cNvPr>
          <p:cNvCxnSpPr/>
          <p:nvPr/>
        </p:nvCxnSpPr>
        <p:spPr>
          <a:xfrm>
            <a:off x="8986925" y="3074179"/>
            <a:ext cx="290588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477E6D-D1BF-061A-127F-C666B122DDF8}"/>
              </a:ext>
            </a:extLst>
          </p:cNvPr>
          <p:cNvCxnSpPr/>
          <p:nvPr/>
        </p:nvCxnSpPr>
        <p:spPr>
          <a:xfrm>
            <a:off x="1974655" y="3696869"/>
            <a:ext cx="44878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ue and red text on a blue background&#10;&#10;AI-generated content may be incorrect.">
            <a:extLst>
              <a:ext uri="{FF2B5EF4-FFF2-40B4-BE49-F238E27FC236}">
                <a16:creationId xmlns:a16="http://schemas.microsoft.com/office/drawing/2014/main" id="{0DECB0FE-5BE1-B1D4-8473-98D4D23B02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04433"/>
            <a:ext cx="4134436" cy="2953568"/>
          </a:xfrm>
          <a:prstGeom prst="rect">
            <a:avLst/>
          </a:prstGeom>
        </p:spPr>
      </p:pic>
      <p:pic>
        <p:nvPicPr>
          <p:cNvPr id="21" name="Picture 20" descr="A close up of a text&#10;&#10;AI-generated content may be incorrect.">
            <a:extLst>
              <a:ext uri="{FF2B5EF4-FFF2-40B4-BE49-F238E27FC236}">
                <a16:creationId xmlns:a16="http://schemas.microsoft.com/office/drawing/2014/main" id="{0A175D35-DA57-19DA-F14B-7E3AF48662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437" y="3904433"/>
            <a:ext cx="4134436" cy="2943418"/>
          </a:xfrm>
          <a:prstGeom prst="rect">
            <a:avLst/>
          </a:prstGeom>
        </p:spPr>
      </p:pic>
      <p:pic>
        <p:nvPicPr>
          <p:cNvPr id="23" name="Picture 22" descr="A blue dolphin with text below&#10;&#10;AI-generated content may be incorrect.">
            <a:extLst>
              <a:ext uri="{FF2B5EF4-FFF2-40B4-BE49-F238E27FC236}">
                <a16:creationId xmlns:a16="http://schemas.microsoft.com/office/drawing/2014/main" id="{89ECDBAC-8132-598A-5311-00BBA28368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873" y="3904433"/>
            <a:ext cx="3923128" cy="294341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E2B26F-9CE7-E5F4-EBA9-5F86195A8C39}"/>
              </a:ext>
            </a:extLst>
          </p:cNvPr>
          <p:cNvCxnSpPr/>
          <p:nvPr/>
        </p:nvCxnSpPr>
        <p:spPr>
          <a:xfrm>
            <a:off x="2075633" y="3429000"/>
            <a:ext cx="11500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11B510F-E117-DE29-43BE-C3CE3FA8A47B}"/>
                  </a:ext>
                </a:extLst>
              </p14:cNvPr>
              <p14:cNvContentPartPr/>
              <p14:nvPr/>
            </p14:nvContentPartPr>
            <p14:xfrm>
              <a:off x="5444466" y="3483183"/>
              <a:ext cx="322560" cy="297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11B510F-E117-DE29-43BE-C3CE3FA8A4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5466" y="3474183"/>
                <a:ext cx="3402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B23C00-7196-300A-9D77-8BA0B979A94D}"/>
                  </a:ext>
                </a:extLst>
              </p14:cNvPr>
              <p14:cNvContentPartPr/>
              <p14:nvPr/>
            </p14:nvContentPartPr>
            <p14:xfrm>
              <a:off x="318066" y="3163503"/>
              <a:ext cx="319680" cy="290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B23C00-7196-300A-9D77-8BA0B979A94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9426" y="3154503"/>
                <a:ext cx="3373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4E689A5-C57F-14D2-EB30-78B9EC8E07DD}"/>
                  </a:ext>
                </a:extLst>
              </p14:cNvPr>
              <p14:cNvContentPartPr/>
              <p14:nvPr/>
            </p14:nvContentPartPr>
            <p14:xfrm>
              <a:off x="9275946" y="5673423"/>
              <a:ext cx="10440" cy="18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4E689A5-C57F-14D2-EB30-78B9EC8E07D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67306" y="5664423"/>
                <a:ext cx="28080" cy="3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003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21D6-768A-625C-0555-1B9D40DD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7F44-FE50-8D95-12CF-4E4A4560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3416"/>
            <a:ext cx="10058400" cy="562384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Question type 1 – multiple choice question </a:t>
            </a:r>
          </a:p>
        </p:txBody>
      </p:sp>
      <p:pic>
        <p:nvPicPr>
          <p:cNvPr id="5" name="Content Placeholder 4" descr="A questionnaire with text on it&#10;&#10;AI-generated content may be incorrect.">
            <a:extLst>
              <a:ext uri="{FF2B5EF4-FFF2-40B4-BE49-F238E27FC236}">
                <a16:creationId xmlns:a16="http://schemas.microsoft.com/office/drawing/2014/main" id="{D3043C2D-F27B-9ADE-1ACF-17704139B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09" y="685800"/>
            <a:ext cx="6916903" cy="6046993"/>
          </a:xfrm>
        </p:spPr>
      </p:pic>
      <p:pic>
        <p:nvPicPr>
          <p:cNvPr id="7" name="Picture 6" descr="A blue and red text on a blue background&#10;&#10;AI-generated content may be incorrect.">
            <a:extLst>
              <a:ext uri="{FF2B5EF4-FFF2-40B4-BE49-F238E27FC236}">
                <a16:creationId xmlns:a16="http://schemas.microsoft.com/office/drawing/2014/main" id="{5215305E-B248-D927-B418-1A9FA6A0A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9" y="682121"/>
            <a:ext cx="4995333" cy="2746879"/>
          </a:xfrm>
          <a:prstGeom prst="rect">
            <a:avLst/>
          </a:prstGeom>
        </p:spPr>
      </p:pic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A129F150-CF04-C875-82F5-CB848A68C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9" y="3429000"/>
            <a:ext cx="4995333" cy="3303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AE8247-D925-24EB-1083-7D8D95BBDF53}"/>
                  </a:ext>
                </a:extLst>
              </p14:cNvPr>
              <p14:cNvContentPartPr/>
              <p14:nvPr/>
            </p14:nvContentPartPr>
            <p14:xfrm>
              <a:off x="6582786" y="1713063"/>
              <a:ext cx="284400" cy="24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AE8247-D925-24EB-1083-7D8D95BBDF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73786" y="1704423"/>
                <a:ext cx="302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46CFA4-6E03-71AB-F745-65A6B4A30591}"/>
                  </a:ext>
                </a:extLst>
              </p14:cNvPr>
              <p14:cNvContentPartPr/>
              <p14:nvPr/>
            </p14:nvContentPartPr>
            <p14:xfrm>
              <a:off x="6560106" y="2873703"/>
              <a:ext cx="336960" cy="28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46CFA4-6E03-71AB-F745-65A6B4A305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51466" y="2865063"/>
                <a:ext cx="354600" cy="3049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52B1707-A0D5-4A35-E0EA-0FCC63D3D7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0950" y="682121"/>
            <a:ext cx="6931862" cy="269498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86921A-1589-A8A6-1D96-C21545BD2C98}"/>
              </a:ext>
            </a:extLst>
          </p:cNvPr>
          <p:cNvCxnSpPr/>
          <p:nvPr/>
        </p:nvCxnSpPr>
        <p:spPr>
          <a:xfrm>
            <a:off x="1408064" y="1385625"/>
            <a:ext cx="336588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7D57FF-DA97-25B6-DD86-DEA65189B447}"/>
              </a:ext>
            </a:extLst>
          </p:cNvPr>
          <p:cNvCxnSpPr/>
          <p:nvPr/>
        </p:nvCxnSpPr>
        <p:spPr>
          <a:xfrm>
            <a:off x="2462709" y="1228550"/>
            <a:ext cx="23617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8B84523-CCC3-D6F3-B09A-F51D30B0337C}"/>
                  </a:ext>
                </a:extLst>
              </p14:cNvPr>
              <p14:cNvContentPartPr/>
              <p14:nvPr/>
            </p14:nvContentPartPr>
            <p14:xfrm>
              <a:off x="8505906" y="3444663"/>
              <a:ext cx="1043640" cy="317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8B84523-CCC3-D6F3-B09A-F51D30B033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97266" y="3436023"/>
                <a:ext cx="1061280" cy="334800"/>
              </a:xfrm>
              <a:prstGeom prst="rect">
                <a:avLst/>
              </a:prstGeom>
            </p:spPr>
          </p:pic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EC53AD-D184-0142-AE0A-6390279F9866}"/>
              </a:ext>
            </a:extLst>
          </p:cNvPr>
          <p:cNvCxnSpPr/>
          <p:nvPr/>
        </p:nvCxnSpPr>
        <p:spPr>
          <a:xfrm>
            <a:off x="1408064" y="2670272"/>
            <a:ext cx="35005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EE2E28-0E61-6BC4-DE7A-F2B3A3E9E98F}"/>
              </a:ext>
            </a:extLst>
          </p:cNvPr>
          <p:cNvCxnSpPr/>
          <p:nvPr/>
        </p:nvCxnSpPr>
        <p:spPr>
          <a:xfrm>
            <a:off x="476834" y="2828824"/>
            <a:ext cx="33658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BAF347-D33E-E227-23D2-9FFFBBC7A489}"/>
                  </a:ext>
                </a:extLst>
              </p14:cNvPr>
              <p14:cNvContentPartPr/>
              <p14:nvPr/>
            </p14:nvContentPartPr>
            <p14:xfrm>
              <a:off x="6574506" y="4233423"/>
              <a:ext cx="318600" cy="28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BAF347-D33E-E227-23D2-9FFFBBC7A4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65866" y="4224783"/>
                <a:ext cx="3362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D667768-259F-D82B-282A-A66523FD031A}"/>
                  </a:ext>
                </a:extLst>
              </p14:cNvPr>
              <p14:cNvContentPartPr/>
              <p14:nvPr/>
            </p14:nvContentPartPr>
            <p14:xfrm>
              <a:off x="6592506" y="4862703"/>
              <a:ext cx="270720" cy="244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D667768-259F-D82B-282A-A66523FD03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83506" y="4854063"/>
                <a:ext cx="288360" cy="26172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138811-A5F7-5F84-FB70-1C05A8691396}"/>
              </a:ext>
            </a:extLst>
          </p:cNvPr>
          <p:cNvCxnSpPr/>
          <p:nvPr/>
        </p:nvCxnSpPr>
        <p:spPr>
          <a:xfrm>
            <a:off x="476834" y="3377109"/>
            <a:ext cx="18736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3308E18-6206-FFAD-9728-2926E194F63E}"/>
                  </a:ext>
                </a:extLst>
              </p14:cNvPr>
              <p14:cNvContentPartPr/>
              <p14:nvPr/>
            </p14:nvContentPartPr>
            <p14:xfrm>
              <a:off x="8844666" y="4552743"/>
              <a:ext cx="791280" cy="289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3308E18-6206-FFAD-9728-2926E194F6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36026" y="4543743"/>
                <a:ext cx="808920" cy="30744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 descr="A blue dolphin with text below&#10;&#10;AI-generated content may be incorrect.">
            <a:extLst>
              <a:ext uri="{FF2B5EF4-FFF2-40B4-BE49-F238E27FC236}">
                <a16:creationId xmlns:a16="http://schemas.microsoft.com/office/drawing/2014/main" id="{41F2233F-8630-0FE2-E685-B6A4C910375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2" y="1985801"/>
            <a:ext cx="4971650" cy="47067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4289D2D-0BF7-9DF6-0FC1-DB855B29FD52}"/>
                  </a:ext>
                </a:extLst>
              </p14:cNvPr>
              <p14:cNvContentPartPr/>
              <p14:nvPr/>
            </p14:nvContentPartPr>
            <p14:xfrm>
              <a:off x="9049866" y="5673783"/>
              <a:ext cx="866160" cy="335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4289D2D-0BF7-9DF6-0FC1-DB855B29FD5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41226" y="5664783"/>
                <a:ext cx="88380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A1C2A56-0DF1-DE29-D539-DA4287F302D7}"/>
                  </a:ext>
                </a:extLst>
              </p14:cNvPr>
              <p14:cNvContentPartPr/>
              <p14:nvPr/>
            </p14:nvContentPartPr>
            <p14:xfrm>
              <a:off x="6579906" y="6173103"/>
              <a:ext cx="280080" cy="307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A1C2A56-0DF1-DE29-D539-DA4287F302D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70906" y="6164463"/>
                <a:ext cx="297720" cy="324720"/>
              </a:xfrm>
              <a:prstGeom prst="rect">
                <a:avLst/>
              </a:prstGeom>
            </p:spPr>
          </p:pic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D0000D-2CE8-A0B1-1996-CA73E4A8F514}"/>
              </a:ext>
            </a:extLst>
          </p:cNvPr>
          <p:cNvCxnSpPr>
            <a:cxnSpLocks/>
          </p:cNvCxnSpPr>
          <p:nvPr/>
        </p:nvCxnSpPr>
        <p:spPr>
          <a:xfrm>
            <a:off x="3354670" y="4942247"/>
            <a:ext cx="15539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DDDE7B-F69A-DE88-C16C-FAA3D14ABF2C}"/>
              </a:ext>
            </a:extLst>
          </p:cNvPr>
          <p:cNvCxnSpPr/>
          <p:nvPr/>
        </p:nvCxnSpPr>
        <p:spPr>
          <a:xfrm>
            <a:off x="2894666" y="6058601"/>
            <a:ext cx="7292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66C599-5A01-420D-3FD6-4D02B8C647FF}"/>
              </a:ext>
            </a:extLst>
          </p:cNvPr>
          <p:cNvCxnSpPr/>
          <p:nvPr/>
        </p:nvCxnSpPr>
        <p:spPr>
          <a:xfrm>
            <a:off x="3421988" y="6339092"/>
            <a:ext cx="12734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80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6D09-3ECD-611C-966C-47E6033E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30B0-6FB5-C24F-F982-2D49D4563E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Reading 1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10CFF-039B-F9C3-6E6A-D0AAD4C42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1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6DB4-C45F-FFC6-D5BB-CBBD029A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BE93FF22-3038-E814-955E-C3D345D23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1" y="162189"/>
            <a:ext cx="6097828" cy="6631298"/>
          </a:xfrm>
        </p:spPr>
      </p:pic>
      <p:pic>
        <p:nvPicPr>
          <p:cNvPr id="7" name="Picture 6" descr="A close-up of a map of the earth&#10;&#10;AI-generated content may be incorrect.">
            <a:extLst>
              <a:ext uri="{FF2B5EF4-FFF2-40B4-BE49-F238E27FC236}">
                <a16:creationId xmlns:a16="http://schemas.microsoft.com/office/drawing/2014/main" id="{EFD31809-961B-B1C1-CE8A-868DB11F4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115" y="122920"/>
            <a:ext cx="5903354" cy="66312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8B9A14-FD45-084E-2AC1-6B12E36D16C1}"/>
              </a:ext>
            </a:extLst>
          </p:cNvPr>
          <p:cNvSpPr/>
          <p:nvPr/>
        </p:nvSpPr>
        <p:spPr>
          <a:xfrm>
            <a:off x="381467" y="1739043"/>
            <a:ext cx="5856648" cy="1050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Offshore: connected to the production of oil and gas at a distance from the land or under the </a:t>
            </a:r>
            <a:r>
              <a:rPr lang="en-US" u="sng" dirty="0"/>
              <a:t>sea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DE7002-62B0-06DC-C380-419440209F86}"/>
                  </a:ext>
                </a:extLst>
              </p14:cNvPr>
              <p14:cNvContentPartPr/>
              <p14:nvPr/>
            </p14:nvContentPartPr>
            <p14:xfrm>
              <a:off x="2839506" y="257934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DE7002-62B0-06DC-C380-419440209F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0866" y="2570343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057BD1-67F4-933F-5B14-2B489BDA857F}"/>
              </a:ext>
            </a:extLst>
          </p:cNvPr>
          <p:cNvCxnSpPr/>
          <p:nvPr/>
        </p:nvCxnSpPr>
        <p:spPr>
          <a:xfrm>
            <a:off x="9155219" y="3259303"/>
            <a:ext cx="6787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97376B-89C7-9084-8CF4-4B23CDBD5654}"/>
              </a:ext>
            </a:extLst>
          </p:cNvPr>
          <p:cNvCxnSpPr>
            <a:cxnSpLocks/>
          </p:cNvCxnSpPr>
          <p:nvPr/>
        </p:nvCxnSpPr>
        <p:spPr>
          <a:xfrm>
            <a:off x="6580314" y="3926872"/>
            <a:ext cx="8751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5191B5-F4DC-D9CE-8C6D-6EA6A8E01141}"/>
              </a:ext>
            </a:extLst>
          </p:cNvPr>
          <p:cNvCxnSpPr/>
          <p:nvPr/>
        </p:nvCxnSpPr>
        <p:spPr>
          <a:xfrm>
            <a:off x="10754017" y="5071273"/>
            <a:ext cx="3742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42D5CB-7A67-BFD6-7751-8A75D4A970E9}"/>
              </a:ext>
            </a:extLst>
          </p:cNvPr>
          <p:cNvCxnSpPr>
            <a:cxnSpLocks/>
          </p:cNvCxnSpPr>
          <p:nvPr/>
        </p:nvCxnSpPr>
        <p:spPr>
          <a:xfrm>
            <a:off x="510493" y="1441723"/>
            <a:ext cx="140245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823C59-135A-453E-A7AA-F31D88F941B5}"/>
              </a:ext>
            </a:extLst>
          </p:cNvPr>
          <p:cNvCxnSpPr/>
          <p:nvPr/>
        </p:nvCxnSpPr>
        <p:spPr>
          <a:xfrm>
            <a:off x="1346356" y="5329325"/>
            <a:ext cx="4992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546CDED-14E9-3D81-2782-F06E29F1190B}"/>
              </a:ext>
            </a:extLst>
          </p:cNvPr>
          <p:cNvCxnSpPr>
            <a:cxnSpLocks/>
          </p:cNvCxnSpPr>
          <p:nvPr/>
        </p:nvCxnSpPr>
        <p:spPr>
          <a:xfrm>
            <a:off x="973302" y="6024943"/>
            <a:ext cx="12453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8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75FF-0A16-DE2E-C1B0-C1203CA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640" y="140244"/>
            <a:ext cx="10533608" cy="46561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Language development 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982A5-6067-973A-85FB-65C4ECD9C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9" y="605859"/>
            <a:ext cx="11794387" cy="618201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0545BB-F7B3-9F2B-F4A1-00EEDA08AF63}"/>
              </a:ext>
            </a:extLst>
          </p:cNvPr>
          <p:cNvSpPr txBox="1"/>
          <p:nvPr/>
        </p:nvSpPr>
        <p:spPr>
          <a:xfrm>
            <a:off x="6036162" y="2479539"/>
            <a:ext cx="114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reduce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EE2EF-696F-3730-ECA5-BB7BF975942A}"/>
              </a:ext>
            </a:extLst>
          </p:cNvPr>
          <p:cNvSpPr txBox="1"/>
          <p:nvPr/>
        </p:nvSpPr>
        <p:spPr>
          <a:xfrm>
            <a:off x="6247465" y="2848871"/>
            <a:ext cx="12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restore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08662-FDD5-9283-38EB-CC9553035A01}"/>
              </a:ext>
            </a:extLst>
          </p:cNvPr>
          <p:cNvSpPr txBox="1"/>
          <p:nvPr/>
        </p:nvSpPr>
        <p:spPr>
          <a:xfrm>
            <a:off x="1890508" y="3350463"/>
            <a:ext cx="1318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estimate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F22B2-8424-80C4-7ADF-3ECE1EEEFF1C}"/>
              </a:ext>
            </a:extLst>
          </p:cNvPr>
          <p:cNvSpPr txBox="1"/>
          <p:nvPr/>
        </p:nvSpPr>
        <p:spPr>
          <a:xfrm>
            <a:off x="8678385" y="3758577"/>
            <a:ext cx="112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diverse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401BC-7E5E-07B3-8567-DD6A72B8E1E1}"/>
              </a:ext>
            </a:extLst>
          </p:cNvPr>
          <p:cNvSpPr txBox="1"/>
          <p:nvPr/>
        </p:nvSpPr>
        <p:spPr>
          <a:xfrm>
            <a:off x="6247465" y="4241021"/>
            <a:ext cx="12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FF4E6-59AC-B0DA-CE56-D3EF2B8E60C6}"/>
              </a:ext>
            </a:extLst>
          </p:cNvPr>
          <p:cNvSpPr txBox="1"/>
          <p:nvPr/>
        </p:nvSpPr>
        <p:spPr>
          <a:xfrm>
            <a:off x="1329526" y="4695416"/>
            <a:ext cx="1318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076DDB-8537-E108-7DBA-0316718BB5FD}"/>
              </a:ext>
            </a:extLst>
          </p:cNvPr>
          <p:cNvSpPr txBox="1"/>
          <p:nvPr/>
        </p:nvSpPr>
        <p:spPr>
          <a:xfrm>
            <a:off x="6316653" y="5121762"/>
            <a:ext cx="12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doubled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17361E-8AF6-8DAC-D427-04648B8A1FBE}"/>
              </a:ext>
            </a:extLst>
          </p:cNvPr>
          <p:cNvSpPr txBox="1"/>
          <p:nvPr/>
        </p:nvSpPr>
        <p:spPr>
          <a:xfrm>
            <a:off x="1980265" y="5536888"/>
            <a:ext cx="11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species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1FA85-8DE8-F317-C6A1-0AAA8ECC960E}"/>
              </a:ext>
            </a:extLst>
          </p:cNvPr>
          <p:cNvSpPr txBox="1"/>
          <p:nvPr/>
        </p:nvSpPr>
        <p:spPr>
          <a:xfrm>
            <a:off x="673178" y="5977716"/>
            <a:ext cx="163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Commercial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5E7AF-1052-8E1E-9A70-55ADF4B04036}"/>
              </a:ext>
            </a:extLst>
          </p:cNvPr>
          <p:cNvSpPr txBox="1"/>
          <p:nvPr/>
        </p:nvSpPr>
        <p:spPr>
          <a:xfrm>
            <a:off x="1380015" y="6395190"/>
            <a:ext cx="10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survive</a:t>
            </a:r>
          </a:p>
        </p:txBody>
      </p:sp>
    </p:spTree>
    <p:extLst>
      <p:ext uri="{BB962C8B-B14F-4D97-AF65-F5344CB8AC3E}">
        <p14:creationId xmlns:p14="http://schemas.microsoft.com/office/powerpoint/2010/main" val="160636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E2ED-6D84-D0F0-EF39-C98C7357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72929"/>
            <a:ext cx="10058400" cy="612872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the main idea</a:t>
            </a:r>
          </a:p>
        </p:txBody>
      </p:sp>
      <p:pic>
        <p:nvPicPr>
          <p:cNvPr id="14" name="Picture 13" descr="A close-up of a text&#10;&#10;AI-generated content may be incorrect.">
            <a:extLst>
              <a:ext uri="{FF2B5EF4-FFF2-40B4-BE49-F238E27FC236}">
                <a16:creationId xmlns:a16="http://schemas.microsoft.com/office/drawing/2014/main" id="{31C3527D-227C-2BDD-B968-A37B31FE4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053" y="3628734"/>
            <a:ext cx="6317738" cy="3229265"/>
          </a:xfrm>
          <a:prstGeom prst="rect">
            <a:avLst/>
          </a:prstGeom>
        </p:spPr>
      </p:pic>
      <p:pic>
        <p:nvPicPr>
          <p:cNvPr id="18" name="Content Placeholder 17" descr="A questionnaire with text&#10;&#10;AI-generated content may be incorrect.">
            <a:extLst>
              <a:ext uri="{FF2B5EF4-FFF2-40B4-BE49-F238E27FC236}">
                <a16:creationId xmlns:a16="http://schemas.microsoft.com/office/drawing/2014/main" id="{3A29095C-D3C0-5639-99C9-E9CA37C9F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53" y="752103"/>
            <a:ext cx="5439773" cy="597967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6695D3A-6EB2-4F3A-6642-446917B9DDC7}"/>
                  </a:ext>
                </a:extLst>
              </p14:cNvPr>
              <p14:cNvContentPartPr/>
              <p14:nvPr/>
            </p14:nvContentPartPr>
            <p14:xfrm>
              <a:off x="524346" y="1843953"/>
              <a:ext cx="353160" cy="269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6695D3A-6EB2-4F3A-6642-446917B9DD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346" y="1834953"/>
                <a:ext cx="3708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CEA84C-D211-1D98-CE5B-D45F03E629CD}"/>
                  </a:ext>
                </a:extLst>
              </p14:cNvPr>
              <p14:cNvContentPartPr/>
              <p14:nvPr/>
            </p14:nvContentPartPr>
            <p14:xfrm>
              <a:off x="505986" y="4048953"/>
              <a:ext cx="250920" cy="206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CEA84C-D211-1D98-CE5B-D45F03E629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6986" y="4039953"/>
                <a:ext cx="268560" cy="22428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 descr="A close-up of a text&#10;&#10;AI-generated content may be incorrect.">
            <a:extLst>
              <a:ext uri="{FF2B5EF4-FFF2-40B4-BE49-F238E27FC236}">
                <a16:creationId xmlns:a16="http://schemas.microsoft.com/office/drawing/2014/main" id="{30BB8E5E-3E63-AC9E-F158-5C50004CC9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052" y="552369"/>
            <a:ext cx="6317737" cy="307636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F6A66A-5AD9-D9D5-8DF7-F86A1D21A17F}"/>
              </a:ext>
            </a:extLst>
          </p:cNvPr>
          <p:cNvCxnSpPr>
            <a:cxnSpLocks/>
          </p:cNvCxnSpPr>
          <p:nvPr/>
        </p:nvCxnSpPr>
        <p:spPr>
          <a:xfrm>
            <a:off x="7135685" y="1436113"/>
            <a:ext cx="135757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FB144B-9124-4024-3A4C-125AD53F9805}"/>
              </a:ext>
            </a:extLst>
          </p:cNvPr>
          <p:cNvCxnSpPr/>
          <p:nvPr/>
        </p:nvCxnSpPr>
        <p:spPr>
          <a:xfrm>
            <a:off x="6198847" y="1643676"/>
            <a:ext cx="227197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B5928C-D977-B5B9-52E8-DC680BA301BB}"/>
              </a:ext>
            </a:extLst>
          </p:cNvPr>
          <p:cNvCxnSpPr/>
          <p:nvPr/>
        </p:nvCxnSpPr>
        <p:spPr>
          <a:xfrm>
            <a:off x="6597143" y="2064412"/>
            <a:ext cx="179514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B8722D-240F-95E1-EEAF-4CC5316E76ED}"/>
              </a:ext>
            </a:extLst>
          </p:cNvPr>
          <p:cNvCxnSpPr/>
          <p:nvPr/>
        </p:nvCxnSpPr>
        <p:spPr>
          <a:xfrm>
            <a:off x="8493261" y="2485148"/>
            <a:ext cx="245709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4E48CE-7F72-C070-D2F1-4C4F0693C581}"/>
              </a:ext>
            </a:extLst>
          </p:cNvPr>
          <p:cNvCxnSpPr/>
          <p:nvPr/>
        </p:nvCxnSpPr>
        <p:spPr>
          <a:xfrm>
            <a:off x="5839817" y="2900274"/>
            <a:ext cx="151465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CEACC3F-BFF5-1FDB-0303-9E583D8D3512}"/>
              </a:ext>
            </a:extLst>
          </p:cNvPr>
          <p:cNvCxnSpPr/>
          <p:nvPr/>
        </p:nvCxnSpPr>
        <p:spPr>
          <a:xfrm>
            <a:off x="5890306" y="3545404"/>
            <a:ext cx="327052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99A749-5278-3C80-2397-C92E8BD972C3}"/>
              </a:ext>
            </a:extLst>
          </p:cNvPr>
          <p:cNvCxnSpPr/>
          <p:nvPr/>
        </p:nvCxnSpPr>
        <p:spPr>
          <a:xfrm>
            <a:off x="8998145" y="4426145"/>
            <a:ext cx="268149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D523D3-C3ED-5B70-16B0-9517CCEB6C1C}"/>
              </a:ext>
            </a:extLst>
          </p:cNvPr>
          <p:cNvCxnSpPr/>
          <p:nvPr/>
        </p:nvCxnSpPr>
        <p:spPr>
          <a:xfrm>
            <a:off x="8257649" y="6524216"/>
            <a:ext cx="357906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C59890-D10A-B820-0159-6CD2CCEE0A85}"/>
              </a:ext>
            </a:extLst>
          </p:cNvPr>
          <p:cNvCxnSpPr>
            <a:cxnSpLocks/>
          </p:cNvCxnSpPr>
          <p:nvPr/>
        </p:nvCxnSpPr>
        <p:spPr>
          <a:xfrm>
            <a:off x="5890306" y="6785071"/>
            <a:ext cx="258051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52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78E87-C92D-DCB1-3A17-76C29AD6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DC9F-1539-B205-A439-91CE32A07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72929"/>
            <a:ext cx="10058400" cy="612872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the main idea</a:t>
            </a:r>
          </a:p>
        </p:txBody>
      </p:sp>
      <p:pic>
        <p:nvPicPr>
          <p:cNvPr id="12" name="Picture 1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A442587-CFDE-F1B6-ECB5-4A7AAC705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5801"/>
            <a:ext cx="6003086" cy="609927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83648B-806C-BBC8-59B7-EADB413C8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Content Placeholder 17" descr="A questionnaire with text&#10;&#10;AI-generated content may be incorrect.">
            <a:extLst>
              <a:ext uri="{FF2B5EF4-FFF2-40B4-BE49-F238E27FC236}">
                <a16:creationId xmlns:a16="http://schemas.microsoft.com/office/drawing/2014/main" id="{D89467AF-BE99-6A0B-6CC9-5F12CD84B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26" y="745598"/>
            <a:ext cx="5636116" cy="5979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EC311A-9BE0-E284-93A3-ED92A9D7D2B0}"/>
                  </a:ext>
                </a:extLst>
              </p14:cNvPr>
              <p14:cNvContentPartPr/>
              <p14:nvPr/>
            </p14:nvContentPartPr>
            <p14:xfrm>
              <a:off x="703986" y="5405433"/>
              <a:ext cx="217080" cy="226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EEC311A-9BE0-E284-93A3-ED92A9D7D2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346" y="5396433"/>
                <a:ext cx="234720" cy="244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650A92-F480-E2BE-C570-0CF558815B67}"/>
              </a:ext>
            </a:extLst>
          </p:cNvPr>
          <p:cNvCxnSpPr/>
          <p:nvPr/>
        </p:nvCxnSpPr>
        <p:spPr>
          <a:xfrm>
            <a:off x="6221286" y="2053193"/>
            <a:ext cx="486769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93B596-7E88-1D2F-65F3-B87983889A79}"/>
              </a:ext>
            </a:extLst>
          </p:cNvPr>
          <p:cNvCxnSpPr/>
          <p:nvPr/>
        </p:nvCxnSpPr>
        <p:spPr>
          <a:xfrm>
            <a:off x="6383970" y="2760029"/>
            <a:ext cx="343881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390CB28-167D-59F2-6385-5C438D3F78DC}"/>
                  </a:ext>
                </a:extLst>
              </p14:cNvPr>
              <p14:cNvContentPartPr/>
              <p14:nvPr/>
            </p14:nvContentPartPr>
            <p14:xfrm>
              <a:off x="9841506" y="2514993"/>
              <a:ext cx="575280" cy="324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390CB28-167D-59F2-6385-5C438D3F78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32866" y="2506353"/>
                <a:ext cx="59292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C007753-C0BC-0720-1538-318129DD567C}"/>
                  </a:ext>
                </a:extLst>
              </p14:cNvPr>
              <p14:cNvContentPartPr/>
              <p14:nvPr/>
            </p14:nvContentPartPr>
            <p14:xfrm>
              <a:off x="7884546" y="3218433"/>
              <a:ext cx="474480" cy="29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C007753-C0BC-0720-1538-318129DD56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75906" y="3209793"/>
                <a:ext cx="4921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EFCC849-732C-890B-3A7A-D94925307D1E}"/>
                  </a:ext>
                </a:extLst>
              </p14:cNvPr>
              <p14:cNvContentPartPr/>
              <p14:nvPr/>
            </p14:nvContentPartPr>
            <p14:xfrm>
              <a:off x="6263466" y="4815393"/>
              <a:ext cx="893880" cy="340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EFCC849-732C-890B-3A7A-D94925307D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54466" y="4806753"/>
                <a:ext cx="9115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C093728-4FBB-AFC5-A6D1-1708FF8C9F04}"/>
                  </a:ext>
                </a:extLst>
              </p14:cNvPr>
              <p14:cNvContentPartPr/>
              <p14:nvPr/>
            </p14:nvContentPartPr>
            <p14:xfrm>
              <a:off x="9503826" y="5560593"/>
              <a:ext cx="1114560" cy="312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C093728-4FBB-AFC5-A6D1-1708FF8C9F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95186" y="5551953"/>
                <a:ext cx="1132200" cy="33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26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877-9C1B-9DDA-C375-1050C0B3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84148"/>
            <a:ext cx="10058400" cy="460004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a process</a:t>
            </a:r>
          </a:p>
        </p:txBody>
      </p:sp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C2BC8B73-732E-A68C-CC2B-5DEF1B95D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262" y="588213"/>
            <a:ext cx="5816939" cy="4208180"/>
          </a:xfrm>
          <a:prstGeom prst="rect">
            <a:avLst/>
          </a:prstGeom>
        </p:spPr>
      </p:pic>
      <p:pic>
        <p:nvPicPr>
          <p:cNvPr id="10" name="Content Placeholder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1B9D7-2655-B226-DC2C-B3D3DE844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592"/>
            <a:ext cx="6269464" cy="610719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0AC38-6D01-2092-0AF7-C56315FC3E21}"/>
              </a:ext>
            </a:extLst>
          </p:cNvPr>
          <p:cNvSpPr txBox="1"/>
          <p:nvPr/>
        </p:nvSpPr>
        <p:spPr>
          <a:xfrm>
            <a:off x="2472774" y="4179312"/>
            <a:ext cx="132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dropped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0BD7D-E8FC-0B76-501B-22CA600595B6}"/>
              </a:ext>
            </a:extLst>
          </p:cNvPr>
          <p:cNvSpPr txBox="1"/>
          <p:nvPr/>
        </p:nvSpPr>
        <p:spPr>
          <a:xfrm>
            <a:off x="3528575" y="6145651"/>
            <a:ext cx="138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increased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FD9151-74D4-8923-02B8-14E0C6EBE76C}"/>
              </a:ext>
            </a:extLst>
          </p:cNvPr>
          <p:cNvCxnSpPr/>
          <p:nvPr/>
        </p:nvCxnSpPr>
        <p:spPr>
          <a:xfrm>
            <a:off x="8554969" y="1969045"/>
            <a:ext cx="217099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B79F27-B949-3398-943F-794E35E1B029}"/>
              </a:ext>
            </a:extLst>
          </p:cNvPr>
          <p:cNvCxnSpPr/>
          <p:nvPr/>
        </p:nvCxnSpPr>
        <p:spPr>
          <a:xfrm>
            <a:off x="8583018" y="2316854"/>
            <a:ext cx="64771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5BA1E9-F67E-DAFA-8843-ADE7E8771D52}"/>
              </a:ext>
            </a:extLst>
          </p:cNvPr>
          <p:cNvCxnSpPr/>
          <p:nvPr/>
        </p:nvCxnSpPr>
        <p:spPr>
          <a:xfrm>
            <a:off x="6507387" y="2642223"/>
            <a:ext cx="18680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13A9A0-6130-EA66-C56A-F901CADFE75B}"/>
              </a:ext>
            </a:extLst>
          </p:cNvPr>
          <p:cNvCxnSpPr/>
          <p:nvPr/>
        </p:nvCxnSpPr>
        <p:spPr>
          <a:xfrm>
            <a:off x="10462307" y="2642223"/>
            <a:ext cx="157074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3336CC-77E3-3454-AD0E-B4697C6622E7}"/>
              </a:ext>
            </a:extLst>
          </p:cNvPr>
          <p:cNvSpPr txBox="1"/>
          <p:nvPr/>
        </p:nvSpPr>
        <p:spPr>
          <a:xfrm>
            <a:off x="4667365" y="3752967"/>
            <a:ext cx="131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Too few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99E5C-9074-A307-F170-7A0DF0878B24}"/>
              </a:ext>
            </a:extLst>
          </p:cNvPr>
          <p:cNvSpPr txBox="1"/>
          <p:nvPr/>
        </p:nvSpPr>
        <p:spPr>
          <a:xfrm>
            <a:off x="1301477" y="5346155"/>
            <a:ext cx="1279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Too many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EBCD42-E8D5-860F-CAB6-F9B89A4205C7}"/>
              </a:ext>
            </a:extLst>
          </p:cNvPr>
          <p:cNvCxnSpPr>
            <a:cxnSpLocks/>
          </p:cNvCxnSpPr>
          <p:nvPr/>
        </p:nvCxnSpPr>
        <p:spPr>
          <a:xfrm>
            <a:off x="6440069" y="3994188"/>
            <a:ext cx="55256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F2F4E43-69BF-2B41-B9C9-4E17C44AD636}"/>
              </a:ext>
            </a:extLst>
          </p:cNvPr>
          <p:cNvCxnSpPr/>
          <p:nvPr/>
        </p:nvCxnSpPr>
        <p:spPr>
          <a:xfrm>
            <a:off x="8919607" y="4319558"/>
            <a:ext cx="300125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74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3088-25F2-EE42-3137-250EB7EF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88EE-2CCA-C5C0-DD98-D2FCDD9ECF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Reading 2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BF56F-F664-095C-4890-138A77761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1E54-8457-8B78-769E-D1858E34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0978"/>
            <a:ext cx="10058400" cy="476834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Language development </a:t>
            </a:r>
          </a:p>
        </p:txBody>
      </p:sp>
      <p:pic>
        <p:nvPicPr>
          <p:cNvPr id="8" name="Content Placeholder 7" descr="A screenshot of a white page with black text&#10;&#10;AI-generated content may be incorrect.">
            <a:extLst>
              <a:ext uri="{FF2B5EF4-FFF2-40B4-BE49-F238E27FC236}">
                <a16:creationId xmlns:a16="http://schemas.microsoft.com/office/drawing/2014/main" id="{558537DE-F9C7-6ABC-FACD-D9A8884BD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2" y="718446"/>
            <a:ext cx="5711597" cy="6033434"/>
          </a:xfrm>
        </p:spPr>
      </p:pic>
      <p:pic>
        <p:nvPicPr>
          <p:cNvPr id="10" name="Picture 9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FB054B8E-18A4-15D5-7E2F-BADAEB5D7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17" y="100977"/>
            <a:ext cx="5896971" cy="6563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616E45-EB9C-90E8-9947-1517AE17F635}"/>
              </a:ext>
            </a:extLst>
          </p:cNvPr>
          <p:cNvSpPr txBox="1"/>
          <p:nvPr/>
        </p:nvSpPr>
        <p:spPr>
          <a:xfrm>
            <a:off x="6759828" y="1918557"/>
            <a:ext cx="1492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individuals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35FDF-25B6-E5AB-9087-3DEC534C26D6}"/>
              </a:ext>
            </a:extLst>
          </p:cNvPr>
          <p:cNvSpPr txBox="1"/>
          <p:nvPr/>
        </p:nvSpPr>
        <p:spPr>
          <a:xfrm>
            <a:off x="9104731" y="2485147"/>
            <a:ext cx="233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declining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4AC7F-AC39-65A1-9751-EA6BCA430192}"/>
              </a:ext>
            </a:extLst>
          </p:cNvPr>
          <p:cNvSpPr txBox="1"/>
          <p:nvPr/>
        </p:nvSpPr>
        <p:spPr>
          <a:xfrm>
            <a:off x="6412020" y="3248083"/>
            <a:ext cx="143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definitely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7DC21-CF86-EA80-ADDE-358F6AC0B569}"/>
              </a:ext>
            </a:extLst>
          </p:cNvPr>
          <p:cNvSpPr txBox="1"/>
          <p:nvPr/>
        </p:nvSpPr>
        <p:spPr>
          <a:xfrm>
            <a:off x="6412020" y="4594439"/>
            <a:ext cx="143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essential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19B82-19A4-4C4C-B141-9E4D2E9788ED}"/>
              </a:ext>
            </a:extLst>
          </p:cNvPr>
          <p:cNvSpPr txBox="1"/>
          <p:nvPr/>
        </p:nvSpPr>
        <p:spPr>
          <a:xfrm>
            <a:off x="6412020" y="4963771"/>
            <a:ext cx="143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diet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EA2A6-4D38-D397-4C6C-7F8C7B5126BD}"/>
              </a:ext>
            </a:extLst>
          </p:cNvPr>
          <p:cNvSpPr txBox="1"/>
          <p:nvPr/>
        </p:nvSpPr>
        <p:spPr>
          <a:xfrm>
            <a:off x="8156672" y="5531279"/>
            <a:ext cx="131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informed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C2522-855E-BEEE-1EE5-1FD919A30C4F}"/>
              </a:ext>
            </a:extLst>
          </p:cNvPr>
          <p:cNvSpPr txBox="1"/>
          <p:nvPr/>
        </p:nvSpPr>
        <p:spPr>
          <a:xfrm>
            <a:off x="8536954" y="4761814"/>
            <a:ext cx="3612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Informed choices = An act of choosing when having enough knowledge/ info</a:t>
            </a:r>
          </a:p>
        </p:txBody>
      </p:sp>
    </p:spTree>
    <p:extLst>
      <p:ext uri="{BB962C8B-B14F-4D97-AF65-F5344CB8AC3E}">
        <p14:creationId xmlns:p14="http://schemas.microsoft.com/office/powerpoint/2010/main" val="10353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FCD0C-5D67-B8A2-08DD-339D8087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41C7-807C-EC3B-7794-D0D31EC9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0978"/>
            <a:ext cx="10058400" cy="476834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Language development </a:t>
            </a:r>
          </a:p>
        </p:txBody>
      </p:sp>
      <p:pic>
        <p:nvPicPr>
          <p:cNvPr id="8" name="Content Placeholder 7" descr="A screenshot of a white page with black text&#10;&#10;AI-generated content may be incorrect.">
            <a:extLst>
              <a:ext uri="{FF2B5EF4-FFF2-40B4-BE49-F238E27FC236}">
                <a16:creationId xmlns:a16="http://schemas.microsoft.com/office/drawing/2014/main" id="{6D1C2E4B-0804-03A0-90FC-A344B5436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2" y="718446"/>
            <a:ext cx="5711597" cy="6033434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68F3B-01EA-DE69-16D9-15E433B4A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77474"/>
            <a:ext cx="5779980" cy="60334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FD8F0-68DE-1708-A9D4-66FDE7E6B54F}"/>
              </a:ext>
            </a:extLst>
          </p:cNvPr>
          <p:cNvSpPr txBox="1"/>
          <p:nvPr/>
        </p:nvSpPr>
        <p:spPr>
          <a:xfrm>
            <a:off x="9783519" y="852692"/>
            <a:ext cx="126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severe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9974E-14A1-BDC3-B3E7-8AAAB93B5A40}"/>
              </a:ext>
            </a:extLst>
          </p:cNvPr>
          <p:cNvSpPr txBox="1"/>
          <p:nvPr/>
        </p:nvSpPr>
        <p:spPr>
          <a:xfrm>
            <a:off x="8212771" y="3220034"/>
            <a:ext cx="126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harvest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36EB-2D12-6FB3-33D3-1828E09FDB0D}"/>
              </a:ext>
            </a:extLst>
          </p:cNvPr>
          <p:cNvSpPr txBox="1"/>
          <p:nvPr/>
        </p:nvSpPr>
        <p:spPr>
          <a:xfrm>
            <a:off x="9474979" y="3926871"/>
            <a:ext cx="126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FC41A-8D0A-3C3B-7C7B-7110EA5374F4}"/>
              </a:ext>
            </a:extLst>
          </p:cNvPr>
          <p:cNvSpPr txBox="1"/>
          <p:nvPr/>
        </p:nvSpPr>
        <p:spPr>
          <a:xfrm>
            <a:off x="7971549" y="5626645"/>
            <a:ext cx="136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rely on</a:t>
            </a:r>
          </a:p>
        </p:txBody>
      </p:sp>
    </p:spTree>
    <p:extLst>
      <p:ext uri="{BB962C8B-B14F-4D97-AF65-F5344CB8AC3E}">
        <p14:creationId xmlns:p14="http://schemas.microsoft.com/office/powerpoint/2010/main" val="158267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AD70-EDBC-24FA-9616-7B346A7D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17806"/>
            <a:ext cx="10058400" cy="454395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– details – T/F/NG</a:t>
            </a:r>
          </a:p>
        </p:txBody>
      </p:sp>
      <p:pic>
        <p:nvPicPr>
          <p:cNvPr id="5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39C72C23-923D-A1F1-5200-5D0CA9A16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17" y="696007"/>
            <a:ext cx="5136727" cy="6097480"/>
          </a:xfrm>
        </p:spPr>
      </p:pic>
      <p:pic>
        <p:nvPicPr>
          <p:cNvPr id="8" name="Picture 7" descr="A person wearing a white shirt&#10;&#10;AI-generated content may be incorrect.">
            <a:extLst>
              <a:ext uri="{FF2B5EF4-FFF2-40B4-BE49-F238E27FC236}">
                <a16:creationId xmlns:a16="http://schemas.microsoft.com/office/drawing/2014/main" id="{A5572CE6-BD52-D354-53F9-6B08FBC40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033" y="696006"/>
            <a:ext cx="6658851" cy="60974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906516-19AB-9BC4-9B86-7749086427A7}"/>
              </a:ext>
            </a:extLst>
          </p:cNvPr>
          <p:cNvSpPr txBox="1"/>
          <p:nvPr/>
        </p:nvSpPr>
        <p:spPr>
          <a:xfrm>
            <a:off x="746106" y="2182218"/>
            <a:ext cx="71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ACDF4-CF24-6CFF-7C71-3494150A4972}"/>
              </a:ext>
            </a:extLst>
          </p:cNvPr>
          <p:cNvSpPr txBox="1"/>
          <p:nvPr/>
        </p:nvSpPr>
        <p:spPr>
          <a:xfrm>
            <a:off x="746106" y="3096618"/>
            <a:ext cx="71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641A7-4E3D-66FB-79EE-5C83876C57FB}"/>
              </a:ext>
            </a:extLst>
          </p:cNvPr>
          <p:cNvSpPr txBox="1"/>
          <p:nvPr/>
        </p:nvSpPr>
        <p:spPr>
          <a:xfrm>
            <a:off x="746106" y="3668820"/>
            <a:ext cx="79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9C2A82-0CC0-2E54-0909-086843FAB42E}"/>
              </a:ext>
            </a:extLst>
          </p:cNvPr>
          <p:cNvCxnSpPr/>
          <p:nvPr/>
        </p:nvCxnSpPr>
        <p:spPr>
          <a:xfrm>
            <a:off x="5486400" y="2838567"/>
            <a:ext cx="13575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706FE9-B1B8-4A03-8DDD-5464225ACF7A}"/>
              </a:ext>
            </a:extLst>
          </p:cNvPr>
          <p:cNvCxnSpPr/>
          <p:nvPr/>
        </p:nvCxnSpPr>
        <p:spPr>
          <a:xfrm>
            <a:off x="8145453" y="2625393"/>
            <a:ext cx="11331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72F7CC-F867-E15D-D821-73786C139E15}"/>
              </a:ext>
            </a:extLst>
          </p:cNvPr>
          <p:cNvCxnSpPr/>
          <p:nvPr/>
        </p:nvCxnSpPr>
        <p:spPr>
          <a:xfrm>
            <a:off x="8560579" y="1963436"/>
            <a:ext cx="6226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B2961B-0BF4-F8C0-F09F-A3938BF1DCEC}"/>
              </a:ext>
            </a:extLst>
          </p:cNvPr>
          <p:cNvCxnSpPr/>
          <p:nvPr/>
        </p:nvCxnSpPr>
        <p:spPr>
          <a:xfrm>
            <a:off x="6412020" y="2182218"/>
            <a:ext cx="277124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64E9A1-79DC-F19F-D57E-9CFFB54D21D7}"/>
              </a:ext>
            </a:extLst>
          </p:cNvPr>
          <p:cNvCxnSpPr/>
          <p:nvPr/>
        </p:nvCxnSpPr>
        <p:spPr>
          <a:xfrm>
            <a:off x="5559328" y="2395391"/>
            <a:ext cx="100415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B186242-F781-7D0A-381E-3D7BA030F357}"/>
                  </a:ext>
                </a:extLst>
              </p14:cNvPr>
              <p14:cNvContentPartPr/>
              <p14:nvPr/>
            </p14:nvContentPartPr>
            <p14:xfrm>
              <a:off x="6610207" y="2198105"/>
              <a:ext cx="1040760" cy="229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B186242-F781-7D0A-381E-3D7BA030F3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1207" y="2189465"/>
                <a:ext cx="1058400" cy="24696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FEDF7C-D29E-79F7-DB75-B3AB223BB25B}"/>
              </a:ext>
            </a:extLst>
          </p:cNvPr>
          <p:cNvCxnSpPr>
            <a:cxnSpLocks/>
          </p:cNvCxnSpPr>
          <p:nvPr/>
        </p:nvCxnSpPr>
        <p:spPr>
          <a:xfrm flipV="1">
            <a:off x="5486400" y="2625392"/>
            <a:ext cx="555372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B3C5E6-60CF-7A05-0771-EF53CBDB7B74}"/>
              </a:ext>
            </a:extLst>
          </p:cNvPr>
          <p:cNvCxnSpPr/>
          <p:nvPr/>
        </p:nvCxnSpPr>
        <p:spPr>
          <a:xfrm>
            <a:off x="2429050" y="2427425"/>
            <a:ext cx="86391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AB4B7D-0C9A-8913-1AD7-ECDD51707787}"/>
              </a:ext>
            </a:extLst>
          </p:cNvPr>
          <p:cNvCxnSpPr/>
          <p:nvPr/>
        </p:nvCxnSpPr>
        <p:spPr>
          <a:xfrm>
            <a:off x="3730528" y="2427425"/>
            <a:ext cx="107147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56C0B7-DCF2-26FD-DA26-13B108464BC3}"/>
              </a:ext>
            </a:extLst>
          </p:cNvPr>
          <p:cNvCxnSpPr/>
          <p:nvPr/>
        </p:nvCxnSpPr>
        <p:spPr>
          <a:xfrm>
            <a:off x="504883" y="2832957"/>
            <a:ext cx="5649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DF43E21-FBE3-297C-DD57-726A75890FD3}"/>
                  </a:ext>
                </a:extLst>
              </p14:cNvPr>
              <p14:cNvContentPartPr/>
              <p14:nvPr/>
            </p14:nvContentPartPr>
            <p14:xfrm>
              <a:off x="1904647" y="2179745"/>
              <a:ext cx="320400" cy="344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DF43E21-FBE3-297C-DD57-726A75890F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6007" y="2170745"/>
                <a:ext cx="338040" cy="36216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F000FB-61F1-6E0E-2E9E-2FA766822053}"/>
              </a:ext>
            </a:extLst>
          </p:cNvPr>
          <p:cNvCxnSpPr/>
          <p:nvPr/>
        </p:nvCxnSpPr>
        <p:spPr>
          <a:xfrm>
            <a:off x="1716604" y="3382719"/>
            <a:ext cx="7124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87C0AC-961D-9230-0C1B-68BDD861F666}"/>
              </a:ext>
            </a:extLst>
          </p:cNvPr>
          <p:cNvCxnSpPr/>
          <p:nvPr/>
        </p:nvCxnSpPr>
        <p:spPr>
          <a:xfrm>
            <a:off x="3388329" y="3382719"/>
            <a:ext cx="7685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3AAA0A8-3DFA-DFE1-69F8-D8B1ADD929CB}"/>
                  </a:ext>
                </a:extLst>
              </p14:cNvPr>
              <p14:cNvContentPartPr/>
              <p14:nvPr/>
            </p14:nvContentPartPr>
            <p14:xfrm>
              <a:off x="2730487" y="3132665"/>
              <a:ext cx="411120" cy="306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3AAA0A8-3DFA-DFE1-69F8-D8B1ADD929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21487" y="3124025"/>
                <a:ext cx="428760" cy="32364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0F0A61-81A3-E99D-0150-7DEEDBD6DE2A}"/>
              </a:ext>
            </a:extLst>
          </p:cNvPr>
          <p:cNvCxnSpPr/>
          <p:nvPr/>
        </p:nvCxnSpPr>
        <p:spPr>
          <a:xfrm>
            <a:off x="5486400" y="3046130"/>
            <a:ext cx="49254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78FF407-02F0-DE5B-2F95-E1688E703B49}"/>
              </a:ext>
            </a:extLst>
          </p:cNvPr>
          <p:cNvCxnSpPr/>
          <p:nvPr/>
        </p:nvCxnSpPr>
        <p:spPr>
          <a:xfrm>
            <a:off x="1716604" y="3938091"/>
            <a:ext cx="89196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5E8CE77-889B-5C49-CE1C-85F6E902B56D}"/>
              </a:ext>
            </a:extLst>
          </p:cNvPr>
          <p:cNvCxnSpPr/>
          <p:nvPr/>
        </p:nvCxnSpPr>
        <p:spPr>
          <a:xfrm>
            <a:off x="4061507" y="3943701"/>
            <a:ext cx="11051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D7D14BF-94C2-6503-7895-12914C577476}"/>
                  </a:ext>
                </a:extLst>
              </p14:cNvPr>
              <p14:cNvContentPartPr/>
              <p14:nvPr/>
            </p14:nvContentPartPr>
            <p14:xfrm>
              <a:off x="3102727" y="3673113"/>
              <a:ext cx="539640" cy="2948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D7D14BF-94C2-6503-7895-12914C5774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4087" y="3664473"/>
                <a:ext cx="557280" cy="312480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0BF08E7-7725-94DA-951E-8ED9237C2E6F}"/>
              </a:ext>
            </a:extLst>
          </p:cNvPr>
          <p:cNvSpPr txBox="1"/>
          <p:nvPr/>
        </p:nvSpPr>
        <p:spPr>
          <a:xfrm>
            <a:off x="807813" y="4246631"/>
            <a:ext cx="52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8B05C23-F305-76DF-9AA7-C4F8B041F2D9}"/>
              </a:ext>
            </a:extLst>
          </p:cNvPr>
          <p:cNvCxnSpPr/>
          <p:nvPr/>
        </p:nvCxnSpPr>
        <p:spPr>
          <a:xfrm>
            <a:off x="3461256" y="4549561"/>
            <a:ext cx="17053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C8616EC-15D0-A5EF-E6B0-24A91E2A2489}"/>
              </a:ext>
            </a:extLst>
          </p:cNvPr>
          <p:cNvCxnSpPr>
            <a:cxnSpLocks/>
          </p:cNvCxnSpPr>
          <p:nvPr/>
        </p:nvCxnSpPr>
        <p:spPr>
          <a:xfrm>
            <a:off x="8094964" y="4549561"/>
            <a:ext cx="30966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97F91F5-A9B9-CD37-3251-64696B1B229D}"/>
                  </a:ext>
                </a:extLst>
              </p14:cNvPr>
              <p14:cNvContentPartPr/>
              <p14:nvPr/>
            </p14:nvContentPartPr>
            <p14:xfrm>
              <a:off x="2470207" y="4254513"/>
              <a:ext cx="607320" cy="329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97F91F5-A9B9-CD37-3251-64696B1B229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1567" y="4245513"/>
                <a:ext cx="6249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CF5B68F-F0AE-75A9-1E1E-EC723A6DBEA8}"/>
                  </a:ext>
                </a:extLst>
              </p14:cNvPr>
              <p14:cNvContentPartPr/>
              <p14:nvPr/>
            </p14:nvContentPartPr>
            <p14:xfrm>
              <a:off x="6662047" y="4369713"/>
              <a:ext cx="976680" cy="2595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CF5B68F-F0AE-75A9-1E1E-EC723A6DBEA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53407" y="4361073"/>
                <a:ext cx="994320" cy="277200"/>
              </a:xfrm>
              <a:prstGeom prst="rect">
                <a:avLst/>
              </a:prstGeom>
            </p:spPr>
          </p:pic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3AC1BF-C6E7-494B-4671-CCAFC3A6A99E}"/>
              </a:ext>
            </a:extLst>
          </p:cNvPr>
          <p:cNvCxnSpPr/>
          <p:nvPr/>
        </p:nvCxnSpPr>
        <p:spPr>
          <a:xfrm>
            <a:off x="1716604" y="5155421"/>
            <a:ext cx="2804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8E9040A-9892-4AA0-425B-483C455155AC}"/>
              </a:ext>
            </a:extLst>
          </p:cNvPr>
          <p:cNvCxnSpPr/>
          <p:nvPr/>
        </p:nvCxnSpPr>
        <p:spPr>
          <a:xfrm>
            <a:off x="4572000" y="5155421"/>
            <a:ext cx="4039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E90E227-BCE4-BF26-6AF1-478063DD7E36}"/>
                  </a:ext>
                </a:extLst>
              </p14:cNvPr>
              <p14:cNvContentPartPr/>
              <p14:nvPr/>
            </p14:nvContentPartPr>
            <p14:xfrm>
              <a:off x="2298847" y="4908993"/>
              <a:ext cx="471960" cy="248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E90E227-BCE4-BF26-6AF1-478063DD7E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89847" y="4900353"/>
                <a:ext cx="489600" cy="266040"/>
              </a:xfrm>
              <a:prstGeom prst="rect">
                <a:avLst/>
              </a:prstGeom>
            </p:spPr>
          </p:pic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BC88B7E-7B31-35A0-1D3F-8B883E58C6E9}"/>
              </a:ext>
            </a:extLst>
          </p:cNvPr>
          <p:cNvCxnSpPr/>
          <p:nvPr/>
        </p:nvCxnSpPr>
        <p:spPr>
          <a:xfrm>
            <a:off x="3517355" y="5155421"/>
            <a:ext cx="6395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156C056-C0A7-ABBA-E22D-075E1A52382F}"/>
              </a:ext>
            </a:extLst>
          </p:cNvPr>
          <p:cNvSpPr txBox="1"/>
          <p:nvPr/>
        </p:nvSpPr>
        <p:spPr>
          <a:xfrm>
            <a:off x="746106" y="4908993"/>
            <a:ext cx="66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B40173-F57F-FBDA-9FA1-23FFCA4E91CE}"/>
              </a:ext>
            </a:extLst>
          </p:cNvPr>
          <p:cNvSpPr txBox="1"/>
          <p:nvPr/>
        </p:nvSpPr>
        <p:spPr>
          <a:xfrm>
            <a:off x="706837" y="5463961"/>
            <a:ext cx="56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2B39D5A-106C-FC5B-D87D-37E7481DB0CE}"/>
              </a:ext>
            </a:extLst>
          </p:cNvPr>
          <p:cNvCxnSpPr/>
          <p:nvPr/>
        </p:nvCxnSpPr>
        <p:spPr>
          <a:xfrm>
            <a:off x="1716604" y="5766891"/>
            <a:ext cx="9704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F3A7D43-C392-ED20-C936-4D34D6BD40DD}"/>
              </a:ext>
            </a:extLst>
          </p:cNvPr>
          <p:cNvCxnSpPr/>
          <p:nvPr/>
        </p:nvCxnSpPr>
        <p:spPr>
          <a:xfrm>
            <a:off x="504883" y="6109090"/>
            <a:ext cx="4712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D45B6E3-4536-2362-249C-E2C2F07723EB}"/>
                  </a:ext>
                </a:extLst>
              </p14:cNvPr>
              <p14:cNvContentPartPr/>
              <p14:nvPr/>
            </p14:nvContentPartPr>
            <p14:xfrm>
              <a:off x="3252847" y="5452233"/>
              <a:ext cx="1478520" cy="4060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D45B6E3-4536-2362-249C-E2C2F07723E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44207" y="5443233"/>
                <a:ext cx="1496160" cy="423720"/>
              </a:xfrm>
              <a:prstGeom prst="rect">
                <a:avLst/>
              </a:prstGeom>
            </p:spPr>
          </p:pic>
        </mc:Fallback>
      </mc:AlternateContent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B3D09CE-2B70-99BA-309C-2B65CBC10FC2}"/>
              </a:ext>
            </a:extLst>
          </p:cNvPr>
          <p:cNvCxnSpPr/>
          <p:nvPr/>
        </p:nvCxnSpPr>
        <p:spPr>
          <a:xfrm>
            <a:off x="9115951" y="6311043"/>
            <a:ext cx="28385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80201E5-979D-15B6-3C78-FA8F9722F4B8}"/>
              </a:ext>
            </a:extLst>
          </p:cNvPr>
          <p:cNvCxnSpPr/>
          <p:nvPr/>
        </p:nvCxnSpPr>
        <p:spPr>
          <a:xfrm>
            <a:off x="5486400" y="6524216"/>
            <a:ext cx="36295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29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51" grpId="0"/>
      <p:bldP spid="68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4E53-D4A2-53C0-4098-84430DE5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text&#10;&#10;AI-generated content may be incorrect.">
            <a:extLst>
              <a:ext uri="{FF2B5EF4-FFF2-40B4-BE49-F238E27FC236}">
                <a16:creationId xmlns:a16="http://schemas.microsoft.com/office/drawing/2014/main" id="{36D01E54-FAB2-AB4D-31C7-0EC70177F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74" y="140634"/>
            <a:ext cx="5915326" cy="6518218"/>
          </a:xfrm>
        </p:spPr>
      </p:pic>
      <p:pic>
        <p:nvPicPr>
          <p:cNvPr id="3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E8E14439-8312-A883-2360-2DEA59897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633"/>
            <a:ext cx="5915326" cy="6585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B3327-1329-A1B9-4676-D2BA93FEE3E0}"/>
              </a:ext>
            </a:extLst>
          </p:cNvPr>
          <p:cNvSpPr txBox="1"/>
          <p:nvPr/>
        </p:nvSpPr>
        <p:spPr>
          <a:xfrm>
            <a:off x="6894463" y="6265189"/>
            <a:ext cx="69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82737A-5DD5-7648-CBB4-5F60EDDC8F99}"/>
              </a:ext>
            </a:extLst>
          </p:cNvPr>
          <p:cNvCxnSpPr/>
          <p:nvPr/>
        </p:nvCxnSpPr>
        <p:spPr>
          <a:xfrm>
            <a:off x="7859352" y="6546655"/>
            <a:ext cx="119431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F754AF-044F-5451-28AA-DEBA4E75F7FB}"/>
              </a:ext>
            </a:extLst>
          </p:cNvPr>
          <p:cNvCxnSpPr/>
          <p:nvPr/>
        </p:nvCxnSpPr>
        <p:spPr>
          <a:xfrm>
            <a:off x="10703529" y="6552265"/>
            <a:ext cx="74049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C1FDF9-293B-1B37-B0B3-1FFC84887211}"/>
              </a:ext>
            </a:extLst>
          </p:cNvPr>
          <p:cNvCxnSpPr/>
          <p:nvPr/>
        </p:nvCxnSpPr>
        <p:spPr>
          <a:xfrm>
            <a:off x="1161232" y="1391234"/>
            <a:ext cx="45663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47C9EF-E9DD-12F8-3BFD-502A60E5BA82}"/>
              </a:ext>
            </a:extLst>
          </p:cNvPr>
          <p:cNvCxnSpPr/>
          <p:nvPr/>
        </p:nvCxnSpPr>
        <p:spPr>
          <a:xfrm>
            <a:off x="235612" y="1739043"/>
            <a:ext cx="5329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4508F7-3D3B-781F-20F1-368E13B1B34F}"/>
              </a:ext>
            </a:extLst>
          </p:cNvPr>
          <p:cNvCxnSpPr/>
          <p:nvPr/>
        </p:nvCxnSpPr>
        <p:spPr>
          <a:xfrm>
            <a:off x="2541247" y="1750263"/>
            <a:ext cx="116684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31B544-A408-C2C5-5D8C-CB2FC1E9E4BA}"/>
              </a:ext>
            </a:extLst>
          </p:cNvPr>
          <p:cNvCxnSpPr/>
          <p:nvPr/>
        </p:nvCxnSpPr>
        <p:spPr>
          <a:xfrm>
            <a:off x="1750263" y="2367342"/>
            <a:ext cx="30124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8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BC51-EFFD-F796-7E7A-77AC2C66A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0245"/>
            <a:ext cx="10058400" cy="544153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– the main idea</a:t>
            </a:r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2B705BE6-25A9-CA06-B527-05EB3E7BF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27" y="740099"/>
            <a:ext cx="4169949" cy="5977655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0D1B43-A937-440E-E940-D05A0316E4AB}"/>
                  </a:ext>
                </a:extLst>
              </p14:cNvPr>
              <p14:cNvContentPartPr/>
              <p14:nvPr/>
            </p14:nvContentPartPr>
            <p14:xfrm>
              <a:off x="688567" y="5376273"/>
              <a:ext cx="249480" cy="25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0D1B43-A937-440E-E940-D05A0316E4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567" y="5367633"/>
                <a:ext cx="267120" cy="270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close-up of a paper&#10;&#10;AI-generated content may be incorrect.">
            <a:extLst>
              <a:ext uri="{FF2B5EF4-FFF2-40B4-BE49-F238E27FC236}">
                <a16:creationId xmlns:a16="http://schemas.microsoft.com/office/drawing/2014/main" id="{E9700C46-D2C7-04F8-8579-9AEF0BD7FB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955" y="3273435"/>
            <a:ext cx="6812074" cy="32451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20D894-25FC-51A6-8C43-5CC6B726C5F4}"/>
                  </a:ext>
                </a:extLst>
              </p14:cNvPr>
              <p14:cNvContentPartPr/>
              <p14:nvPr/>
            </p14:nvContentPartPr>
            <p14:xfrm>
              <a:off x="4897687" y="3170193"/>
              <a:ext cx="5402880" cy="727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20D894-25FC-51A6-8C43-5CC6B726C5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88687" y="3161553"/>
                <a:ext cx="5420520" cy="74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498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DF75-A552-F5F3-219D-BD695454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12196"/>
            <a:ext cx="10058400" cy="544152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2 - details</a:t>
            </a:r>
          </a:p>
        </p:txBody>
      </p:sp>
      <p:pic>
        <p:nvPicPr>
          <p:cNvPr id="5" name="Content Placeholder 4" descr="A green and white text with green and yellow text&#10;&#10;AI-generated content may be incorrect.">
            <a:extLst>
              <a:ext uri="{FF2B5EF4-FFF2-40B4-BE49-F238E27FC236}">
                <a16:creationId xmlns:a16="http://schemas.microsoft.com/office/drawing/2014/main" id="{8768A5A9-1150-FFEC-D1B8-FC0792CFE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84" y="696962"/>
            <a:ext cx="5123894" cy="6048842"/>
          </a:xfrm>
        </p:spPr>
      </p:pic>
    </p:spTree>
    <p:extLst>
      <p:ext uri="{BB962C8B-B14F-4D97-AF65-F5344CB8AC3E}">
        <p14:creationId xmlns:p14="http://schemas.microsoft.com/office/powerpoint/2010/main" val="346625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1266</TotalTime>
  <Words>167</Words>
  <Application>Microsoft Office PowerPoint</Application>
  <PresentationFormat>Widescreen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Rockwell</vt:lpstr>
      <vt:lpstr>Rockwell Condensed</vt:lpstr>
      <vt:lpstr>Wingdings</vt:lpstr>
      <vt:lpstr>Wood Type</vt:lpstr>
      <vt:lpstr>Unit 4 </vt:lpstr>
      <vt:lpstr>Question type 1 – multiple choice question </vt:lpstr>
      <vt:lpstr>MCQ - Main idea question </vt:lpstr>
      <vt:lpstr>Question type 1 – multiple choice question </vt:lpstr>
      <vt:lpstr> Reading 1 </vt:lpstr>
      <vt:lpstr>PowerPoint Presentation</vt:lpstr>
      <vt:lpstr>Language development </vt:lpstr>
      <vt:lpstr>Reading comprehension – the main idea</vt:lpstr>
      <vt:lpstr>Reading comprehension – the main idea</vt:lpstr>
      <vt:lpstr>Reading comprehension – a process</vt:lpstr>
      <vt:lpstr> Reading 2 </vt:lpstr>
      <vt:lpstr>Language development </vt:lpstr>
      <vt:lpstr>Language development </vt:lpstr>
      <vt:lpstr>Reading 2 – details – T/F/NG</vt:lpstr>
      <vt:lpstr>PowerPoint Presentation</vt:lpstr>
      <vt:lpstr>Reading 2 – the main idea</vt:lpstr>
      <vt:lpstr>Reading 2 -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9</cp:revision>
  <dcterms:created xsi:type="dcterms:W3CDTF">2025-12-03T07:35:40Z</dcterms:created>
  <dcterms:modified xsi:type="dcterms:W3CDTF">2025-12-11T11:16:30Z</dcterms:modified>
</cp:coreProperties>
</file>