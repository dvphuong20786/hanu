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2.3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0 163 6647 0 0,'2'1'2968'0'0,"-1"-1"-2937"0"0,0 1 0 0 0,0-1-1 0 0,0 1 1 0 0,0-1 0 0 0,0 1-1 0 0,0-1 1 0 0,0 0 0 0 0,0 0-1 0 0,0 0 1 0 0,0 0 0 0 0,0 1-1 0 0,0-1 1 0 0,0 0 0 0 0,0-1-1 0 0,0 1 1 0 0,0 0 0 0 0,1 0-1 0 0,0-1 98 0 0,9-2 160 0 0,67-11 2510 0 0,-76 13-2637 0 0,4 1 14 0 0,0-1 1 0 0,0 1-1 0 0,0-1 0 0 0,9-3 0 0 0,20-3 414 0 0,105-3 684 0 0,0 1-423 0 0,-81 5-547 0 0,-1 2 0 0 0,86 9 0 0 0,-14-4-117 0 0,-96-3-72 0 0,20 0 23 0 0,-5-1 165 0 0,95 10-1 0 0,-46 7-301 0 0,47 4 86 0 0,-121-16 50 0 0,27-1 0 0 0,1 0 61 0 0,-10-1-70 0 0,62-2 75 0 0,87-2 2 0 0,-32-6-76 0 0,-120 8-111 0 0,14 0 71 0 0,74 8-1 0 0,-122-7-78 0 0,16 0 36 0 0,28-1 5 0 0,32 1 178 0 0,-54 1-168 0 0,32-2 15 0 0,-29 0-11 0 0,-1-4 1 0 0,88 0 124 0 0,-76 4-179 0 0,-16 0 43 0 0,-22 1-53 0 0,14-3 0 0 0,35-5 0 0 0,-24 4 0 0 0,1 3 64 0 0,-16-1-64 0 0,6 0 5 0 0,11-1 46 0 0,-8-1-43 0 0,11 3 24 0 0,-20 0-17 0 0,-1 0-1 0 0,18-2 0 0 0,7-2 76 0 0,222-21 112 0 0,-135 15-68 0 0,122-7 72 0 0,-179 14-192 0 0,78-3-15 0 0,-2 0 54 0 0,-23 1 91 0 0,-1-1-53 0 0,371 22 149 0 0,-277 7-320 0 0,-115-15 80 0 0,11 2 0 0 0,-78-7 19 0 0,-1-2-1 0 0,38-3 1 0 0,-33 0-11 0 0,87-2 61 0 0,129-22 1 0 0,-84 7 0 0 0,-70 10-23 0 0,235-12 17 0 0,-183 18-64 0 0,30-1 0 0 0,-41-1 23 0 0,63-4 18 0 0,-125 5 23 0 0,-11 1-64 0 0,-12 1 0 0 0,282-8 64 0 0,-199 7-64 0 0,-123 3 0 0 0,13 0 7 0 0,3-1 50 0 0,-25 0-57 0 0,19 0 0 0 0,5 2 0 0 0,13 4 11 0 0,-32-6 15 0 0,-4 1-21 0 0,-1 0-1 0 0,0 1 1 0 0,0-1-1 0 0,1 1 1 0 0,4 1-1 0 0,30 2-4 0 0,-29-2 0 0 0,-6 0 0 0 0,0-1 0 0 0,0 0 0 0 0,0-1 0 0 0,0 1 0 0 0,0-1 0 0 0,5 0 0 0 0,104 14 0 0 0,-105-13 0 0 0,-1 0 0 0 0,1 0 0 0 0,15 0 0 0 0,-9-1 0 0 0,-7 1-1 0 0,27-2 66 0 0,-20 0-65 0 0,83 3 75 0 0,-83-2-33 0 0,-1-1-31 0 0,27 0 53 0 0,-16 1 0 0 0,-10 0-64 0 0,-2 1 11 0 0,-2-2 43 0 0,-6 1 5 0 0,6-2-47 0 0,3 1-12 0 0,0 1 0 0 0,-4 0 12 0 0,-5 0 36 0 0,4 0-212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4.5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 4143 0 0,'2'0'5790'0'0,"8"-1"-5250"0"0,20-4 539 0 0,0 2 1 0 0,1 1-1 0 0,-1 1 0 0 0,59 7 1 0 0,44 4-52 0 0,-93-9-807 0 0,76-2 619 0 0,-70-1-345 0 0,59 5 0 0 0,6 2-175 0 0,18 1 95 0 0,-15-2-190 0 0,-13-1-13 0 0,-20-1-38 0 0,37-4-21 0 0,-13 0-4 0 0,-2-2 11 0 0,28 0-8 0 0,6 0-14 0 0,94 3 214 0 0,-81-2 6 0 0,-77 2-267 0 0,90 3 28 0 0,24 7 141 0 0,-106-8-109 0 0,-59-2-98 0 0,-2-1 7 0 0,39-1 35 0 0,-55 3-53 0 0,49-5 33 0 0,-39 4-64 0 0,57-2 42 0 0,-42 2 0 0 0,12 1-42 0 0,3 0-11 0 0,-7 0 0 0 0,-13 1 0 0 0,-12 0 0 0 0,0 1 0 0 0,-2-1 11 0 0,-6-1 31 0 0,6 0-31 0 0,1 1-11 0 0,1 1 0 0 0,-1 2 0 0 0,3 1 0 0 0,11 3 0 0 0,-15-6 0 0 0,0-1 328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55.61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58 6071 0 0,'0'0'3334'0'0,"2"-1"-3092"0"0,15-2 99 0 0,0 0 0 0 0,0 1-1 0 0,0 0 1 0 0,1 2 0 0 0,-1 0 0 0 0,19 3-1 0 0,30 0 795 0 0,129 0 696 0 0,-104-4-1387 0 0,121 4 385 0 0,82 11-47 0 0,-5-10 346 0 0,-94 7-793 0 0,-100-4-233 0 0,76 5 102 0 0,-139-8-111 0 0,-25-3-63 0 0,0 0 0 0 0,1 0 0 0 0,-1 0 1 0 0,13-2-1 0 0,60-5 209 0 0,146-9 322 0 0,-34-2-136 0 0,-162 13-400 0 0,-13 2-4 0 0,1 0-1 0 0,18 1 1 0 0,5-1 96 0 0,-8 0 45 0 0,0-1 0 0 0,0-2 0 0 0,33-9 0 0 0,-2 1-18 0 0,36 0 71 0 0,-93 12-214 0 0,29-2 16 0 0,-5-1 38 0 0,59 1 1 0 0,5 4 114 0 0,-54-1-100 0 0,4-2 10 0 0,-4 1-80 0 0,-27 1 0 0 0,0 1 11 0 0,4 1 37 0 0,-12-2-31 0 0,23 0 96 0 0,-19 0-102 0 0,0 2 0 0 0,-5-1 31 0 0,4 0-20 0 0,-5-1 20 0 0,7 0-31 0 0,43 2 53 0 0,-23 0 0 0 0,-3-1 0 0 0,2-2 176 0 0,-17 1-224 0 0,3 0-16 0 0,4-2 0 0 0,5 4 0 0 0,-15-1 0 0 0,4 1 11 0 0,-1-1 31 0 0,2 0-31 0 0,-1-1-11 0 0,0 0 0 0 0,-1 0 0 0 0,0 0 0 0 0,0 0 0 0 0,16 3-985 0 0,-17-3-134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08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1099 186 4143 0 0,'0'0'6584'0'0,"-2"-1"-6504"0"0,-6-8-57 0 0,6 6 276 0 0,-1 1 0 0 0,1-1 0 0 0,-1 0 0 0 0,1 1 0 0 0,-1 0 0 0 0,-4-3 0 0 0,-34-15 1409 0 0,40 19-1268 0 0,-14-5-36 0 0,10 3-252 0 0,3 2 316 0 0,0 0-314 0 0,-6-3 6 0 0,5 3 174 0 0,1 0-162 0 0,-46-20 1376 0 0,46 20-1268 0 0,-1 0-152 0 0,-6-2-2 0 0,6 2 92 0 0,1 0-114 0 0,-43-13 696 0 0,43 13-584 0 0,-6-1-24 0 0,0 0 0 0 0,1 0 0 0 0,-1-1 0 0 0,-10-6 0 0 0,16 9-113 0 0,0-1 9 0 0,-17-6 73 0 0,17 6-83 0 0,0 1-22 0 0,-9-3 23 0 0,-61-18 592 0 0,64 17-577 0 0,4 2-95 0 0,-13 0 96 0 0,-19-1 92 0 0,10 1-1 0 0,-37-6 1 0 0,59 7-144 0 0,0 1 0 0 0,0-1 0 0 0,0 1-1 0 0,0 0 1 0 0,0 0 0 0 0,-8 1 0 0 0,-20 2 101 0 0,21-2-96 0 0,-8 0-35 0 0,6 3-6 0 0,10-2-4 0 0,-18 7 50 0 0,1 1 11 0 0,10-6-1 0 0,1 0-1 0 0,-1-1 0 0 0,0 0 1 0 0,-17 2-1 0 0,26-4 18 0 0,-1 0 0 0 0,-34 14 69 0 0,3 0-74 0 0,2 3-11 0 0,20-12-64 0 0,0 1 11 0 0,0-1 42 0 0,1-2 11 0 0,1 2 0 0 0,-1 1-11 0 0,3 0-31 0 0,4-4 20 0 0,-4 5-31 0 0,-8 7 54 0 0,7-8 114 0 0,-5 3-135 0 0,5-4-44 0 0,-5 3-14 0 0,10-6-28 0 0,-9 11 10 0 0,-11 14 104 0 0,14-18-72 0 0,1 1 0 0 0,1-1 0 0 0,0 2 0 0 0,2-1 0 0 0,-1 2 0 0 0,3-6 10 0 0,1-1-1 0 0,0 1 1 0 0,0 0 0 0 0,1 0-1 0 0,-1 8 1 0 0,-2 11 0 0 0,0-8-24 0 0,3-15 14 0 0,2 15 2 0 0,-1-17-2 0 0,0 6 9 0 0,0-1 1 0 0,0 1-1 0 0,1 0 0 0 0,0-1 1 0 0,1 1-1 0 0,-1-1 0 0 0,5 10 1 0 0,-3-8 40 0 0,-3-6-49 0 0,1 0-1 0 0,-1 0 0 0 0,1 0 0 0 0,-1 0 1 0 0,0-1-1 0 0,0 1 0 0 0,0 0 0 0 0,0 0 1 0 0,0 0-1 0 0,0 2 0 0 0,-1 0 0 0 0,0-3 0 0 0,1 0 0 0 0,0 0 0 0 0,0 0 0 0 0,0 0 0 0 0,0 0 0 0 0,0 0 0 0 0,0 0 0 0 0,0 0 0 0 0,0 0 0 0 0,0 0 0 0 0,0 0 0 0 0,1 0 0 0 0,-1 0 0 0 0,0 0 0 0 0,1 1 0 0 0,0 2 0 0 0,5 14 0 0 0,-4-12 3 0 0,12 20 61 0 0,-4-7-51 0 0,-6-12-13 0 0,15 21 0 0 0,-9-14 0 0 0,-10-13 0 0 0,23 18 0 0 0,-13-11 0 0 0,-1 0 0 0 0,1-1 11 0 0,0-1 31 0 0,61 36 86 0 0,-60-36-117 0 0,28 9 23 0 0,-9-4 7 0 0,-25-10 1 0 0,29 5 16 0 0,-24-4-41 0 0,10 1-17 0 0,18 2 0 0 0,26 3 136 0 0,-33-5-136 0 0,0-3 0 0 0,79-1 128 0 0,-83 1-128 0 0,-8 0 3 0 0,45-2 47 0 0,-51 2-39 0 0,0-3-11 0 0,1 2 11 0 0,11 0 43 0 0,-12-2-42 0 0,12-4 58 0 0,-12 4-28 0 0,-1-2-20 0 0,1 0 20 0 0,0 0-31 0 0,0 0 1 0 0,1 0 36 0 0,-13 5-47 0 0,1-1 0 0 0,0 0-1 0 0,-1 0 1 0 0,1 1 0 0 0,-1-1-1 0 0,1 1 1 0 0,0 0 0 0 0,-1-1 0 0 0,1 1-1 0 0,0 0 1 0 0,2 0 0 0 0,17-9 55 0 0,6-5 12 0 0,-8 1-50 0 0,-11 9 7 0 0,-1-1 0 0 0,1 0-1 0 0,-1-1 1 0 0,11-9 0 0 0,4-5-20 0 0,-12 11 27 0 0,-8 7 19 0 0,9-16-2 0 0,-8 15-40 0 0,-1-1-1 0 0,1 1 1 0 0,0-1 0 0 0,-1 0 0 0 0,0 0-1 0 0,0-1 1 0 0,0 1 0 0 0,0 0-1 0 0,-1-1 1 0 0,1 1 0 0 0,-1-1-1 0 0,0 1 1 0 0,0-10 0 0 0,1-5 8 0 0,-2 8 11 0 0,2-17-3 0 0,0 11-4 0 0,-1 1 1 0 0,-1-17-1 0 0,0 7 22 0 0,-1 1-1 0 0,-5-31 1 0 0,3 47-32 0 0,-11-58 53 0 0,7 48-11 0 0,-1-1-53 0 0,6 14 13 0 0,-14-18 38 0 0,13 19-51 0 0,0 3-5 0 0,2 1 3 0 0,-14-26 148 0 0,13 23-104 0 0,-4-6-31 0 0,-1 0-11 0 0,-1 0 0 0 0,-1 1 0 0 0,1 3 0 0 0,-4 1-115 0 0,8 4-153 0 0,-1 0-1 0 0,1 1 1 0 0,0 0-1 0 0,-7 0 1 0 0,-4 1-507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4:43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933 655 6391 0 0,'0'0'6700'0'0,"1"2"-6469"0"0,3 10 118 0 0,8-9-71 0 0,-9-2-180 0 0,9-3 105 0 0,39-6 994 0 0,-49 8-1017 0 0,23-5 776 0 0,-1 2-452 0 0,-22 3-408 0 0,1-1 2 0 0,36-3 580 0 0,-37 4-542 0 0,9-3 94 0 0,29-9 448 0 0,-38 12-587 0 0,11-5 150 0 0,-11 4-161 0 0,30-12 390 0 0,-30 12-380 0 0,15-13 182 0 0,1-1 224 0 0,-17 13-432 0 0,0 0 0 0 0,4-6 3 0 0,-1 0 10 0 0,-3 5-10 0 0,2-6-42 0 0,-2 7-5 0 0,0-1-1 0 0,0 0 0 0 0,0 1 1 0 0,0-1-1 0 0,0 0 0 0 0,-1 0 1 0 0,1 0-1 0 0,-1 1 0 0 0,0-1 1 0 0,0 0-1 0 0,0 0 1 0 0,0 0-1 0 0,0 0 0 0 0,-2-4 1 0 0,1 0 32 0 0,0 5-42 0 0,2-18 85 0 0,-1-13-22 0 0,0 15 67 0 0,2-23 1 0 0,-2 26-101 0 0,0-1 1 0 0,-1 1 0 0 0,0 0-1 0 0,-2 0 1 0 0,-3-16 0 0 0,2 23 59 0 0,-1-1 0 0 0,1 1 1 0 0,-1 0-1 0 0,-8-10 0 0 0,5 9-37 0 0,3 0 20 0 0,-2 0 0 0 0,1 1 0 0 0,-1 0 0 0 0,-1 0 0 0 0,-8-7 0 0 0,15 14-11 0 0,-1 0 0 0 0,-20-14 305 0 0,-1 0-1 0 0,-48-21 1 0 0,47 24-267 0 0,4 5-31 0 0,-12-1-2 0 0,-4-4 100 0 0,-29-9-27 0 0,59 19-125 0 0,0 1 1 0 0,0 0-1 0 0,1 0 0 0 0,-1 0 1 0 0,0 1-1 0 0,-8 0 1 0 0,-11-1 53 0 0,-1-3-67 0 0,-31-1 64 0 0,-29-3 100 0 0,17 2-105 0 0,10 3-66 0 0,54 2-5 0 0,-6 1-3 0 0,-8 2 18 0 0,-4 1 45 0 0,15-1-62 0 0,-28 5 15 0 0,-16-1 104 0 0,40-4-117 0 0,0 1 0 0 0,-1 2 11 0 0,1 0 31 0 0,1 2-31 0 0,1 2-11 0 0,0-2 11 0 0,-1 0 31 0 0,1 0-31 0 0,0-1-11 0 0,-1 2 0 0 0,1 0 0 0 0,-1 0 0 0 0,2-1 11 0 0,4-1 42 0 0,-24 14 0 0 0,21-17-42 0 0,2 1-14 0 0,-20 17 59 0 0,19-17-43 0 0,5-3-14 0 0,0 0 1 0 0,0 0 0 0 0,0 0 0 0 0,0 1 0 0 0,1-1 0 0 0,-1 1 0 0 0,0-1 0 0 0,1 1-1 0 0,-1-1 1 0 0,1 1 0 0 0,-2 2 0 0 0,-31 35 64 0 0,24-27-11 0 0,2 2-42 0 0,8-10-8 0 0,2 2-5 0 0,-9 12 1 0 0,-2-6 1 0 0,6-9 0 0 0,1 0 0 0 0,0-1 0 0 0,0 1 0 0 0,0-1 0 0 0,0 1 0 0 0,1-1 0 0 0,-1 1 0 0 0,0 4 0 0 0,-2-1 0 0 0,3-4 0 0 0,0 0 0 0 0,0 1 0 0 0,0-1 0 0 0,0 0 0 0 0,1 0 0 0 0,-1 1 0 0 0,1-1 0 0 0,-1 0 0 0 0,1 1 0 0 0,0-1 0 0 0,0 0 0 0 0,0 1 0 0 0,0-1 0 0 0,0 0 0 0 0,0 1 0 0 0,1-1 0 0 0,-1 0 0 0 0,1 1 0 0 0,-1-1 0 0 0,1 0 0 0 0,2 4 0 0 0,2 7 0 0 0,-3-2 0 0 0,-8 15 0 0 0,5-9-2 0 0,3-13 4 0 0,-1-3 9 0 0,0 7 13 0 0,10 13 5 0 0,-3-10-18 0 0,0-1 31 0 0,4 6-5 0 0,-11-15-33 0 0,16 15 83 0 0,-15-14-75 0 0,14 12-13 0 0,35 24 137 0 0,-47-35-127 0 0,15 7 82 0 0,-7-4-66 0 0,13 6 39 0 0,-20-9-50 0 0,-2-1 5 0 0,1 0-1 0 0,0 0 1 0 0,-1 0-1 0 0,1-1 0 0 0,0 0 1 0 0,5 2-1 0 0,25 12 5 0 0,-21-10 19 0 0,1-2-20 0 0,8 4 32 0 0,-14-6-40 0 0,5-1 24 0 0,-1 1-16 0 0,38 2 95 0 0,-35-3-117 0 0,-1 1 0 0 0,65 3 64 0 0,-30-6-53 0 0,-1-1 42 0 0,-30 3-52 0 0,40-5 62 0 0,-54 4-63 0 0,18 1 0 0 0,-8 1 2 0 0,29 3 46 0 0,2 2-34 0 0,-34-3-14 0 0,2-1 11 0 0,28-1 95 0 0,-18-1 22 0 0,2 2-53 0 0,-16-3-223 0 0,-8 0-617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0.567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12 3223 0 0,'26'-3'6275'0'0,"23"-3"-5326"0"0,-20 3-631 0 0,-27 3-66 0 0,1 0 10 0 0,84 2 2408 0 0,-82-2-2529 0 0,-1 1 1 0 0,1-1 0 0 0,-1 1 0 0 0,0 0-1 0 0,7 3 1 0 0,16 3 418 0 0,11-5 285 0 0,59-2 1 0 0,7-1 543 0 0,-72 3-1255 0 0,-5 0-7 0 0,10 4 28 0 0,17 6 102 0 0,-36-7-127 0 0,0-1 1 0 0,21 1-1 0 0,3 2 36 0 0,15 1-22 0 0,-35-6-29 0 0,-1 2 0 0 0,27 7 1 0 0,21 3 132 0 0,-35-7-72 0 0,108 16 380 0 0,-88-15-328 0 0,-4-3-84 0 0,69-1 79 0 0,-41-2-122 0 0,-47 0-64 0 0,6 0 73 0 0,-1-2 1 0 0,46-4-1 0 0,-9 2 83 0 0,-61 1-163 0 0,1 0-1 0 0,11-4 0 0 0,-21 5-31 0 0,22-4 64 0 0,16-4 61 0 0,-13 1-24 0 0,-17 5-54 0 0,34-12 66 0 0,7 1 26 0 0,-9 3-17 0 0,-4 1 36 0 0,17-2-17 0 0,-28 8-86 0 0,3-1-54 0 0,-18 3 44 0 0,33-12 107 0 0,-36 10-85 0 0,-6 2-6 0 0,7-3-36 0 0,5-3 17 0 0,-15 7-7 0 0,15-5 11 0 0,-5 3-44 0 0,-3 5 11 0 0,-6-2 15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4.77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45 4719 0 0,'0'0'663'0'0,"3"0"-582"0"0,26-5 3001 0 0,-1 8 315 0 0,42 8-895 0 0,-14-1-1533 0 0,0-3 0 0 0,88 0 0 0 0,66-11 183 0 0,-33 9-573 0 0,31 2-72 0 0,159-7 767 0 0,-322-2-1094 0 0,7-1 19 0 0,240-27 774 0 0,-180 19-930 0 0,89-13 50 0 0,-161 20-29 0 0,1 1 0 0 0,-18 0 108 0 0,43 1 0 0 0,-55 2-161 0 0,-7-1 31 0 0,6-1-31 0 0,2 2 0 0 0,-2 0 42 0 0,-8 0 83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7.27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5 2759 0 0,'0'0'7172'0'0,"16"9"-5048"0"0,10 3-10 0 0,-24-11-1790 0 0,14 4 318 0 0,1-2 0 0 0,0 0 0 0 0,-1 0 0 0 0,19-1 0 0 0,20 3 6 0 0,11-7-111 0 0,36 2 37 0 0,49-3 19 0 0,-129 3-464 0 0,34-5-1 0 0,11 0 77 0 0,-43 4-31 0 0,33-6 0 0 0,-33 3-62 0 0,35 0 1 0 0,-46 4-68 0 0,1-1 0 0 0,14-2 1 0 0,2 0 15 0 0,140-2 345 0 0,-148 4-385 0 0,1 0 45 0 0,18-2 97 0 0,-1 3 0 0 0,74 8-1 0 0,19 2 244 0 0,-108-10-346 0 0,-4 1 0 0 0,-6 0-1 0 0,1 0-40 0 0,28-2 0 0 0,-22 0 36 0 0,11 0-2 0 0,288 11 75 0 0,-247-8-64 0 0,23-2 0 0 0,-72 1-64 0 0,16-1 11 0 0,-10 0 42 0 0,20 0 64 0 0,-24 2-95 0 0,-22-2 20 0 0,7-1-20 0 0,3 0 20 0 0,1 1-20 0 0,-3 0 31 0 0,-8 0 0 0 0,8 0-42 0 0,-2 0 0 0 0,-1 2 286 0 0,-4-1-986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2.3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0 163 6647 0 0,'2'1'2968'0'0,"-1"-1"-2937"0"0,0 1 0 0 0,0-1-1 0 0,0 1 1 0 0,0-1 0 0 0,0 1-1 0 0,0-1 1 0 0,0 0 0 0 0,0 0-1 0 0,0 0 1 0 0,0 0 0 0 0,0 1-1 0 0,0-1 1 0 0,0 0 0 0 0,0-1-1 0 0,0 1 1 0 0,0 0 0 0 0,1 0-1 0 0,0-1 98 0 0,9-2 160 0 0,67-11 2510 0 0,-76 13-2637 0 0,4 1 14 0 0,0-1 1 0 0,0 1-1 0 0,0-1 0 0 0,9-3 0 0 0,20-3 414 0 0,105-3 684 0 0,0 1-423 0 0,-81 5-547 0 0,-1 2 0 0 0,86 9 0 0 0,-14-4-117 0 0,-96-3-72 0 0,20 0 23 0 0,-5-1 165 0 0,95 10-1 0 0,-46 7-301 0 0,47 4 86 0 0,-121-16 50 0 0,27-1 0 0 0,1 0 61 0 0,-10-1-70 0 0,62-2 75 0 0,87-2 2 0 0,-32-6-76 0 0,-120 8-111 0 0,14 0 71 0 0,74 8-1 0 0,-122-7-78 0 0,16 0 36 0 0,28-1 5 0 0,32 1 178 0 0,-54 1-168 0 0,32-2 15 0 0,-29 0-11 0 0,-1-4 1 0 0,88 0 124 0 0,-76 4-179 0 0,-16 0 43 0 0,-22 1-53 0 0,14-3 0 0 0,35-5 0 0 0,-24 4 0 0 0,1 3 64 0 0,-16-1-64 0 0,6 0 5 0 0,11-1 46 0 0,-8-1-43 0 0,11 3 24 0 0,-20 0-17 0 0,-1 0-1 0 0,18-2 0 0 0,7-2 76 0 0,222-21 112 0 0,-135 15-68 0 0,122-7 72 0 0,-179 14-192 0 0,78-3-15 0 0,-2 0 54 0 0,-23 1 91 0 0,-1-1-53 0 0,371 22 149 0 0,-277 7-320 0 0,-115-15 80 0 0,11 2 0 0 0,-78-7 19 0 0,-1-2-1 0 0,38-3 1 0 0,-33 0-11 0 0,87-2 61 0 0,129-22 1 0 0,-84 7 0 0 0,-70 10-23 0 0,235-12 17 0 0,-183 18-64 0 0,30-1 0 0 0,-41-1 23 0 0,63-4 18 0 0,-125 5 23 0 0,-11 1-64 0 0,-12 1 0 0 0,282-8 64 0 0,-199 7-64 0 0,-123 3 0 0 0,13 0 7 0 0,3-1 50 0 0,-25 0-57 0 0,19 0 0 0 0,5 2 0 0 0,13 4 11 0 0,-32-6 15 0 0,-4 1-21 0 0,-1 0-1 0 0,0 1 1 0 0,0-1-1 0 0,1 1 1 0 0,4 1-1 0 0,30 2-4 0 0,-29-2 0 0 0,-6 0 0 0 0,0-1 0 0 0,0 0 0 0 0,0-1 0 0 0,0 1 0 0 0,0-1 0 0 0,5 0 0 0 0,104 14 0 0 0,-105-13 0 0 0,-1 0 0 0 0,1 0 0 0 0,15 0 0 0 0,-9-1 0 0 0,-7 1-1 0 0,27-2 66 0 0,-20 0-65 0 0,83 3 75 0 0,-83-2-33 0 0,-1-1-31 0 0,27 0 53 0 0,-16 1 0 0 0,-10 0-64 0 0,-2 1 11 0 0,-2-2 43 0 0,-6 1 5 0 0,6-2-47 0 0,3 1-12 0 0,0 1 0 0 0,-4 0 12 0 0,-5 0 36 0 0,4 0-212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44.5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 4143 0 0,'2'0'5790'0'0,"8"-1"-5250"0"0,20-4 539 0 0,0 2 1 0 0,1 1-1 0 0,-1 1 0 0 0,59 7 1 0 0,44 4-52 0 0,-93-9-807 0 0,76-2 619 0 0,-70-1-345 0 0,59 5 0 0 0,6 2-175 0 0,18 1 95 0 0,-15-2-190 0 0,-13-1-13 0 0,-20-1-38 0 0,37-4-21 0 0,-13 0-4 0 0,-2-2 11 0 0,28 0-8 0 0,6 0-14 0 0,94 3 214 0 0,-81-2 6 0 0,-77 2-267 0 0,90 3 28 0 0,24 7 141 0 0,-106-8-109 0 0,-59-2-98 0 0,-2-1 7 0 0,39-1 35 0 0,-55 3-53 0 0,49-5 33 0 0,-39 4-64 0 0,57-2 42 0 0,-42 2 0 0 0,12 1-42 0 0,3 0-11 0 0,-7 0 0 0 0,-13 1 0 0 0,-12 0 0 0 0,0 1 0 0 0,-2-1 11 0 0,-6-1 31 0 0,6 0-31 0 0,1 1-11 0 0,1 1 0 0 0,-1 2 0 0 0,3 1 0 0 0,11 3 0 0 0,-15-6 0 0 0,0-1 328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1:55.612"/>
    </inkml:context>
    <inkml:brush xml:id="br0">
      <inkml:brushProperty name="width" value="0.3" units="cm"/>
      <inkml:brushProperty name="height" value="0.6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58 6071 0 0,'0'0'3334'0'0,"2"-1"-3092"0"0,15-2 99 0 0,0 0 0 0 0,0 1-1 0 0,0 0 1 0 0,1 2 0 0 0,-1 0 0 0 0,19 3-1 0 0,30 0 795 0 0,129 0 696 0 0,-104-4-1387 0 0,121 4 385 0 0,82 11-47 0 0,-5-10 346 0 0,-94 7-793 0 0,-100-4-233 0 0,76 5 102 0 0,-139-8-111 0 0,-25-3-63 0 0,0 0 0 0 0,1 0 0 0 0,-1 0 1 0 0,13-2-1 0 0,60-5 209 0 0,146-9 322 0 0,-34-2-136 0 0,-162 13-400 0 0,-13 2-4 0 0,1 0-1 0 0,18 1 1 0 0,5-1 96 0 0,-8 0 45 0 0,0-1 0 0 0,0-2 0 0 0,33-9 0 0 0,-2 1-18 0 0,36 0 71 0 0,-93 12-214 0 0,29-2 16 0 0,-5-1 38 0 0,59 1 1 0 0,5 4 114 0 0,-54-1-100 0 0,4-2 10 0 0,-4 1-80 0 0,-27 1 0 0 0,0 1 11 0 0,4 1 37 0 0,-12-2-31 0 0,23 0 96 0 0,-19 0-102 0 0,0 2 0 0 0,-5-1 31 0 0,4 0-20 0 0,-5-1 20 0 0,7 0-31 0 0,43 2 53 0 0,-23 0 0 0 0,-3-1 0 0 0,2-2 176 0 0,-17 1-224 0 0,3 0-16 0 0,4-2 0 0 0,5 4 0 0 0,-15-1 0 0 0,4 1 11 0 0,-1-1 31 0 0,2 0-31 0 0,-1-1-11 0 0,0 0 0 0 0,-1 0 0 0 0,0 0 0 0 0,0 0 0 0 0,16 3-985 0 0,-17-3-134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2:08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1099 186 4143 0 0,'0'0'6584'0'0,"-2"-1"-6504"0"0,-6-8-57 0 0,6 6 276 0 0,-1 1 0 0 0,1-1 0 0 0,-1 0 0 0 0,1 1 0 0 0,-1 0 0 0 0,-4-3 0 0 0,-34-15 1409 0 0,40 19-1268 0 0,-14-5-36 0 0,10 3-252 0 0,3 2 316 0 0,0 0-314 0 0,-6-3 6 0 0,5 3 174 0 0,1 0-162 0 0,-46-20 1376 0 0,46 20-1268 0 0,-1 0-152 0 0,-6-2-2 0 0,6 2 92 0 0,1 0-114 0 0,-43-13 696 0 0,43 13-584 0 0,-6-1-24 0 0,0 0 0 0 0,1 0 0 0 0,-1-1 0 0 0,-10-6 0 0 0,16 9-113 0 0,0-1 9 0 0,-17-6 73 0 0,17 6-83 0 0,0 1-22 0 0,-9-3 23 0 0,-61-18 592 0 0,64 17-577 0 0,4 2-95 0 0,-13 0 96 0 0,-19-1 92 0 0,10 1-1 0 0,-37-6 1 0 0,59 7-144 0 0,0 1 0 0 0,0-1 0 0 0,0 1-1 0 0,0 0 1 0 0,0 0 0 0 0,-8 1 0 0 0,-20 2 101 0 0,21-2-96 0 0,-8 0-35 0 0,6 3-6 0 0,10-2-4 0 0,-18 7 50 0 0,1 1 11 0 0,10-6-1 0 0,1 0-1 0 0,-1-1 0 0 0,0 0 1 0 0,-17 2-1 0 0,26-4 18 0 0,-1 0 0 0 0,-34 14 69 0 0,3 0-74 0 0,2 3-11 0 0,20-12-64 0 0,0 1 11 0 0,0-1 42 0 0,1-2 11 0 0,1 2 0 0 0,-1 1-11 0 0,3 0-31 0 0,4-4 20 0 0,-4 5-31 0 0,-8 7 54 0 0,7-8 114 0 0,-5 3-135 0 0,5-4-44 0 0,-5 3-14 0 0,10-6-28 0 0,-9 11 10 0 0,-11 14 104 0 0,14-18-72 0 0,1 1 0 0 0,1-1 0 0 0,0 2 0 0 0,2-1 0 0 0,-1 2 0 0 0,3-6 10 0 0,1-1-1 0 0,0 1 1 0 0,0 0 0 0 0,1 0-1 0 0,-1 8 1 0 0,-2 11 0 0 0,0-8-24 0 0,3-15 14 0 0,2 15 2 0 0,-1-17-2 0 0,0 6 9 0 0,0-1 1 0 0,0 1-1 0 0,1 0 0 0 0,0-1 1 0 0,1 1-1 0 0,-1-1 0 0 0,5 10 1 0 0,-3-8 40 0 0,-3-6-49 0 0,1 0-1 0 0,-1 0 0 0 0,1 0 0 0 0,-1 0 1 0 0,0-1-1 0 0,0 1 0 0 0,0 0 0 0 0,0 0 1 0 0,0 0-1 0 0,0 2 0 0 0,-1 0 0 0 0,0-3 0 0 0,1 0 0 0 0,0 0 0 0 0,0 0 0 0 0,0 0 0 0 0,0 0 0 0 0,0 0 0 0 0,0 0 0 0 0,0 0 0 0 0,0 0 0 0 0,0 0 0 0 0,0 0 0 0 0,1 0 0 0 0,-1 0 0 0 0,0 0 0 0 0,1 1 0 0 0,0 2 0 0 0,5 14 0 0 0,-4-12 3 0 0,12 20 61 0 0,-4-7-51 0 0,-6-12-13 0 0,15 21 0 0 0,-9-14 0 0 0,-10-13 0 0 0,23 18 0 0 0,-13-11 0 0 0,-1 0 0 0 0,1-1 11 0 0,0-1 31 0 0,61 36 86 0 0,-60-36-117 0 0,28 9 23 0 0,-9-4 7 0 0,-25-10 1 0 0,29 5 16 0 0,-24-4-41 0 0,10 1-17 0 0,18 2 0 0 0,26 3 136 0 0,-33-5-136 0 0,0-3 0 0 0,79-1 128 0 0,-83 1-128 0 0,-8 0 3 0 0,45-2 47 0 0,-51 2-39 0 0,0-3-11 0 0,1 2 11 0 0,11 0 43 0 0,-12-2-42 0 0,12-4 58 0 0,-12 4-28 0 0,-1-2-20 0 0,1 0 20 0 0,0 0-31 0 0,0 0 1 0 0,1 0 36 0 0,-13 5-47 0 0,1-1 0 0 0,0 0-1 0 0,-1 0 1 0 0,1 1 0 0 0,-1-1-1 0 0,1 1 1 0 0,0 0 0 0 0,-1-1 0 0 0,1 1-1 0 0,0 0 1 0 0,2 0 0 0 0,17-9 55 0 0,6-5 12 0 0,-8 1-50 0 0,-11 9 7 0 0,-1-1 0 0 0,1 0-1 0 0,-1-1 1 0 0,11-9 0 0 0,4-5-20 0 0,-12 11 27 0 0,-8 7 19 0 0,9-16-2 0 0,-8 15-40 0 0,-1-1-1 0 0,1 1 1 0 0,0-1 0 0 0,-1 0 0 0 0,0 0-1 0 0,0-1 1 0 0,0 1 0 0 0,0 0-1 0 0,-1-1 1 0 0,1 1 0 0 0,-1-1-1 0 0,0 1 1 0 0,0-10 0 0 0,1-5 8 0 0,-2 8 11 0 0,2-17-3 0 0,0 11-4 0 0,-1 1 1 0 0,-1-17-1 0 0,0 7 22 0 0,-1 1-1 0 0,-5-31 1 0 0,3 47-32 0 0,-11-58 53 0 0,7 48-11 0 0,-1-1-53 0 0,6 14 13 0 0,-14-18 38 0 0,13 19-51 0 0,0 3-5 0 0,2 1 3 0 0,-14-26 148 0 0,13 23-104 0 0,-4-6-31 0 0,-1 0-11 0 0,-1 0 0 0 0,-1 1 0 0 0,1 3 0 0 0,-4 1-115 0 0,8 4-153 0 0,-1 0-1 0 0,1 1 1 0 0,0 0-1 0 0,-7 0 1 0 0,-4 1-507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4:36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991 76 5351 0 0,'0'0'1162'0'0,"-3"0"-513"0"0,-10 3 5884 0 0,-5-16-3389 0 0,15 12-3000 0 0,-16-9 288 0 0,18 9 168 0 0,-1 0-449 0 0,-41-18 1554 0 0,42 18-1383 0 0,-1 0-148 0 0,-45-19 1185 0 0,45 20-1270 0 0,0-1-1 0 0,-13-3 125 0 0,1 2 0 0 0,0 0 0 0 0,-1 0-1 0 0,-21 1 1 0 0,33 1-133 0 0,1 0 0 0 0,-21 0 160 0 0,20 0-160 0 0,1 0 0 0 0,-115 6 952 0 0,6-2-464 0 0,74-6-376 0 0,-14 2-56 0 0,-6 1-60 0 0,22 2-16 0 0,31-4-42 0 0,-23 6 28 0 0,-5 1 83 0 0,16-3-35 0 0,13-2-80 0 0,-14 7 74 0 0,3-3-76 0 0,10-3-10 0 0,-7 8 48 0 0,8-7-42 0 0,-19 15-5 0 0,13-11-3 0 0,-18 11 5 0 0,23-15 19 0 0,0 0 1 0 0,-1 0 0 0 0,1 0-1 0 0,-7 7 1 0 0,-3 2 2 0 0,13-12-9 0 0,-10 15 1 0 0,3-4-19 0 0,1 0 0 0 0,1 0 0 0 0,1 1 0 0 0,-1-1 0 0 0,1 0 11 0 0,3-7 31 0 0,-3 8-31 0 0,2 3-11 0 0,-2 3 5 0 0,5-16 5 0 0,-3 34 28 0 0,2-22-27 0 0,1-1-11 0 0,2 9 20 0 0,2 1 13 0 0,-3-10-19 0 0,0-8-21 0 0,7 16 86 0 0,-2-6-26 0 0,8 12 0 0 0,-14-24-45 0 0,9 12 6 0 0,0 1 40 0 0,-6-13-54 0 0,9 9 52 0 0,-8-9-43 0 0,10 12 46 0 0,-13-14-54 0 0,-1 0-1 0 0,1-1 0 0 0,0 1 1 0 0,0 0-1 0 0,-1-1 0 0 0,1 1 0 0 0,0 0 1 0 0,-1 0-1 0 0,1 0 0 0 0,-1 0 1 0 0,1-1-1 0 0,-1 1 0 0 0,0 0 0 0 0,1 0 1 0 0,-1 0-1 0 0,1 1 0 0 0,16 15 123 0 0,1-3-112 0 0,3 1 64 0 0,-11-8-33 0 0,5 3-38 0 0,25 6 120 0 0,-24-10-113 0 0,-1 1-11 0 0,26 7 11 0 0,-35-12-1 0 0,-2-1 13 0 0,20 3-3 0 0,7 2-20 0 0,-1-2 0 0 0,13 1 0 0 0,1 2 0 0 0,6-5 0 0 0,3 3 0 0 0,-25-2 64 0 0,-10-2-64 0 0,-14-2 0 0 0,35 2 0 0 0,-13 1 64 0 0,-13-2-64 0 0,5 0 0 0 0,-18 0 0 0 0,33-5 0 0 0,-19 3 0 0 0,0-1 0 0 0,-2 2 11 0 0,-7 0 31 0 0,5-2-31 0 0,3 0-11 0 0,-1-2 0 0 0,1 0 0 0 0,4-1 13 0 0,-15 5 8 0 0,17-10 9 0 0,-8 4-30 0 0,3-2-3 0 0,-13 5 11 0 0,21-15 62 0 0,-17 15-52 0 0,-3 2-14 0 0,0 1-1 0 0,-1 0 0 0 0,1-1 0 0 0,0 0 0 0 0,-1 1 0 0 0,1-1 0 0 0,-1 0 1 0 0,0 0-1 0 0,0 0 0 0 0,2-2 0 0 0,18-35 61 0 0,-11 17-64 0 0,17-43 128 0 0,-19 42-128 0 0,1 0 0 0 0,-7 19 0 0 0,-1 0 0 0 0,1 1 0 0 0,-1-1 0 0 0,0 0 0 0 0,0 0 0 0 0,0 0 0 0 0,0-6 0 0 0,1-5 0 0 0,3-11 0 0 0,-4 23 4 0 0,0 0 0 0 0,-1-1 0 0 0,1 1 0 0 0,-1 0 1 0 0,1-1-1 0 0,-1 1 0 0 0,0-1 0 0 0,-1 1 0 0 0,1 0 0 0 0,-1-5 0 0 0,-3-19 15 0 0,3 22-19 0 0,0-5 27 0 0,-2 7-2 0 0,-5-21-13 0 0,5 13-12 0 0,-5-31 0 0 0,6 34 11 0 0,1 5 31 0 0,-2-6-31 0 0,-5-7-11 0 0,5 14 0 0 0,-9-18 0 0 0,11 15 0 0 0,-9-12 0 0 0,1 7 0 0 0,-2 4 0 0 0,0 0 0 0 0,-4-1-95 0 0,10 8 27 0 0,2 0 8 0 0,-4-1-454 0 0,-1 1 0 0 0,1 0-1 0 0,-10 2 1 0 0,15-2-1070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4:43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933 655 6391 0 0,'0'0'6700'0'0,"1"2"-6469"0"0,3 10 118 0 0,8-9-71 0 0,-9-2-180 0 0,9-3 105 0 0,39-6 994 0 0,-49 8-1017 0 0,23-5 776 0 0,-1 2-452 0 0,-22 3-408 0 0,1-1 2 0 0,36-3 580 0 0,-37 4-542 0 0,9-3 94 0 0,29-9 448 0 0,-38 12-587 0 0,11-5 150 0 0,-11 4-161 0 0,30-12 390 0 0,-30 12-380 0 0,15-13 182 0 0,1-1 224 0 0,-17 13-432 0 0,0 0 0 0 0,4-6 3 0 0,-1 0 10 0 0,-3 5-10 0 0,2-6-42 0 0,-2 7-5 0 0,0-1-1 0 0,0 0 0 0 0,0 1 1 0 0,0-1-1 0 0,0 0 0 0 0,-1 0 1 0 0,1 0-1 0 0,-1 1 0 0 0,0-1 1 0 0,0 0-1 0 0,0 0 1 0 0,0 0-1 0 0,0 0 0 0 0,-2-4 1 0 0,1 0 32 0 0,0 5-42 0 0,2-18 85 0 0,-1-13-22 0 0,0 15 67 0 0,2-23 1 0 0,-2 26-101 0 0,0-1 1 0 0,-1 1 0 0 0,0 0-1 0 0,-2 0 1 0 0,-3-16 0 0 0,2 23 59 0 0,-1-1 0 0 0,1 1 1 0 0,-1 0-1 0 0,-8-10 0 0 0,5 9-37 0 0,3 0 20 0 0,-2 0 0 0 0,1 1 0 0 0,-1 0 0 0 0,-1 0 0 0 0,-8-7 0 0 0,15 14-11 0 0,-1 0 0 0 0,-20-14 305 0 0,-1 0-1 0 0,-48-21 1 0 0,47 24-267 0 0,4 5-31 0 0,-12-1-2 0 0,-4-4 100 0 0,-29-9-27 0 0,59 19-125 0 0,0 1 1 0 0,0 0-1 0 0,1 0 0 0 0,-1 0 1 0 0,0 1-1 0 0,-8 0 1 0 0,-11-1 53 0 0,-1-3-67 0 0,-31-1 64 0 0,-29-3 100 0 0,17 2-105 0 0,10 3-66 0 0,54 2-5 0 0,-6 1-3 0 0,-8 2 18 0 0,-4 1 45 0 0,15-1-62 0 0,-28 5 15 0 0,-16-1 104 0 0,40-4-117 0 0,0 1 0 0 0,-1 2 11 0 0,1 0 31 0 0,1 2-31 0 0,1 2-11 0 0,0-2 11 0 0,-1 0 31 0 0,1 0-31 0 0,0-1-11 0 0,-1 2 0 0 0,1 0 0 0 0,-1 0 0 0 0,2-1 11 0 0,4-1 42 0 0,-24 14 0 0 0,21-17-42 0 0,2 1-14 0 0,-20 17 59 0 0,19-17-43 0 0,5-3-14 0 0,0 0 1 0 0,0 0 0 0 0,0 0 0 0 0,0 1 0 0 0,1-1 0 0 0,-1 1 0 0 0,0-1 0 0 0,1 1-1 0 0,-1-1 1 0 0,1 1 0 0 0,-2 2 0 0 0,-31 35 64 0 0,24-27-11 0 0,2 2-42 0 0,8-10-8 0 0,2 2-5 0 0,-9 12 1 0 0,-2-6 1 0 0,6-9 0 0 0,1 0 0 0 0,0-1 0 0 0,0 1 0 0 0,0-1 0 0 0,0 1 0 0 0,1-1 0 0 0,-1 1 0 0 0,0 4 0 0 0,-2-1 0 0 0,3-4 0 0 0,0 0 0 0 0,0 1 0 0 0,0-1 0 0 0,0 0 0 0 0,1 0 0 0 0,-1 1 0 0 0,1-1 0 0 0,-1 0 0 0 0,1 1 0 0 0,0-1 0 0 0,0 0 0 0 0,0 1 0 0 0,0-1 0 0 0,0 0 0 0 0,0 1 0 0 0,1-1 0 0 0,-1 0 0 0 0,1 1 0 0 0,-1-1 0 0 0,1 0 0 0 0,2 4 0 0 0,2 7 0 0 0,-3-2 0 0 0,-8 15 0 0 0,5-9-2 0 0,3-13 4 0 0,-1-3 9 0 0,0 7 13 0 0,10 13 5 0 0,-3-10-18 0 0,0-1 31 0 0,4 6-5 0 0,-11-15-33 0 0,16 15 83 0 0,-15-14-75 0 0,14 12-13 0 0,35 24 137 0 0,-47-35-127 0 0,15 7 82 0 0,-7-4-66 0 0,13 6 39 0 0,-20-9-50 0 0,-2-1 5 0 0,1 0-1 0 0,0 0 1 0 0,-1 0-1 0 0,1-1 0 0 0,0 0 1 0 0,5 2-1 0 0,25 12 5 0 0,-21-10 19 0 0,1-2-20 0 0,8 4 32 0 0,-14-6-40 0 0,5-1 24 0 0,-1 1-16 0 0,38 2 95 0 0,-35-3-117 0 0,-1 1 0 0 0,65 3 64 0 0,-30-6-53 0 0,-1-1 42 0 0,-30 3-52 0 0,40-5 62 0 0,-54 4-63 0 0,18 1 0 0 0,-8 1 2 0 0,29 3 46 0 0,2 2-34 0 0,-34-3-14 0 0,2-1 11 0 0,28-1 95 0 0,-18-1 22 0 0,2 2-53 0 0,-16-3-223 0 0,-8 0-617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4:46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927 586 7631 0 0,'0'0'1216'0'0,"2"-1"-758"0"0,4 0 245 0 0,18-4 6408 0 0,-19 4-7647 0 0,-3 0 1168 0 0,10 1-96 0 0,-9 0-280 0 0,-1 0-115 0 0,1 0 0 0 0,-1 0 0 0 0,1 0 0 0 0,-1 0 0 0 0,1-1 0 0 0,-1 0 0 0 0,4 0 0 0 0,16-4 770 0 0,-16 4-762 0 0,0 0 1 0 0,0-1-1 0 0,0 0 1 0 0,0 0-1 0 0,-1 0 1 0 0,1-1-1 0 0,0 0 0 0 0,-1 0 1 0 0,0 0-1 0 0,0-1 1 0 0,9-8-1 0 0,-12 11-65 0 0,16-26 304 0 0,-16 26-324 0 0,7-12 80 0 0,19-26 220 0 0,-10 12-208 0 0,-15 22-94 0 0,5-23 129 0 0,-7 23-160 0 0,0 0-1 0 0,0 0 1 0 0,-1 0-1 0 0,0 0 1 0 0,1 0-1 0 0,-2 0 1 0 0,1 0-1 0 0,-1 0 0 0 0,1 0 1 0 0,-1 0-1 0 0,-2-6 1 0 0,2 10-14 0 0,1 0-1 0 0,-1-1 1 0 0,0 1 0 0 0,1 0 0 0 0,-1-1 0 0 0,0 1-1 0 0,0 0 1 0 0,0 0 0 0 0,0 0 0 0 0,0-1-1 0 0,-2 0 1 0 0,0-1 42 0 0,-19-23 127 0 0,14 16-142 0 0,-13-18 192 0 0,17 22-208 0 0,2 2-11 0 0,0 1 0 0 0,-1 0 0 0 0,1 1 1 0 0,-1-1-1 0 0,0 0 0 0 0,0 1 1 0 0,-3-3-1 0 0,-10-8 107 0 0,-19-11-1 0 0,1 0 50 0 0,15 11 0 0 0,13 9-151 0 0,-27-17 148 0 0,3 3-26 0 0,1 6-19 0 0,-1 1 1 0 0,0 1-1 0 0,-45-8 0 0 0,56 14-47 0 0,-70-18 303 0 0,22 11-181 0 0,55 7-173 0 0,9 4-2 0 0,-11 0-13 0 0,10-1-13 0 0,-24 3 134 0 0,-3-3 11 0 0,21 1-120 0 0,-24 2 100 0 0,9 0-113 0 0,-2-1 42 0 0,20-1-38 0 0,4 0-11 0 0,1 0 0 0 0,-1 0 0 0 0,1 0 0 0 0,-1 1 0 0 0,1-1 1 0 0,-1 0-1 0 0,1 1 0 0 0,0 0 0 0 0,-1 0 0 0 0,1 0 0 0 0,-3 1 0 0 0,-33 13-4 0 0,30-12 1 0 0,-11 5 24 0 0,-4 4 2 0 0,14-7-12 0 0,1-1 0 0 0,-1 1 0 0 0,1 1 0 0 0,-13 11 0 0 0,18-14-15 0 0,0 0 0 0 0,-1-1 0 0 0,1 1 0 0 0,-1 0 0 0 0,-6 2 0 0 0,-7 4 0 0 0,-16 10 0 0 0,23-10 0 0 0,6-2 0 0 0,3-5 0 0 0,-1 0 0 0 0,1 0 0 0 0,0 0 0 0 0,0 0 0 0 0,-1 0 0 0 0,0 0 0 0 0,1-1 0 0 0,-1 1 0 0 0,0-1 0 0 0,1 1 0 0 0,-4 1 0 0 0,-17 14 0 0 0,13-8 0 0 0,6 7 0 0 0,1-3-25 0 0,1-12 9 0 0,0 0 1 0 0,1 0-1 0 0,-1 0 1 0 0,0 0 0 0 0,0 0-1 0 0,0 0 1 0 0,0 0-1 0 0,0 0 1 0 0,0 0 0 0 0,0-1-1 0 0,-1 1 1 0 0,1 0-1 0 0,0-1 1 0 0,0 1-1 0 0,-1-1 1 0 0,1 1 0 0 0,0-1-1 0 0,-3 1 1 0 0,-2 0-42 0 0,5 0 104 0 0,-1 0 66 0 0,0 0-70 0 0,-9 16 169 0 0,5-6-212 0 0,1 0 0 0 0,2 1 0 0 0,-1 3 0 0 0,4-10 0 0 0,2 12 0 0 0,0-4 0 0 0,1 0 0 0 0,3 1 0 0 0,0-1 0 0 0,1-1 0 0 0,1-1 0 0 0,4 3 0 0 0,-3-5 0 0 0,7 4 0 0 0,-6-7 0 0 0,28 14 64 0 0,-4-1 11 0 0,-28-16-25 0 0,-4-2-47 0 0,16 4 8 0 0,4 3 42 0 0,15 4 71 0 0,-17-3-112 0 0,5-2 52 0 0,-11-4-64 0 0,5 1 24 0 0,-18-4-6 0 0,18 0 4 0 0,8 1-11 0 0,10-1 53 0 0,-33 1-22 0 0,7 0-31 0 0,4 1-11 0 0,1-1 0 0 0,-2 1 0 0 0,1-1 0 0 0,1 1 0 0 0,0 0 0 0 0,-1-1 0 0 0,-3 1 4 0 0,-1-1-10 0 0,28-1 72 0 0,-23 0-66 0 0,-1-1 0 0 0,0 1 0 0 0,-1 1 0 0 0,0 1 0 0 0,0 0 11 0 0,-5-2 16 0 0,27 3-1 0 0,-23-1-26 0 0,0 0 0 0 0,1-1 0 0 0,0 1 0 0 0,-2 1 0 0 0,4-1 0 0 0,-13-2 0 0 0,1-1 0 0 0,21 5 0 0 0,2 1 64 0 0,-4-2 0 0 0,-13-3-53 0 0,-7 0 31 0 0,4 0-19 0 0,32 0 165 0 0,-29 0-268 0 0,-8 0-336 0 0,4-1-823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0.567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12 3223 0 0,'26'-3'6275'0'0,"23"-3"-5326"0"0,-20 3-631 0 0,-27 3-66 0 0,1 0 10 0 0,84 2 2408 0 0,-82-2-2529 0 0,-1 1 1 0 0,1-1 0 0 0,-1 1 0 0 0,0 0-1 0 0,7 3 1 0 0,16 3 418 0 0,11-5 285 0 0,59-2 1 0 0,7-1 543 0 0,-72 3-1255 0 0,-5 0-7 0 0,10 4 28 0 0,17 6 102 0 0,-36-7-127 0 0,0-1 1 0 0,21 1-1 0 0,3 2 36 0 0,15 1-22 0 0,-35-6-29 0 0,-1 2 0 0 0,27 7 1 0 0,21 3 132 0 0,-35-7-72 0 0,108 16 380 0 0,-88-15-328 0 0,-4-3-84 0 0,69-1 79 0 0,-41-2-122 0 0,-47 0-64 0 0,6 0 73 0 0,-1-2 1 0 0,46-4-1 0 0,-9 2 83 0 0,-61 1-163 0 0,1 0-1 0 0,11-4 0 0 0,-21 5-31 0 0,22-4 64 0 0,16-4 61 0 0,-13 1-24 0 0,-17 5-54 0 0,34-12 66 0 0,7 1 26 0 0,-9 3-17 0 0,-4 1 36 0 0,17-2-17 0 0,-28 8-86 0 0,3-1-54 0 0,-18 3 44 0 0,33-12 107 0 0,-36 10-85 0 0,-6 2-6 0 0,7-3-36 0 0,5-3 17 0 0,-15 7-7 0 0,15-5 11 0 0,-5 3-44 0 0,-3 5 11 0 0,-6-2 15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4.77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45 4719 0 0,'0'0'663'0'0,"3"0"-582"0"0,26-5 3001 0 0,-1 8 315 0 0,42 8-895 0 0,-14-1-1533 0 0,0-3 0 0 0,88 0 0 0 0,66-11 183 0 0,-33 9-573 0 0,31 2-72 0 0,159-7 767 0 0,-322-2-1094 0 0,7-1 19 0 0,240-27 774 0 0,-180 19-930 0 0,89-13 50 0 0,-161 20-29 0 0,1 1 0 0 0,-18 0 108 0 0,43 1 0 0 0,-55 2-161 0 0,-7-1 31 0 0,6-1-31 0 0,2 2 0 0 0,-2 0 42 0 0,-8 0 83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45:07.27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5 2759 0 0,'0'0'7172'0'0,"16"9"-5048"0"0,10 3-10 0 0,-24-11-1790 0 0,14 4 318 0 0,1-2 0 0 0,0 0 0 0 0,-1 0 0 0 0,19-1 0 0 0,20 3 6 0 0,11-7-111 0 0,36 2 37 0 0,49-3 19 0 0,-129 3-464 0 0,34-5-1 0 0,11 0 77 0 0,-43 4-31 0 0,33-6 0 0 0,-33 3-62 0 0,35 0 1 0 0,-46 4-68 0 0,1-1 0 0 0,14-2 1 0 0,2 0 15 0 0,140-2 345 0 0,-148 4-385 0 0,1 0 45 0 0,18-2 97 0 0,-1 3 0 0 0,74 8-1 0 0,19 2 244 0 0,-108-10-346 0 0,-4 1 0 0 0,-6 0-1 0 0,1 0-40 0 0,28-2 0 0 0,-22 0 36 0 0,11 0-2 0 0,288 11 75 0 0,-247-8-64 0 0,23-2 0 0 0,-72 1-64 0 0,16-1 11 0 0,-10 0 42 0 0,20 0 64 0 0,-24 2-95 0 0,-22-2 20 0 0,7-1-20 0 0,3 0 20 0 0,1 1-20 0 0,-3 0 31 0 0,-8 0 0 0 0,8 0-42 0 0,-2 0 0 0 0,-1 2 286 0 0,-4-1-986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0:32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1321 143 3223 0 0,'0'0'2698'0'0,"0"-3"-2472"0"0,0 2-191 0 0,0 0 0 0 0,0 1 0 0 0,0-1 0 0 0,0 0 0 0 0,-1 0 0 0 0,1 1 0 0 0,0-1 0 0 0,0 0-1 0 0,-1 0 1 0 0,1 1 0 0 0,-1-1 0 0 0,1 0 0 0 0,0 1 0 0 0,-1-1 0 0 0,1 0 0 0 0,-1 1 0 0 0,1-1 0 0 0,-1 1-1 0 0,0-1 1 0 0,1 1 0 0 0,-1-1 0 0 0,0 1 0 0 0,1-1 0 0 0,-1 1 0 0 0,0-1 0 0 0,0 1 0 0 0,-2-1 340 0 0,0 0 1 0 0,0 0-1 0 0,0 0 1 0 0,0 1-1 0 0,0 0 1 0 0,0-1-1 0 0,-4 1 1 0 0,-20-1 985 0 0,25 1-1161 0 0,-9-4 400 0 0,-2-2 65 0 0,10 5-534 0 0,1-1 1 0 0,0 1-1 0 0,-1 0 1 0 0,1 1-1 0 0,0-1 1 0 0,-1 0-1 0 0,1 1 1 0 0,-1-1-1 0 0,0 1 1 0 0,-2-1-1 0 0,-30-12 914 0 0,15 9-469 0 0,-27-9-1 0 0,26 6-227 0 0,-20-7 133 0 0,39 13-391 0 0,-16-5 196 0 0,7 2-80 0 0,-1 1-1 0 0,-15-3 1 0 0,-10-2-25 0 0,-3 5 49 0 0,24 2-122 0 0,-19 1 74 0 0,-6-3 82 0 0,-53-2 200 0 0,76 4-397 0 0,-12 1 26 0 0,26 0-76 0 0,0 0 0 0 0,0 0 0 0 0,0 0 0 0 0,0 0 1 0 0,-7-3-1 0 0,-17 0 74 0 0,-7 4 49 0 0,-17 2 38 0 0,-6-2 27 0 0,35-3-140 0 0,20 2-58 0 0,1-1 0 0 0,-1 1 0 0 0,1 0 0 0 0,-1 0 0 0 0,1 0 0 0 0,-1 0 0 0 0,1 0 0 0 0,-3 1 0 0 0,-22 1 110 0 0,-34 9 114 0 0,59-10-202 0 0,-4-1 13 0 0,-9-4 55 0 0,9 4-44 0 0,-1 0 0 0 0,0 0 0 0 0,0 0 0 0 0,1 1 0 0 0,-1 0 0 0 0,0 0 0 0 0,-10 4 0 0 0,11-3-12 0 0,-28 8 455 0 0,0 4-373 0 0,22-10-81 0 0,0 3-31 0 0,2-1 0 0 0,6-2 31 0 0,-8 5-31 0 0,2-1 0 0 0,-13 16 117 0 0,2-2-38 0 0,2 1 22 0 0,5 2 427 0 0,10-13-386 0 0,-3 21-237 0 0,6-26 39 0 0,1-5-35 0 0,0 1 13 0 0,-2 11 54 0 0,2-10 10 0 0,0 11 6 0 0,0-11 17 0 0,0 0 11 0 0,3 15-18 0 0,0 8 46 0 0,-2-19-33 0 0,-1 0 0 0 0,2 0 0 0 0,-1 0 1 0 0,1 0-1 0 0,3 9 0 0 0,10 19 92 0 0,-10-26-4 0 0,-4-8-10 0 0,5 11 53 0 0,-6-9-147 0 0,2-1-11 0 0,13 7 102 0 0,-5 0-45 0 0,27 53 160 0 0,-32-57-170 0 0,0 0 0 0 0,0-1 0 0 0,0 1 0 0 0,0-1 0 0 0,7 5 0 0 0,-10-9-34 0 0,0 0-1 0 0,0 1 0 0 0,0-1 0 0 0,0 0 1 0 0,0 0-1 0 0,0 0 0 0 0,0 0 1 0 0,0-1-1 0 0,0 1 0 0 0,1 0 1 0 0,-1-1-1 0 0,0 0 0 0 0,0 1 1 0 0,1-1-1 0 0,-1 0 0 0 0,0 0 0 0 0,5-1 1 0 0,-7 1-12 0 0,0 0 1 0 0,0 0-1 0 0,0-1 1 0 0,1 1-1 0 0,-1 0 0 0 0,0 0 1 0 0,0 0-1 0 0,1 0 1 0 0,-1 0-1 0 0,0 0 0 0 0,0 0 1 0 0,1 0-1 0 0,-1 0 1 0 0,0 0-1 0 0,0-1 1 0 0,1 1-1 0 0,-1 0 0 0 0,0 0 1 0 0,0 1-1 0 0,1-1 1 0 0,-1 0-1 0 0,0 0 1 0 0,0 0-1 0 0,1 0 0 0 0,-1 0 1 0 0,0 0-1 0 0,0 0 1 0 0,1 0-1 0 0,-1 0 1 0 0,0 1-1 0 0,0-1 0 0 0,1 0 1 0 0,-1 0-1 0 0,0 0 1 0 0,0 0-1 0 0,0 1 1 0 0,1-1-1 0 0,-1 0 0 0 0,1 2 0 0 0,1 0 0 0 0,-1-1-1 0 0,1 1 1 0 0,-1-1 0 0 0,1 1-1 0 0,0-1 1 0 0,0 0 0 0 0,-1 0-1 0 0,4 2 1 0 0,-4-2 5 0 0,1 0 0 0 0,-1 0 0 0 0,0 0 0 0 0,1 0 1 0 0,-1 0-1 0 0,1-1 0 0 0,-1 1 0 0 0,1 0 0 0 0,-1-1 0 0 0,1 0 0 0 0,0 1 0 0 0,2 0 0 0 0,1 0 77 0 0,-2 1-36 0 0,1 1-8 0 0,15 2 117 0 0,7 0-121 0 0,28 1 1 0 0,-31-4-79 0 0,0 0 1 0 0,27 8-1 0 0,-41-8 90 0 0,-1-1-1 0 0,1 0 0 0 0,0 0 0 0 0,12-1 1 0 0,22 2 566 0 0,-36-1-604 0 0,0-1-1 0 0,1 0 1 0 0,-1 0 0 0 0,0-1 0 0 0,9-2-1 0 0,22-1-9 0 0,16 8-149 0 0,5 0 38 0 0,-15-3 152 0 0,44-6-1 0 0,12 0 13 0 0,-51 1 13 0 0,-11 3-54 0 0,23-2 44 0 0,-3-2 10 0 0,13-7-64 0 0,-70 12 2 0 0,0-1 1 0 0,0 1-1 0 0,0-1 0 0 0,0 1 0 0 0,0-1 1 0 0,0 1-1 0 0,0 0 0 0 0,0 0 0 0 0,1 0 0 0 0,-1 0 1 0 0,0-1-1 0 0,0 1 0 0 0,0 1 0 0 0,0-1 1 0 0,2 0-1 0 0,1 1 11 0 0,13-4 10 0 0,-13 1-23 0 0,20-2 0 0 0,-18 2 4 0 0,1 1-1 0 0,0-1 1 0 0,-1-1 0 0 0,1 1-1 0 0,-1-1 1 0 0,0 0-1 0 0,7-5 1 0 0,27-12 42 0 0,-36 18-4 0 0,-2 2-41 0 0,0-1 0 0 0,0 0 0 0 0,0 1 0 0 0,1-1 0 0 0,-1 0 0 0 0,0 0 0 0 0,0-1 0 0 0,0 1 0 0 0,0 0 0 0 0,2-3 0 0 0,-1 1 0 0 0,-1 1 1 0 0,1 0 0 0 0,-1 0-1 0 0,1 0 1 0 0,0 0-1 0 0,4-2 1 0 0,10-4 24 0 0,-17 8-18 0 0,26-21 11 0 0,-22 19-19 0 0,12-9 0 0 0,2-5 0 0 0,-16 15 3 0 0,-1 0 0 0 0,1 0 0 0 0,0 0 0 0 0,-1 0-1 0 0,1-1 1 0 0,-1 1 0 0 0,0-1 0 0 0,1 1 0 0 0,-1-1 0 0 0,0 0 0 0 0,0 1 0 0 0,0-1-1 0 0,1-3 1 0 0,1-3 17 0 0,8-13 64 0 0,-8 15-81 0 0,7-28 138 0 0,-10 33-61 0 0,1-5 19 0 0,0-19-102 0 0,-1 20 3 0 0,0 4 0 0 0,0-1 0 0 0,0 1 0 0 0,0-1 0 0 0,0 1 0 0 0,0-1 0 0 0,-1 0 0 0 0,1 1 0 0 0,0-1 0 0 0,-1 1 0 0 0,1-1 0 0 0,-2-1 0 0 0,0-3 0 0 0,0 0 0 0 0,-1 0 0 0 0,0 0 0 0 0,0 1 0 0 0,-4-6 0 0 0,-4-4 0 0 0,-1 1 0 0 0,-16-16 0 0 0,-14-15 0 0 0,35 38 0 0 0,-16-7 0 0 0,14 10 0 0 0,-22-10 0 0 0,-1-5 0 0 0,28 17 0 0 0,0-1 0 0 0,0 1 0 0 0,0 0 0 0 0,0 0 0 0 0,-1 0 0 0 0,1 0 0 0 0,-7-1 0 0 0,8 2 0 0 0,-17-3 0 0 0,-5 1 0 0 0,1 0 16 0 0,6 0 125 0 0,9 1-163 0 0,0 0 0 0 0,0 1 0 0 0,0 1 0 0 0,-10 0 0 0 0,-6 1 87 0 0,18 0-100 0 0,3 0 20 0 0,1-1 0 0 0,0 1 0 0 0,0-1-1 0 0,-1 0 1 0 0,1 0 0 0 0,-4-1 0 0 0,-42-4 60 0 0,27 2-283 0 0,0 1 0 0 0,-37 1 1 0 0,22 6-574 0 0,-10 3-41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0:45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1279 746 6447 0 0,'0'0'586'0'0,"2"-1"-486"0"0,21-11-13 0 0,-13 12 363 0 0,-3 0 169 0 0,44-6 3414 0 0,-5 1-3642 0 0,-17 3 1013 0 0,45 2 1 0 0,-54 1-1057 0 0,0-1 0 0 0,1 0 1 0 0,-1-2-1 0 0,25-5 0 0 0,8-7 372 0 0,-49 13-649 0 0,-1-1 0 0 0,1 1 0 0 0,0 0 0 0 0,0 1 0 0 0,4-1 0 0 0,-7 1-53 0 0,1 0 0 0 0,-1-1 0 0 0,1 1 0 0 0,-1 0 0 0 0,0-1 1 0 0,1 1-1 0 0,-1-1 0 0 0,1 1 0 0 0,-1-1 0 0 0,0 1 0 0 0,1-1 0 0 0,-1 0 0 0 0,0 0 0 0 0,0 0 0 0 0,2-1 0 0 0,2-2 69 0 0,0 0 1 0 0,-1-1 0 0 0,1 0-1 0 0,-1 0 1 0 0,0 0-1 0 0,0 0 1 0 0,-1 0-1 0 0,1-1 1 0 0,-1 0-1 0 0,0 1 1 0 0,3-12 0 0 0,-5 15-14 0 0,-1 0-2 0 0,11-43 200 0 0,-11 43-208 0 0,2-12 64 0 0,-2 5-65 0 0,1 0-16 0 0,-1 0 0 0 0,0 0 1 0 0,-1-13-1 0 0,-2 8 33 0 0,-1 1-1 0 0,0-1 1 0 0,0 1 0 0 0,-2 0-1 0 0,-6-13 1 0 0,-8-17 97 0 0,16 33-147 0 0,0 0 0 0 0,-1 0 0 0 0,-1 0 0 0 0,0 1 0 0 0,0 0 0 0 0,0 0-1 0 0,-1 1 1 0 0,-1 0 0 0 0,1 0 0 0 0,-1 0 0 0 0,-1 1 0 0 0,-13-9 0 0 0,-3 0 98 0 0,16 9-43 0 0,-1 1 1 0 0,-18-9-1 0 0,-16-5 79 0 0,-58-21 168 0 0,92 38-298 0 0,-151-41 316 0 0,63 19-73 0 0,35 9 7 0 0,49 12-275 0 0,-4-1-7 0 0,0 1 1 0 0,-1 1 0 0 0,1 0 0 0 0,0 1 0 0 0,-23 1 0 0 0,13 2 53 0 0,0-2 0 0 0,-39-5 0 0 0,38 2 45 0 0,-53 1 0 0 0,64 4-90 0 0,-109 9 42 0 0,113-7-22 0 0,0-1-1 0 0,0-1 1 0 0,0 0-1 0 0,1-1 1 0 0,-1-1-1 0 0,-18-2 1 0 0,23 2-4 0 0,-1 0 0 0 0,1 1 0 0 0,-1 0 0 0 0,0 1 0 0 0,1 0 0 0 0,-1 0 1 0 0,1 1-1 0 0,0 0 0 0 0,0 1 0 0 0,-1 0 0 0 0,-8 5 0 0 0,-17 2 81 0 0,26-8-59 0 0,0 0 1 0 0,-17 7-1 0 0,-65 35-53 0 0,66-29 16 0 0,23-14-11 0 0,-3 3 11 0 0,0-1 1 0 0,0 1 0 0 0,0-1-1 0 0,-7 9 1 0 0,7-6 151 0 0,0 0 1 0 0,0-1-1 0 0,-11 8 0 0 0,9-8-202 0 0,1 0 0 0 0,0 0 0 0 0,0 1 0 0 0,1 0 0 0 0,0 0 0 0 0,0 1 0 0 0,-6 9 0 0 0,7-11 41 0 0,1 1 0 0 0,0-1 0 0 0,1 1 0 0 0,-5 11-1 0 0,4-7 12 0 0,2-8 50 0 0,0 2 3 0 0,-2 3-54 0 0,1 1-1 0 0,0-1 1 0 0,0 1-1 0 0,0 11 1 0 0,1-6-1 0 0,-2 22 170 0 0,5-22-60 0 0,0-5-101 0 0,2 19 1 0 0,-2-16-41 0 0,2 5 16 0 0,6 18 70 0 0,-8-27-40 0 0,0 0 0 0 0,1-1 0 0 0,-1 1 1 0 0,1-1-1 0 0,1 0 0 0 0,-1 0 0 0 0,8 10 0 0 0,-5-8 17 0 0,-4-6 52 0 0,-2-1-83 0 0,0 0-1 0 0,1 0 1 0 0,-1 0-1 0 0,1 0 1 0 0,-1 0 0 0 0,1 0-1 0 0,0 0 1 0 0,-1 0-1 0 0,1 0 1 0 0,0 0-1 0 0,0-1 1 0 0,1 2 0 0 0,0 0 15 0 0,4 5 32 0 0,1 0 0 0 0,0 0 1 0 0,0-1-1 0 0,1 0 0 0 0,13 8 0 0 0,45 20 226 0 0,-37-20-181 0 0,-24-12-92 0 0,1 0 0 0 0,-1-1 0 0 0,0 1-1 0 0,1-1 1 0 0,-1 0 0 0 0,7 0 0 0 0,-6 0-12 0 0,-1 0 9 0 0,-1 0 0 0 0,0 0 0 0 0,1 0 1 0 0,-1 1-1 0 0,6 3 0 0 0,8 2 53 0 0,63 18 242 0 0,-44-17-147 0 0,167 30 212 0 0,-155-32-309 0 0,41 2 59 0 0,-12-5 50 0 0,92-9-1 0 0,-44-1-23 0 0,-55 4-81 0 0,12-3 23 0 0,44-2 240 0 0,-82 8-275 0 0,-19 0-53 0 0,12 0 0 0 0,-13 0 64 0 0,-24 0-106 0 0,-1 0 1 0 0,0 0-1 0 0,0 0 1 0 0,1 0-1 0 0,-1 0 0 0 0,0 0 1 0 0,0 0-1 0 0,1 0 1 0 0,-1 0-1 0 0,0 0 0 0 0,1 0 1 0 0,-1 0-1 0 0,0 0 1 0 0,0 0-1 0 0,1-1 1 0 0,-1 1-1 0 0,0 0 0 0 0,0 0 1 0 0,1 0-1 0 0,-1 0 1 0 0,0 0-1 0 0,0 0 0 0 0,0-1 1 0 0,1 1-1 0 0,-1 0 1 0 0,0 0-1 0 0,0 0 0 0 0,0-1 1 0 0,1 1-1 0 0,-1 0 1 0 0,0 0-1 0 0,0-1 0 0 0,0 1 1 0 0,0 0-1 0 0,0 0 1 0 0,0-1-1 0 0,0 1 0 0 0,0 0 1 0 0,1 0-1 0 0,-1-1 1 0 0,0 1-1 0 0,0 0 0 0 0,0 0 1 0 0,0-1-1 0 0,0 1 1 0 0,0 0-1 0 0,0-1 0 0 0,-1 1 1 0 0,1 0-1 0 0,0 0 1 0 0,0-1-1 0 0,0 1 0 0 0,0 0 1 0 0,0 0-1 0 0,0-1 1 0 0,0 1-1 0 0,-1 0 0 0 0,0-2-801 0 0,0 1-1 0 0,0-1 0 0 0,0 1 0 0 0,-1-1 1 0 0,1 1-1 0 0,-1 0 0 0 0,1 0 0 0 0,-4-2 1 0 0,-16-6-7519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2:40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706 523 4607 0 0,'0'0'3978'0'0,"0"5"-3401"0"0,1 14-128 0 0,0-14 778 0 0,87 2 3718 0 0,-86-7-4426 0 0,24 6 330 0 0,-24-5-681 0 0,10 1 135 0 0,2 0-46 0 0,-12-2-130 0 0,10 2 106 0 0,12-3 498 0 0,-21 1-758 0 0,-1-1 147 0 0,9-1 120 0 0,-4-1-63 0 0,-1 1-1 0 0,1-1 1 0 0,0 0 0 0 0,8-6-1 0 0,-8 5-75 0 0,-2 0-7 0 0,0 0 0 0 0,0 0 0 0 0,-1-1 0 0 0,1 0-1 0 0,4-6 1 0 0,-7 8-73 0 0,0 1 46 0 0,-2 2-61 0 0,1 0 1 0 0,0 0 0 0 0,-1 0-1 0 0,1 0 1 0 0,0-1-1 0 0,0 1 1 0 0,-1 0 0 0 0,1-1-1 0 0,0 1 1 0 0,-1-1-1 0 0,1 1 1 0 0,-1 0 0 0 0,1-1-1 0 0,0-1 1 0 0,2 0 38 0 0,5-5-20 0 0,-4 3 22 0 0,1 0 0 0 0,-1-1-1 0 0,0 0 1 0 0,0 0 0 0 0,5-9 0 0 0,-5 9 14 0 0,-4 3 20 0 0,1-1-49 0 0,1 1 1 0 0,-1-1 0 0 0,0 0-1 0 0,1 1 1 0 0,-1-1-1 0 0,1 0 1 0 0,2-2-1 0 0,5-7 89 0 0,-9 9-109 0 0,20-22 45 0 0,-12 16-46 0 0,-1 0-11 0 0,1 1 0 0 0,0 0 0 0 0,3-3 16 0 0,-10 9 12 0 0,4-13 3 0 0,1-6 238 0 0,-6 19-196 0 0,-4-20 318 0 0,1 14-319 0 0,2 7 0 0 0,-4-7 53 0 0,3 3-89 0 0,1 3-15 0 0,0 1 1 0 0,0-1 0 0 0,0 1 0 0 0,0-1 0 0 0,0 1 0 0 0,-1-1 0 0 0,1 1-1 0 0,0 0 1 0 0,-1-1 0 0 0,-1 0 0 0 0,-19-18 193 0 0,17 15-160 0 0,4 4-44 0 0,-1-1 0 0 0,0 1 0 0 0,1-1 0 0 0,-1 1 0 0 0,0 0 0 0 0,0 0 0 0 0,0 0 0 0 0,0 0 0 0 0,0 0 0 0 0,-3-1 0 0 0,-54-24 368 0 0,-35-19 330 0 0,71 33-618 0 0,21 10-86 0 0,0 1 1 0 0,-1-1 0 0 0,1 1-1 0 0,-1 0 1 0 0,1 0 0 0 0,-1 0-1 0 0,1 0 1 0 0,-4-1 0 0 0,-5-1 49 0 0,-9-4-44 0 0,-20-8-11 0 0,37 12 15 0 0,-15-4 46 0 0,9 5 0 0 0,-26-14 18 0 0,24 13-79 0 0,-58-18 0 0 0,59 18 0 0 0,-3 0 13 0 0,1 0 0 0 0,-1 2-1 0 0,-18-1 1 0 0,8 1 11 0 0,-136-7 217 0 0,131 8-165 0 0,18-1-51 0 0,-2-1-2 0 0,0 1 0 0 0,0 1 0 0 0,-17 0 0 0 0,15 0-12 0 0,2 3 0 0 0,1 3 42 0 0,-2 0 0 0 0,0-1-42 0 0,0 0-11 0 0,2 2 0 0 0,-1 0 0 0 0,2 0 0 0 0,-1-2 0 0 0,-1-2 0 0 0,1 3 0 0 0,0 2 0 0 0,2 1 0 0 0,0 0 0 0 0,-4 6 0 0 0,12-11 0 0 0,-1 0 0 0 0,-1 2 0 0 0,1 0 0 0 0,-1-1 0 0 0,1 1 0 0 0,-2 7 0 0 0,3-11 0 0 0,1 0 0 0 0,0 0 0 0 0,-1 0 0 0 0,1 0 0 0 0,-1 0 0 0 0,0 0 0 0 0,0 0 0 0 0,1 0 0 0 0,-1 0 0 0 0,-2 2 0 0 0,-11 18 0 0 0,7-10 0 0 0,0-1 0 0 0,0 0 0 0 0,-9 22 0 0 0,12-22 0 0 0,0 2 0 0 0,1 0 0 0 0,0 0 0 0 0,0 1 0 0 0,1-2 0 0 0,2 0 11 0 0,-1-4 47 0 0,0-5-75 0 0,1 0 0 0 0,0-1 0 0 0,1 1 0 0 0,-1 0 0 0 0,0-1 0 0 0,2 5 0 0 0,-2-4 62 0 0,1-1 8 0 0,0 1 0 0 0,4 7-42 0 0,1 4-18 0 0,-3-11-12 0 0,8 9-8 0 0,-1-3 16 0 0,0 1 11 0 0,-6-5 2 0 0,0-1 0 0 0,0 1 0 0 0,1-1 0 0 0,0 0 0 0 0,0 0 0 0 0,0-1 0 0 0,0 1 1 0 0,0-1-1 0 0,1 0 0 0 0,8 3 0 0 0,-10-4-22 0 0,-1-1 36 0 0,6 3 64 0 0,-1-1 0 0 0,2 0 0 0 0,-1 0-1 0 0,0-1 1 0 0,12 1 0 0 0,-13-1-18 0 0,6 0 18 0 0,1 0-53 0 0,17 3 58 0 0,-22-4-53 0 0,1 0 0 0 0,18-1 0 0 0,6 0 21 0 0,-2 0 27 0 0,38-2 167 0 0,-7 3-145 0 0,67 9 0 0 0,-103-9-102 0 0,7 0 53 0 0,-31-1-44 0 0,17 1 110 0 0,-20-1-117 0 0,6 0 50 0 0,0 1 1 0 0,-1-1-1 0 0,1-1 1 0 0,0 1-1 0 0,7-2 0 0 0,-1 0 7 0 0,-1 1-36 0 0,-10 1-15 0 0,13-1 32 0 0,-15 1-50 0 0,3 1 24 0 0,39 0 187 0 0,-38-1-141 0 0,5 0-36 0 0,-7 0 144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2:49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684 760 5983 0 0,'2'-10'197'0'0,"1"-2"77"0"0,-3 2 2922 0 0,15 10-2551 0 0,-5-3-420 0 0,-4 2 349 0 0,27-2 2269 0 0,-31 3-2567 0 0,9-3 214 0 0,17-4 50 0 0,1-1 0 0 0,-1-2 0 0 0,41-19 0 0 0,-44 15-255 0 0,-16 8-104 0 0,0 1 1 0 0,12-4 0 0 0,-19 8-93 0 0,8-7 224 0 0,10-15 95 0 0,-19 21-338 0 0,0 1 20 0 0,2-5 2 0 0,-1 0 0 0 0,0 1-1 0 0,0-1 1 0 0,-1 0 0 0 0,0 0-1 0 0,0 0 1 0 0,1-12 0 0 0,-2 16-26 0 0,0-17 116 0 0,3-13-33 0 0,-3 26-95 0 0,0 0 1 0 0,0 0 0 0 0,0 0-1 0 0,-1 1 1 0 0,-3-12 0 0 0,1 0 49 0 0,-2-8 45 0 0,-3 4-53 0 0,-44-145 336 0 0,50 161-402 0 0,0 0 1 0 0,0 0-1 0 0,0 1 0 0 0,-1-1 0 0 0,1 1 0 0 0,-1-1 0 0 0,0 1 1 0 0,-1 0-1 0 0,1 0 0 0 0,-7-5 0 0 0,-4-3 157 0 0,-25-16-1 0 0,14 11 11 0 0,3 4 51 0 0,-1 0 0 0 0,0 1 0 0 0,0 2 0 0 0,-32-11 0 0 0,21 9-186 0 0,32 11-56 0 0,0 0-1 0 0,0 0 1 0 0,-1 0-1 0 0,1 0 1 0 0,0 0 0 0 0,0 1-1 0 0,-1-1 1 0 0,1 1-1 0 0,-4 0 1 0 0,-18-2 14 0 0,-27-3-20 0 0,29 3 0 0 0,17 3 0 0 0,-9-1 0 0 0,-40 9 64 0 0,28-5-64 0 0,-63 15 197 0 0,-31 8-116 0 0,83-17-87 0 0,23-7 45 0 0,1 1 0 0 0,-21 10 0 0 0,25-11-27 0 0,3 0-15 0 0,-5 9 58 0 0,4-7-42 0 0,4-4-13 0 0,0 1-1 0 0,1 0 1 0 0,-1 0 0 0 0,1 0 0 0 0,-1 0-1 0 0,-2 4 1 0 0,-17 21 0 0 0,-2-2 0 0 0,22-22 11 0 0,0-1 0 0 0,0 0 1 0 0,0 1-1 0 0,0 0 0 0 0,0-1 0 0 0,1 1 0 0 0,-1 0 0 0 0,0 4 1 0 0,-1 1 24 0 0,-1 2-21 0 0,0 3-15 0 0,1 0 0 0 0,0 0 0 0 0,1 2 0 0 0,1 0 0 0 0,0 17 0 0 0,1-5 0 0 0,0-6 11 0 0,0-18 9 0 0,4 17 21 0 0,-3-12-30 0 0,2 6 34 0 0,4 12-29 0 0,2 5-16 0 0,-5-16 0 0 0,1-1 0 0 0,-3-10 0 0 0,5 13-3 0 0,4 2 17 0 0,-6-10 36 0 0,0 1 0 0 0,0-1 0 0 0,1 0 1 0 0,8 9-1 0 0,1 1-45 0 0,-13-16 37 0 0,10 11-18 0 0,-5-6 16 0 0,9 8-29 0 0,-10-10 24 0 0,1 1 0 0 0,1-1 0 0 0,-1 0 1 0 0,1-1-1 0 0,15 9 0 0 0,16 7 96 0 0,-30-16-50 0 0,0-1-1 0 0,17 7 1 0 0,10 3 129 0 0,-22-7-159 0 0,-12-6-33 0 0,1 0 0 0 0,-1 0-1 0 0,1 0 1 0 0,-1-1-1 0 0,1 1 1 0 0,0 0 0 0 0,3-1-1 0 0,3 1 56 0 0,55 12 288 0 0,-48-12-249 0 0,9-2 63 0 0,-1 2-98 0 0,0 0 59 0 0,-3-1-72 0 0,-4 0-10 0 0,-12-1-33 0 0,5 0 33 0 0,-6 1 5 0 0,5-1-36 0 0,5-2 37 0 0,19-7 202 0 0,-7 2-39 0 0,-4 3-83 0 0,-20 4-72 0 0,1 0 12 0 0,5-2-7 0 0,19-7 13 0 0,-25 9-54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23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1633 98 4143 0 0,'0'0'6615'0'0,"2"-6"-5047"0"0,-3 4-1362 0 0,1 0 0 0 0,-1 1-1 0 0,0-1 1 0 0,1 0 0 0 0,-1 1 0 0 0,0-1-1 0 0,0 0 1 0 0,0 1 0 0 0,0 0 0 0 0,0-1 0 0 0,0 1-1 0 0,-1-1 1 0 0,1 1 0 0 0,0 0 0 0 0,-1 0-1 0 0,1 0 1 0 0,-1 0 0 0 0,1 0 0 0 0,-1 0-1 0 0,-1-1 1 0 0,1 2 850 0 0,-22 0 212 0 0,-1-2-608 0 0,23 2-449 0 0,0 0-23 0 0,-7 0 13 0 0,1-1 1 0 0,-1 0-1 0 0,0 0 0 0 0,1-1 1 0 0,-1 0-1 0 0,-15-6 0 0 0,22 7-163 0 0,1 1 0 0 0,-1-1 0 0 0,1 1 1 0 0,-1-1-1 0 0,0 1 0 0 0,1 0 0 0 0,-1 0 0 0 0,0 0 0 0 0,-1 0 0 0 0,-9 0 102 0 0,-4-4 36 0 0,-1 1 0 0 0,0 1 0 0 0,0 0 0 0 0,0 2-1 0 0,-26 1 1 0 0,11-1 161 0 0,-44-5 1 0 0,17 0-21 0 0,18 3-65 0 0,-65-13 0 0 0,91 13-143 0 0,0 0 0 0 0,0 1 0 0 0,-16 2 0 0 0,8-1-17 0 0,-2 1 3 0 0,0 1-1 0 0,0 1 0 0 0,0 1 1 0 0,-44 14-1 0 0,-8-1-59 0 0,56-13-6 0 0,-17 3-31 0 0,17-4 91 0 0,-24 7 0 0 0,35-8-31 0 0,1 0 0 0 0,-14 1 0 0 0,-7 1-71 0 0,6-3-60 0 0,21-1 84 0 0,-1 0-1 0 0,0 0 1 0 0,1 0 0 0 0,-1 0-1 0 0,1 1 1 0 0,-5 0 0 0 0,-5 2 43 0 0,9-2-33 0 0,-1-1 0 0 0,1 1 0 0 0,0 0 1 0 0,-1 1-1 0 0,-4 1 0 0 0,-34 15 43 0 0,14-1-64 0 0,-6 5 0 0 0,32-21 0 0 0,-1 1 0 0 0,1 0 1 0 0,0 0-1 0 0,0 0 0 0 0,0 0 0 0 0,0 1 0 0 0,0-1 1 0 0,0 1-1 0 0,-4 5 0 0 0,3-2 9 0 0,2-4 6 0 0,0-1 0 0 0,0 1 0 0 0,0-1 1 0 0,0 1-1 0 0,-1-1 0 0 0,1 0 0 0 0,-3 2 0 0 0,-1 0-8 0 0,-48 28 174 0 0,19-7-181 0 0,23-14 26 0 0,9-6-18 0 0,0 0-1 0 0,-1 0 1 0 0,0-1 0 0 0,-7 6-1 0 0,6-6-2 0 0,-15 18 53 0 0,16-17-57 0 0,-3 4-1 0 0,-1 2 0 0 0,1-2 0 0 0,0 2 0 0 0,1 0 0 0 0,1 2 0 0 0,3 0-11 0 0,2 2-31 0 0,2-2 31 0 0,-1-5 11 0 0,-1-6 0 0 0,0 1 0 0 0,0 0 0 0 0,1-1 0 0 0,-1 1 0 0 0,0 0 0 0 0,1-1 0 0 0,-1 1 0 0 0,1-1 0 0 0,0 1 0 0 0,0-1 0 0 0,1 4 0 0 0,11 14 0 0 0,15 21 64 0 0,-27-35-64 0 0,2-1 0 0 0,10 10 0 0 0,0-3 5 0 0,-2 0 34 0 0,10 5-19 0 0,14 13-20 0 0,-14-11 17 0 0,-5-9 26 0 0,-1-2-39 0 0,12 7-6 0 0,7-1 57 0 0,-25-10-45 0 0,32 6 2 0 0,12 2 41 0 0,-4 0-32 0 0,1-2 1 0 0,51 2-1 0 0,93-16 152 0 0,-162 3-157 0 0,80 0 52 0 0,-71 3-61 0 0,1-3 57 0 0,46-6 0 0 0,114-6 126 0 0,-158 12-172 0 0,-13 0 33 0 0,0 0-1 0 0,0-2 1 0 0,37-10 0 0 0,-39 8 34 0 0,-16 4-28 0 0,0 0 1 0 0,0-2-1 0 0,24-8 0 0 0,33-13 29 0 0,-57 20-44 0 0,-1-1-20 0 0,37-19 212 0 0,-37 18-223 0 0,3-5-10 0 0,-12 6 51 0 0,2-2-30 0 0,1-3 20 0 0,-1 1-20 0 0,-2 4 28 0 0,-2 2-49 0 0,0-9 12 0 0,0 6 40 0 0,-3 4-56 0 0,3-25 59 0 0,0 23-48 0 0,-3-17-5 0 0,0 11-3 0 0,-1-12 0 0 0,2 13 9 0 0,1 6-2 0 0,-1 0 0 0 0,1-1 0 0 0,-1 1 0 0 0,0 0-1 0 0,0 0 1 0 0,-1 0 0 0 0,-3-8 0 0 0,-14-26 57 0 0,14 28-64 0 0,-18-41 64 0 0,21 46-64 0 0,-11-17 0 0 0,0 5 53 0 0,7 8-41 0 0,4 5-5 0 0,-1 0 1 0 0,1 0-1 0 0,-1 1 1 0 0,0-1-1 0 0,0 1 1 0 0,-8-6-1 0 0,2-1 22 0 0,6 7-19 0 0,-16-22 79 0 0,12 17-78 0 0,-5 3-11 0 0,-2 3 0 0 0,10 1-6 0 0,0 1-1 0 0,0 0 0 0 0,0-1 1 0 0,0 1-1 0 0,0 0 1 0 0,-4 1-1 0 0,-3 0-39 0 0,2-1-57 0 0,-1 0 0 0 0,-12 3 1 0 0,-6-1-718 0 0,-13 3-2489 0 0,14 0-5682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4:26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1235 34 5151 0 0,'0'0'8932'0'0,"-2"0"-8373"0"0,-29-5 2454 0 0,29 5-2695 0 0,-1-1-90 0 0,-1 0 1 0 0,0 0 0 0 0,0 0 0 0 0,-5 0 0 0 0,-97-8 2378 0 0,73 7-1981 0 0,-117 0 857 0 0,101 2-1029 0 0,-9-5 174 0 0,19 1-440 0 0,-19 2-18 0 0,1 3 0 0 0,-105 14-1 0 0,90 2 38 0 0,3-2-127 0 0,52-9 0 0 0,15-6-72 0 0,0 1 1 0 0,1 0-1 0 0,-1-1 0 0 0,0 1 0 0 0,0-1 0 0 0,0 1 0 0 0,1-1 0 0 0,-1 0 0 0 0,0 0 0 0 0,0 1 0 0 0,-3-2 0 0 0,-1 0-6 0 0,2 1 9 0 0,1-1-1 0 0,0 1 1 0 0,0 0-1 0 0,-1 0 1 0 0,1 0-1 0 0,0 1 1 0 0,0-1-1 0 0,0 1 1 0 0,-1 0 0 0 0,1 0-1 0 0,0 0 1 0 0,-4 2-1 0 0,-14 3 30 0 0,-23 9-16 0 0,20-5 47 0 0,14-7-34 0 0,2 0 15 0 0,0 1 0 0 0,-15 9 0 0 0,0 1 29 0 0,-8 10-34 0 0,21-16-36 0 0,2 2 31 0 0,0 1-31 0 0,0 5-11 0 0,7-10 0 0 0,2-2 0 0 0,-4 16 0 0 0,5-15 0 0 0,0-1 0 0 0,3 26 0 0 0,-3-20 0 0 0,-1-1 0 0 0,1-1 0 0 0,0 0 0 0 0,5 12 0 0 0,-5-12 0 0 0,15 28 0 0 0,6 3 76 0 0,-20-33-63 0 0,1-1 0 0 0,-1 0 0 0 0,1 0 1 0 0,7 7-1 0 0,29 19 44 0 0,-32-25-56 0 0,4 5-1 0 0,-7-7 0 0 0,-1 0 0 0 0,1 0 0 0 0,0 0 0 0 0,6 4 0 0 0,15 7 53 0 0,0 1-31 0 0,-17-9 1 0 0,20 11 7 0 0,-16-12-30 0 0,2 1 0 0 0,16 7 26 0 0,2-2 12 0 0,-26-9-25 0 0,1-1 0 0 0,-1 0 1 0 0,1 0-1 0 0,8 0 0 0 0,8 3 38 0 0,13 3 7 0 0,68 5-1 0 0,-20-4 31 0 0,-57-6 1 0 0,1-2 0 0 0,0-1 0 0 0,54-8 0 0 0,-6 0 19 0 0,-18 2-33 0 0,95-22-190 0 0,-130 23 135 0 0,26-10-1 0 0,-19 5 302 0 0,-25 9-288 0 0,12-4 16 0 0,-1 0-1 0 0,0-1 1 0 0,-1-1 0 0 0,1 0 0 0 0,28-19-1 0 0,-30 18-36 0 0,-14 7-17 0 0,13-13 86 0 0,-9 10-52 0 0,-3 2-19 0 0,0 1-1 0 0,0-1 1 0 0,-1 0-1 0 0,1 0 1 0 0,-1 0-1 0 0,1 0 1 0 0,-1 0-1 0 0,0 0 1 0 0,0 0-1 0 0,0-1 1 0 0,1-2-1 0 0,1-1-3 0 0,6-16 84 0 0,-4 2-62 0 0,-3 13-20 0 0,4-20 37 0 0,-5-6-23 0 0,0 25 8 0 0,-2-28 4 0 0,-1 22-9 0 0,1 8-18 0 0,0 0 0 0 0,1-1 0 0 0,0-10 0 0 0,0-7-7 0 0,-2-1 0 0 0,-2 2 0 0 0,1 12 11 0 0,-2-1 31 0 0,0-3-11 0 0,3 12-1 0 0,-10-6-16 0 0,8 5-8 0 0,0 0 19 0 0,-1 0-1 0 0,0 1 0 0 0,-1 0 1 0 0,-7-5-1 0 0,-9-4 29 0 0,19 10-45 0 0,-13-4-5 0 0,-4-1 62 0 0,14 4-1 0 0,-27-9 23 0 0,27 10-97 0 0,4 1 4 0 0,0 1 1 0 0,-1-1 0 0 0,1 1-1 0 0,-1-1 1 0 0,0 1 0 0 0,1 0-1 0 0,-1 0 1 0 0,1 0-1 0 0,-3 0 1 0 0,-5 0 5 0 0,-42-11 53 0 0,28 7-482 0 0,-26-3-700 0 0,17 1-7524 0 0,16 3 283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33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852 150 6391 0 0,'0'0'6552'0'0,"-1"-2"-6144"0"0,-7-16 320 0 0,7 17 278 0 0,1-1-716 0 0,-20-25 1682 0 0,19 26-1584 0 0,-10-4-38 0 0,-11-9 83 0 0,21 13-296 0 0,-2 1-1 0 0,-33-10 594 0 0,0 2 1 0 0,-60-6-1 0 0,-6 0 82 0 0,-111-17 964 0 0,211 31-1774 0 0,-10-1 91 0 0,0 0 0 0 0,0 1-1 0 0,-14 2 1 0 0,21-1-66 0 0,0 0 0 0 0,1 1-1 0 0,-1-1 1 0 0,0 1 0 0 0,1 0 0 0 0,-1 0 0 0 0,1 0-1 0 0,0 0 1 0 0,-5 4 0 0 0,-2 1 1 0 0,-3 0-28 0 0,12-5 0 0 0,-10 10 0 0 0,4-4-1 0 0,3-3 3 0 0,0 0 1 0 0,1 0-1 0 0,-1 0 0 0 0,-4 9 1 0 0,-2 4 58 0 0,-8 8-5 0 0,3-6 8 0 0,12-15-53 0 0,2 0 18 0 0,-17 32-5 0 0,15-29-24 0 0,-3 12 0 0 0,0 0 0 0 0,5-16 0 0 0,-7 28 0 0 0,2 7 0 0 0,4-27 0 0 0,2 1 0 0 0,0 0 0 0 0,2 0 0 0 0,2 1 0 0 0,0-2 0 0 0,2 0 0 0 0,-2 1 0 0 0,0-2 0 0 0,1 1 0 0 0,-1 1 0 0 0,1-2 0 0 0,0 1 0 0 0,0 0 11 0 0,0 0 31 0 0,2-1-20 0 0,0 0 20 0 0,-1-3-20 0 0,0 0 26 0 0,1-1 0 0 0,0 1 0 0 0,11 10 0 0 0,-13-14-6 0 0,10 14-30 0 0,-8-12-14 0 0,22 19 67 0 0,-25-21-65 0 0,18 11 15 0 0,-17-11 4 0 0,18 9 216 0 0,-17-10-226 0 0,21 7 57 0 0,-10-5-66 0 0,8 4-7 0 0,8-1 113 0 0,-20-5-66 0 0,6 1-27 0 0,0 1-13 0 0,0-1 0 0 0,0-2 0 0 0,30 5 0 0 0,-24-5 70 0 0,38-2 1 0 0,1-1-12 0 0,-57 1-48 0 0,22-4 42 0 0,-17 3-41 0 0,-6 0-2 0 0,0 0 1 0 0,1 0-1 0 0,-1-1 1 0 0,0 1-1 0 0,9-5 1 0 0,-2 1 31 0 0,1 1-20 0 0,3-1 25 0 0,11-14 84 0 0,-16 13-108 0 0,-3-1 36 0 0,1-2-5 0 0,0 0-32 0 0,0 2 20 0 0,-1-1-31 0 0,5-4 35 0 0,-12 11-17 0 0,15-10 13 0 0,-7 4-31 0 0,0-3-11 0 0,22-26 76 0 0,-29 33-28 0 0,3-2-24 0 0,-3 1 24 0 0,2-5-36 0 0,0-3-12 0 0,3-4 44 0 0,-7 16-23 0 0,7-31 31 0 0,-6 27-43 0 0,0-15 68 0 0,-3-41 29 0 0,3 37-95 0 0,-2-19-11 0 0,1 35-2 0 0,-2-18 15 0 0,0-1 40 0 0,-9-65 139 0 0,8 69-128 0 0,-10-22 0 0 0,11 37-51 0 0,-7-17 49 0 0,-7-4-9 0 0,12 21-42 0 0,2 5 31 0 0,-6-6-240 0 0,-7-8 308 0 0,7 13-3379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6:35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849 85 10479 0 0,'0'0'1596'0'0,"-1"-2"-1085"0"0,-6-8 708 0 0,5 6-998 0 0,0 1 1 0 0,0-1 0 0 0,-1 1 0 0 0,1-1-1 0 0,-1 1 1 0 0,0 0 0 0 0,0 0 0 0 0,-5-3 0 0 0,6 5 192 0 0,0 0 8 0 0,-31-8 2099 0 0,31 9-1876 0 0,-11 0 111 0 0,8 0-519 0 0,1 1 0 0 0,0-1 0 0 0,-1 0 1 0 0,1-1-1 0 0,0 1 0 0 0,-8-3 0 0 0,11 3-265 0 0,-9-2 184 0 0,8 2-17 0 0,-1 0-10 0 0,-94-15 850 0 0,54 9-514 0 0,25 4-274 0 0,-1 1 0 0 0,-27 3-1 0 0,7-1-62 0 0,6 0 71 0 0,-52 11 0 0 0,48-7-133 0 0,14 0-68 0 0,19-3 4 0 0,0-1-1 0 0,0 0 1 0 0,0-1-1 0 0,0 1 1 0 0,0-1 0 0 0,0 0-1 0 0,-8 0 1 0 0,8 0 40 0 0,2-1-41 0 0,0 1 0 0 0,0 0 0 0 0,0 0-1 0 0,0 0 1 0 0,0 1 0 0 0,0-1-1 0 0,0 0 1 0 0,1 1 0 0 0,-1-1 0 0 0,0 1-1 0 0,0 0 1 0 0,0-1 0 0 0,0 1-1 0 0,-1 1 1 0 0,-7 3-1 0 0,6-4 0 0 0,0 0 0 0 0,0 1 0 0 0,0 0 0 0 0,1 0 0 0 0,-1 0 0 0 0,0 0 0 0 0,1 0 0 0 0,0 1 0 0 0,-4 2 0 0 0,6-4 0 0 0,-9 7 0 0 0,0 1 0 0 0,1-1 0 0 0,0 0 0 0 0,0 0 0 0 0,0 0 0 0 0,1 1 0 0 0,0 1 0 0 0,0 0 16 0 0,2-3 64 0 0,4-3 0 0 0,-7 7-66 0 0,6-10-10 0 0,-10 25-6 0 0,13-25 2 0 0,-5 11 0 0 0,1 1 0 0 0,1 0 0 0 0,0 0 0 0 0,0 2 0 0 0,0-1 0 0 0,1 0 0 0 0,-3 26 160 0 0,4-35-138 0 0,1-1 36 0 0,4 18-10 0 0,-2-8-37 0 0,1-1 42 0 0,0 0 0 0 0,1 6-41 0 0,-2-16-11 0 0,7 16-3 0 0,10 13 2 0 0,-17-28-2 0 0,13 16 17 0 0,-5-10 52 0 0,2 0 0 0 0,-10-7-63 0 0,1-1 0 0 0,0 1 1 0 0,0-1-1 0 0,1 0 0 0 0,-1 0 0 0 0,5 3 1 0 0,15 5 53 0 0,-10-3-16 0 0,0 0-20 0 0,-5-2-8 0 0,1-1 0 0 0,-1 1 0 0 0,1-1 1 0 0,0-1-1 0 0,0 0 0 0 0,0 0 0 0 0,16 2 0 0 0,7 2 43 0 0,-10-3-5 0 0,-1-2 0 0 0,0 0-1 0 0,1-1 1 0 0,-1-1-1 0 0,23-2 1 0 0,-13 1 22 0 0,-12 1-11 0 0,28-3 0 0 0,23-2 43 0 0,-21 3-95 0 0,-9-1-11 0 0,-2-2 64 0 0,17-1 0 0 0,-12-4-4 0 0,-3-2 96 0 0,-35 11-135 0 0,19-8 33 0 0,-12 4-15 0 0,27-11 59 0 0,-23 10-56 0 0,-1-1 0 0 0,0-1 0 0 0,-1-1 0 0 0,15-10 0 0 0,6-4 69 0 0,-20 14-97 0 0,-2-1 42 0 0,16-21-40 0 0,-16 16 38 0 0,-5 0-44 0 0,-3 6 32 0 0,2-7-28 0 0,-5 13-11 0 0,-1 1-1 0 0,0 0 0 0 0,0-1 1 0 0,-1 1-1 0 0,1-1 1 0 0,0 0-1 0 0,-1-2 1 0 0,3-7 38 0 0,-1 3-46 0 0,1-2 42 0 0,-2-26 48 0 0,-3 14-74 0 0,1 14-2 0 0,1 4 2 0 0,-1 0 0 0 0,0 1 0 0 0,0-1 0 0 0,0 0 0 0 0,-4-7 0 0 0,2 4-5 0 0,-3-4 28 0 0,-6 0-21 0 0,-10-18 40 0 0,21 27-45 0 0,-5-3-5 0 0,-13-11-3 0 0,18 16 0 0 0,-1-1 1 0 0,0 0-1 0 0,1 1 0 0 0,-1-1 0 0 0,0 1 0 0 0,0 0 1 0 0,0-1-1 0 0,0 1 0 0 0,0 0 0 0 0,-1 0 1 0 0,1 0-1 0 0,-4 0 0 0 0,-4-2 50 0 0,-17-6-39 0 0,16 6-11 0 0,-28-4 0 0 0,14 2 0 0 0,-14-3 0 0 0,26 6 11 0 0,-2-1 31 0 0,2-1-31 0 0,1 2-11 0 0,-1 1 0 0 0,-1 0 0 0 0,-1-1 0 0 0,-7 0 2 0 0,2 2-21 0 0,14 0-95 0 0,-46-5-642 0 0,19-1-2492 0 0,16 1-5633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8:13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576 127 2303 0 0,'0'0'7312'0'0,"0"-2"-6826"0"0,0-7 3132 0 0,-3-3 454 0 0,-3 5-3004 0 0,3 3-784 0 0,0 1 0 0 0,0-1 0 0 0,0 1 0 0 0,-5-4 0 0 0,7 6-33 0 0,-25-18 738 0 0,-10 4-30 0 0,34 14-871 0 0,-24-12 449 0 0,23 12-466 0 0,-1-1-9 0 0,0 0 0 0 0,0 0 0 0 0,1 1 0 0 0,-9-3 0 0 0,-21 2-51 0 0,-24-10 136 0 0,57 12-146 0 0,0 0-1 0 0,0 0 1 0 0,0 0 0 0 0,-1 0 0 0 0,1 0 0 0 0,0 0 0 0 0,0-1 0 0 0,0 1-1 0 0,0 0 1 0 0,-1 0 0 0 0,1 0 0 0 0,0 0 0 0 0,0 0 0 0 0,0 0-1 0 0,-1 0 1 0 0,1 0 0 0 0,0 0 0 0 0,0 0 0 0 0,0 1 0 0 0,0-1-1 0 0,-1 0 1 0 0,1 0 0 0 0,0 0 0 0 0,0 0 0 0 0,0 0 0 0 0,0 0 0 0 0,-1 0-1 0 0,1 0 1 0 0,0 0 0 0 0,0 1 0 0 0,0-1 0 0 0,0 0 0 0 0,0 0-1 0 0,-1 0 1 0 0,1 0 0 0 0,0 1 0 0 0,0-1 0 0 0,-1 1 0 0 0,1-1 0 0 0,-1 1 0 0 0,1 0 0 0 0,-1-1 0 0 0,0 1 0 0 0,1-1 0 0 0,-1 0 0 0 0,1 1 1 0 0,-1-1-1 0 0,0 1 0 0 0,1-1 0 0 0,-1 0 0 0 0,0 0 0 0 0,0 1 0 0 0,1-1 0 0 0,-1 0 0 0 0,0 0 0 0 0,0 0 0 0 0,0 0 0 0 0,-2 2-3 0 0,-15 1 15 0 0,6-4 145 0 0,-12-4 84 0 0,-11 3-206 0 0,24 0 22 0 0,1 2-43 0 0,-1 4-15 0 0,9-3 0 0 0,0-1 0 0 0,0 1 0 0 0,0 0 0 0 0,1 0 0 0 0,-1 0 0 0 0,0 0 0 0 0,1 0 0 0 0,-1 0 0 0 0,1 0 0 0 0,-1 1 0 0 0,1-1 0 0 0,-3 3 0 0 0,1 0 16 0 0,3-4-14 0 0,0 1 1 0 0,-1-1-1 0 0,1 0 1 0 0,0 0-1 0 0,0 0 0 0 0,0 0 1 0 0,0 0-1 0 0,0 0 0 0 0,0 1 1 0 0,-1-1-1 0 0,1 0 0 0 0,0 0 1 0 0,0 0-1 0 0,0 0 0 0 0,0 0 1 0 0,-1 0-1 0 0,1 0 0 0 0,0 0 1 0 0,0 0-1 0 0,0 0 0 0 0,0 0 1 0 0,-1 0-1 0 0,1 0 0 0 0,0 0 1 0 0,0 0-1 0 0,0 0 0 0 0,0 0 1 0 0,-1 0-1 0 0,1 0 0 0 0,0 0 1 0 0,0 0-1 0 0,0 0 0 0 0,-1 0 1 0 0,0-1 4 0 0,0 1 1 0 0,0 0 0 0 0,0 0-1 0 0,-1-1 1 0 0,1 1-1 0 0,0 0 1 0 0,0 0-1 0 0,0 0 1 0 0,0 0 0 0 0,-1 1-1 0 0,0-1 1 0 0,-2 1 50 0 0,-5 5-47 0 0,-1 1-11 0 0,0-1 0 0 0,-22 19 112 0 0,29-22-85 0 0,0 1 0 0 0,1-1 0 0 0,0 1 0 0 0,0-1 0 0 0,-2 5 1 0 0,-5 9-7 0 0,-5 15-21 0 0,-3 20 168 0 0,13-39-187 0 0,-5 24-1 0 0,5-17 24 0 0,3-10 19 0 0,0-6 25 0 0,-3 13-9 0 0,5-1 42 0 0,-1-12-65 0 0,5 28 72 0 0,-5-31 4 0 0,2 4-1 0 0,1 0 1 0 0,-2-1-1 0 0,4 9 0 0 0,7 19 55 0 0,0-8-73 0 0,1-2 2 0 0,-12-20-22 0 0,1 0 0 0 0,16 22 89 0 0,-10-13-62 0 0,-4-7 8 0 0,8 5-5 0 0,-6-5-54 0 0,10 11 157 0 0,-8-10-91 0 0,-7-4-95 0 0,1-1 0 0 0,0 1-1 0 0,0-1 1 0 0,0 1 0 0 0,-1 0-1 0 0,1 0 1 0 0,0-1 0 0 0,-1 1-1 0 0,1 1 1 0 0,-1-1-1 0 0,3 2 1 0 0,-3-3 0 0 0,4 4 0 0 0,1-1 0 0 0,-1 0 0 0 0,1-1 0 0 0,0 1 0 0 0,7 1 0 0 0,-2 0 0 0 0,18 4 72 0 0,-8-1-50 0 0,-19-7-1 0 0,20 0 0 0 0,0 1 30 0 0,2-3 15 0 0,3 2-2 0 0,-9 1-26 0 0,-17-1-37 0 0,29-12 95 0 0,-4 3-9 0 0,-15 4-45 0 0,0 0-19 0 0,-2-2 36 0 0,34-34 82 0 0,-40 39-93 0 0,1-5-24 0 0,14-15 36 0 0,-14 19-62 0 0,8-17 15 0 0,-5 8 29 0 0,-2 1-19 0 0,13-32 101 0 0,-9 23-100 0 0,-9 20-17 0 0,12-36 26 0 0,-2 13-10 0 0,-9 20-18 0 0,0 1-1 0 0,0-1 1 0 0,0 1-1 0 0,-1-1 1 0 0,1 0-1 0 0,-1 1 1 0 0,0-1-1 0 0,0-3 1 0 0,1-2-5 0 0,1-3 11 0 0,1-26 117 0 0,-3 32-86 0 0,0-7-20 0 0,1-11 29 0 0,0 22-43 0 0,-1 0 0 0 0,0-1 1 0 0,0 1-1 0 0,0 0 0 0 0,-1 0 0 0 0,1 0 0 0 0,0 0 0 0 0,0 0 0 0 0,-1 0 0 0 0,1 0 0 0 0,0 0 0 0 0,-1-1 1 0 0,0 0-1 0 0,-6-18 8 0 0,5 16-30 0 0,1 0-721 0 0,0-1 1 0 0,-1 1-1 0 0,1 0 0 0 0,-1 0 0 0 0,0 0 0 0 0,0 0 0 0 0,0 0 1 0 0,-1 1-1 0 0,-4-6 0 0 0,3 4-711 0 0,-5-6-6986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24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734 182 3679 0 0,'0'0'7823'0'0,"1"-2"-7446"0"0,0 0-217 0 0,0-1-1 0 0,0 1 1 0 0,0 0-1 0 0,-1-1 1 0 0,1 1-1 0 0,0-1 1 0 0,-1 1-1 0 0,0-1 1 0 0,0 1-1 0 0,0-1 1 0 0,0 0-1 0 0,0 1 1 0 0,0-1-1 0 0,-1 1 1 0 0,0-4-1 0 0,1 5 513 0 0,-9-13 1626 0 0,-24-22-274 0 0,32 35-1626 0 0,1 0-365 0 0,-1 0-1 0 0,0 1 0 0 0,1-1 1 0 0,-1 0-1 0 0,0 1 1 0 0,1-1-1 0 0,-1 0 1 0 0,0 1-1 0 0,1-1 0 0 0,-1 1 1 0 0,0-1-1 0 0,0 1 1 0 0,0-1-1 0 0,-1 1 1 0 0,2 0 18 0 0,-1-1 0 0 0,0 1 0 0 0,0-1-1 0 0,0 1 1 0 0,0-1 0 0 0,1 1 0 0 0,-1-1 0 0 0,0 1 0 0 0,1-1 0 0 0,-1 0 0 0 0,0 1 0 0 0,1-1 0 0 0,-2-1 0 0 0,-24-14 1092 0 0,12 8-833 0 0,13 7-224 0 0,-1 0-16 0 0,-22-10 289 0 0,22 10 49 0 0,0 0-355 0 0,-24-7 153 0 0,19 5-136 0 0,3 1-3 0 0,0 0 0 0 0,0 0 0 0 0,-1 1-1 0 0,1 0 1 0 0,-1-1 0 0 0,1 1 0 0 0,-7 0 0 0 0,-15-1 18 0 0,19 1-29 0 0,3 0 20 0 0,0 1 1 0 0,0-1-1 0 0,1 1 1 0 0,-1 0 0 0 0,-6 1-1 0 0,-41 8 198 0 0,26-4-404 0 0,3 0 54 0 0,20-4 51 0 0,0 0 137 0 0,-40 10 454 0 0,40-10-615 0 0,0 0-1 0 0,1 0 0 0 0,-1 0 1 0 0,0 0-1 0 0,1 0 1 0 0,-1 1-1 0 0,1-1 0 0 0,-1 0 1 0 0,1 1-1 0 0,-3 2 0 0 0,3-3 82 0 0,0 1-1 0 0,0-1 1 0 0,0 0 0 0 0,0 1-1 0 0,-1-1 1 0 0,1 0-1 0 0,-1 0 1 0 0,1 0 0 0 0,-1 0-1 0 0,-2 1 1 0 0,3-2-28 0 0,-6 5 14 0 0,-11 8-19 0 0,4-5 1 0 0,13-8 0 0 0,0 0 0 0 0,0 0 0 0 0,0 1 0 0 0,1-1 0 0 0,-1 0 0 0 0,0 0 0 0 0,0 1 0 0 0,0-1 0 0 0,0 1 0 0 0,0-1 0 0 0,0 1 0 0 0,0-1 0 0 0,1 1 0 0 0,-1-1 0 0 0,-1 2 0 0 0,-16 5-51 0 0,5-3 6 0 0,5 2 45 0 0,-4 20 0 0 0,9-19 4 0 0,1-4 6 0 0,1 0-1 0 0,-1 0 1 0 0,1 0 0 0 0,-1 0 0 0 0,0 0-1 0 0,-3 3 1 0 0,-8 11-17 0 0,6-9 30 0 0,1 0-1 0 0,0 0 1 0 0,1 1-1 0 0,0-1 1 0 0,-7 16-1 0 0,11-20-22 0 0,-7 13 0 0 0,-12 21 0 0 0,-4 9 0 0 0,19-36 0 0 0,-4 1-28 0 0,4-2-20 0 0,-12 25 48 0 0,14-29 22 0 0,-2 6 18 0 0,2 6-42 0 0,1-12 2 0 0,1 0 0 0 0,-1 0 0 0 0,1 0 0 0 0,1-1 0 0 0,-1 12 0 0 0,1-15 0 0 0,0 12 0 0 0,0 2 0 0 0,2-1 0 0 0,-1-10 0 0 0,-1 0 0 0 0,1-1 0 0 0,0 1 0 0 0,0-1 0 0 0,3 6 0 0 0,-1-3 11 0 0,-1-1 14 0 0,1 0 1 0 0,0 0-1 0 0,0 0 0 0 0,0 0 1 0 0,1-1-1 0 0,4 6 0 0 0,1 2 6 0 0,-8-11 22 0 0,1 1 0 0 0,8 10-31 0 0,3 2 20 0 0,-1-2-31 0 0,11 7 13 0 0,-13-13 5 0 0,-7-3-20 0 0,23 13 57 0 0,2 1-13 0 0,0 3 22 0 0,-13-11-53 0 0,1-1 0 0 0,20 9 0 0 0,-25-12-24 0 0,14 8 55 0 0,-9-4-40 0 0,-10-10-13 0 0,-2 0-2 0 0,39 2 64 0 0,-32-2-37 0 0,1 0-1 0 0,0 1 1 0 0,22 5-1 0 0,-6-2-24 0 0,-24-3 0 0 0,0 0 0 0 0,0-1 0 0 0,0 0 0 0 0,0 0 0 0 0,-1 0 0 0 0,7-1 0 0 0,-1 0 0 0 0,24 0 75 0 0,-29 0-33 0 0,7-2-31 0 0,4 3-11 0 0,-2-2 0 0 0,0-2 0 0 0,-1 1 0 0 0,1-2 0 0 0,0 1 0 0 0,0 0 0 0 0,-2-2 11 0 0,-7 4 31 0 0,7-1-31 0 0,2-1-11 0 0,0 0 0 0 0,-1-2 0 0 0,5-1 0 0 0,-17 7 0 0 0,24-17 0 0 0,1-3 64 0 0,-16 13-64 0 0,4-5-8 0 0,-1-2 133 0 0,-9 12-116 0 0,-2 1-9 0 0,1-1 1 0 0,-1 1-1 0 0,1 0 0 0 0,-1-1 0 0 0,0 1 0 0 0,0-1 0 0 0,0 0 1 0 0,0 1-1 0 0,0-1 0 0 0,1-3 0 0 0,14-22 64 0 0,-16 26-63 0 0,2-3 5 0 0,-1 0 1 0 0,0 0 0 0 0,0 0-1 0 0,0 0 1 0 0,0 0-1 0 0,0 0 1 0 0,-1-6-1 0 0,7-41 80 0 0,-6 40-44 0 0,1-3-31 0 0,1-5-11 0 0,-3 16 0 0 0,-2-13 0 0 0,2-3 17 0 0,-1 18-2 0 0,-8-29 17 0 0,0 3 32 0 0,4 14-64 0 0,-10-35 0 0 0,5 20 0 0 0,-8-17 64 0 0,12 27-56 0 0,6 14 10 0 0,0-1 8 0 0,-9-24-3 0 0,1 1 30 0 0,0-5-53 0 0,5 10 0 0 0,-2-10 64 0 0,3 23-64 0 0,-1-4 4 0 0,0 6-24 0 0,3 7-59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35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642 194 3223 0 0,'5'-8'283'0'0,"10"-17"4372"0"0,-13 12-1354 0 0,-1 8-2859 0 0,1 1-1 0 0,-1 0 1 0 0,0-1-1 0 0,0 1 1 0 0,1-9-1 0 0,-2 12 527 0 0,-8-16 1495 0 0,2 11-1925 0 0,0-2-84 0 0,-1 1 1 0 0,0 0-1 0 0,0 0 1 0 0,-16-11 0 0 0,-11 6 319 0 0,-32-9 522 0 0,60 19-1193 0 0,0 1 0 0 0,-1 0 1 0 0,1 0-1 0 0,0 1 0 0 0,0 0 0 0 0,-1 0 0 0 0,-10 1 0 0 0,10 0 15 0 0,0-1 0 0 0,-1 0-1 0 0,-11-1 1 0 0,17 1-54 0 0,-17-2 191 0 0,16 1-196 0 0,0 1 0 0 0,-1-1 0 0 0,1 1-1 0 0,0 0 1 0 0,-1 0 0 0 0,-6 1 0 0 0,-7 1 22 0 0,-14 6 96 0 0,30-7-173 0 0,0-1-1 0 0,-1 0 0 0 0,1 1 1 0 0,0-1-1 0 0,-1 1 0 0 0,1 0 1 0 0,0-1-1 0 0,0 1 0 0 0,0 0 1 0 0,-1 0-1 0 0,1 0 0 0 0,0 0 1 0 0,0 0-1 0 0,0 0 0 0 0,1 0 1 0 0,-1 0-1 0 0,0 0 0 0 0,0 0 1 0 0,1 1-1 0 0,-1-1 0 0 0,0 0 1 0 0,0 3-1 0 0,1-3 5 0 0,-1 0 0 0 0,1 0 0 0 0,-1 1-1 0 0,1-1 1 0 0,-1 0 0 0 0,0 0 0 0 0,1 0 0 0 0,-1 0-1 0 0,0 0 1 0 0,-1 2 0 0 0,-3 2-2 0 0,4-3 6 0 0,0-1 1 0 0,0 0 0 0 0,0 0 0 0 0,0 0 0 0 0,0 0 0 0 0,0 0-1 0 0,0 0 1 0 0,0 0 0 0 0,-1 0 0 0 0,1 0 0 0 0,0 0 0 0 0,-1-1-1 0 0,1 1 1 0 0,0-1 0 0 0,-1 1 0 0 0,1-1 0 0 0,-1 1 0 0 0,1-1-1 0 0,-1 0 1 0 0,1 0 0 0 0,-1 1 0 0 0,1-1 0 0 0,-1 0 0 0 0,1 0-1 0 0,-1-1 1 0 0,-1 1 0 0 0,-6 0 40 0 0,-10 7-38 0 0,16-5-7 0 0,-6 4 53 0 0,5-3-53 0 0,1-1 0 0 0,0 1 0 0 0,-1-1 0 0 0,1 1 0 0 0,0 0 0 0 0,1 0 0 0 0,-1 0 0 0 0,-4 7 0 0 0,4-5-1 0 0,2-3-2 0 0,0 0 0 0 0,0 0 0 0 0,0 0 0 0 0,0-1 0 0 0,0 1 0 0 0,-1 0 0 0 0,1-1-1 0 0,-1 1 1 0 0,1-1 0 0 0,-1 0 0 0 0,0 1 0 0 0,1-1 0 0 0,-3 1 0 0 0,-2 2-2 0 0,-3 2 11 0 0,1 1 0 0 0,0 0 1 0 0,0 0-1 0 0,1 1 0 0 0,0 0 0 0 0,1 0 0 0 0,0 0 0 0 0,0 1 0 0 0,-6 12 0 0 0,-9 9 224 0 0,10-9-174 0 0,6-10-22 0 0,2 0-31 0 0,-1 1-11 0 0,2-2 37 0 0,0-1 0 0 0,0 0 1 0 0,0 1-1 0 0,1-1 0 0 0,1 1 0 0 0,0 0 0 0 0,1 16 1 0 0,1 2-8 0 0,0-11-30 0 0,1-1 0 0 0,2-1 0 0 0,0-4 11 0 0,-2-6 31 0 0,4 9-19 0 0,-1-2 36 0 0,30 44 166 0 0,-26-40-147 0 0,-8-12-76 0 0,15 10-2 0 0,12 10 187 0 0,-12-11-151 0 0,-14-10-13 0 0,18 8-13 0 0,-6-2 11 0 0,56 29 150 0 0,-56-31-171 0 0,-1-1 0 0 0,1 2 0 0 0,7 2 26 0 0,-20-10-8 0 0,21 8 2 0 0,1 1-20 0 0,-9-6 3 0 0,1 0 5 0 0,14 2 45 0 0,-25-4-52 0 0,18 1 51 0 0,0-3-43 0 0,-2-1 46 0 0,-7 1-44 0 0,-2-1-11 0 0,1 1 11 0 0,6-1 40 0 0,-16 2-49 0 0,15-7 9 0 0,-6 2 31 0 0,9-1 1 0 0,-15 3-16 0 0,6-4-22 0 0,-2 0-5 0 0,-2 0 11 0 0,-5 4 31 0 0,5-5-31 0 0,1-2 0 0 0,0 0 27 0 0,-7 6-23 0 0,-3 5-17 0 0,2-4 4 0 0,22-35 73 0 0,-4 12-22 0 0,-13 16-53 0 0,2-3 8 0 0,-7 10 11 0 0,3-12 7 0 0,1-7-4 0 0,3-38 95 0 0,-6 49-117 0 0,-1 2 0 0 0,-1 2 11 0 0,0 4 31 0 0,0-6-31 0 0,-1-1-5 0 0,0 3 30 0 0,-5-6-14 0 0,6 9 0 0 0,-3-2 12 0 0,-8-14-26 0 0,4 9-8 0 0,4-1 0 0 0,1 1 0 0 0,1-2 0 0 0,0 0 0 0 0,1 1 0 0 0,0-1 0 0 0,-1 0 0 0 0,-1-48 0 0 0,-1 32 0 0 0,3 17 0 0 0,0 0 0 0 0,1 0 0 0 0,-1 0 0 0 0,0-1 0 0 0,1 3 0 0 0,0-2 0 0 0,-1 1 0 0 0,-2 1 0 0 0,0 2-27 0 0,1 6-102 0 0,-5 15-1702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09:45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792 256 2303 0 0,'0'0'102'0'0,"1"-4"-1"0"0,4-18 5080 0 0,-1 19-3199 0 0,1-4 3276 0 0,-24-26-3063 0 0,18 32-1294 0 0,-1-1-622 0 0,-7-11 261 0 0,-1 0-1 0 0,0 1 1 0 0,-20-18 0 0 0,29 29-370 0 0,-15-14 330 0 0,1 2-52 0 0,-11-10-20 0 0,25 21-325 0 0,-2 2-65 0 0,1-1 1 0 0,-1 0 0 0 0,1 0-1 0 0,-1 0 1 0 0,1 0-1 0 0,-1 0 1 0 0,1 0 0 0 0,-3-2-1 0 0,-6-4 168 0 0,4 4-101 0 0,0 0-1 0 0,-1 1 1 0 0,-11-3-1 0 0,4 1 229 0 0,-23-9 0 0 0,-27 0 258 0 0,56 12-537 0 0,1 1-1 0 0,-1 0 1 0 0,1 0 0 0 0,-1 1-1 0 0,0 0 1 0 0,1 1 0 0 0,0 0-1 0 0,-15 5 1 0 0,-4 0 4 0 0,13-3-12 0 0,1 1 1 0 0,-23 9-1 0 0,34-13-37 0 0,1 0 1 0 0,-1 0-1 0 0,0-1 1 0 0,1 1-1 0 0,-1 0 1 0 0,0 0-1 0 0,1 1 1 0 0,-1-1-1 0 0,1 0 1 0 0,0 0-1 0 0,-3 3 0 0 0,-2 2 6 0 0,-26 17 38 0 0,23-16-42 0 0,0 1-1 0 0,0 0 1 0 0,1 0 0 0 0,1 1-1 0 0,-13 18 1 0 0,15-19 3 0 0,0 0-1 0 0,0 1 0 0 0,1 0 1 0 0,-3 10-1 0 0,4-9 2 0 0,-1-1 1 0 0,-1 1-1 0 0,-7 12 0 0 0,2-9-15 0 0,5-11 0 0 0,1 0 0 0 0,-3 6 0 0 0,0-1 0 0 0,0 1 0 0 0,1 1 0 0 0,0 0 0 0 0,0-1 0 0 0,-5 13 0 0 0,-15 24 0 0 0,22-39 0 0 0,2-3 0 0 0,1 0 0 0 0,-1 1 0 0 0,0-1 0 0 0,1 1 0 0 0,0-1 0 0 0,-2 7 0 0 0,3-7 0 0 0,-1 0 0 0 0,1 1 0 0 0,-1-1 0 0 0,1 0 0 0 0,0 0 0 0 0,1 0 0 0 0,-1 0 0 0 0,0 0 0 0 0,1 0 0 0 0,1 6 0 0 0,-1-6 0 0 0,0 0 0 0 0,0 0 0 0 0,-1 0 0 0 0,1 1 0 0 0,-1-1 0 0 0,0 0 0 0 0,0 0 0 0 0,0 0 0 0 0,-1 1 0 0 0,0 3 0 0 0,0-4 0 0 0,-4 17 0 0 0,2-4 0 0 0,2-8 0 0 0,1-8 0 0 0,-1 1 0 0 0,1 0 0 0 0,0 0 0 0 0,0 0 0 0 0,-1 0 0 0 0,1 0 0 0 0,0-1 0 0 0,0 1 0 0 0,0 0 0 0 0,0 0 0 0 0,0 0 0 0 0,0 0 0 0 0,0 0 0 0 0,0 0 0 0 0,1-1 0 0 0,-1 2 0 0 0,1 0 0 0 0,0 0 0 0 0,0 1 0 0 0,0-1 0 0 0,0 0 0 0 0,-1 0 0 0 0,1 1 0 0 0,-1-1 0 0 0,1 5 0 0 0,12 51 0 0 0,-12-52-1 0 0,0-2 3 0 0,0-1-1 0 0,1 1 0 0 0,-1-1 0 0 0,1 1 1 0 0,0-1-1 0 0,3 5 0 0 0,-3-4 2 0 0,2 4 19 0 0,16 26 20 0 0,-8-16 8 0 0,21 28 0 0 0,-10-18-33 0 0,-20-23-17 0 0,-1-1 0 0 0,13 10 0 0 0,17 15 53 0 0,-6-7 33 0 0,-15-14-33 0 0,-5-4-5 0 0,-2-1-33 0 0,20 6 53 0 0,-14-5-22 0 0,1-1 1 0 0,0 0 0 0 0,0 0-1 0 0,0-2 1 0 0,0 1 0 0 0,0-1-1 0 0,17-1 1 0 0,-11 0-47 0 0,28-1 55 0 0,-34 1-31 0 0,-1 0 1 0 0,16-2-1 0 0,2-2-24 0 0,-14 3 0 0 0,-7 1 0 0 0,0 0 0 0 0,-1-1 0 0 0,1 0 0 0 0,8-3 0 0 0,42-10 11 0 0,-29 7 55 0 0,21-10 4 0 0,-45 16-58 0 0,15-9 29 0 0,-4 0-41 0 0,-15 10-1 0 0,24-21 13 0 0,-4 5 41 0 0,-8 5-21 0 0,9-16 0 0 0,-13 17-21 0 0,-1 0 31 0 0,-1 1-31 0 0,1-1-11 0 0,-1 0 0 0 0,1 0 0 0 0,1 2 0 0 0,-1-1 0 0 0,-1-1 0 0 0,1 0 0 0 0,-2-1 11 0 0,0 0 31 0 0,0-1-31 0 0,0 1-11 0 0,0-1 11 0 0,0 1 31 0 0,0 1-31 0 0,-1-2 0 0 0,0 0 31 0 0,1-7-29 0 0,-4 18-12 0 0,-2-29-4 0 0,-1-6 67 0 0,0 25-53 0 0,1-1 31 0 0,-1-5-29 0 0,2 17-12 0 0,-10-30-4 0 0,-1-1 3 0 0,1 4 64 0 0,6 16-64 0 0,1 0 0 0 0,-3-17 0 0 0,-3-19 0 0 0,2 24 0 0 0,5 19 0 0 0,0-1 0 0 0,0 0 0 0 0,1 1 0 0 0,0-1 0 0 0,-1-5 0 0 0,-5-21 0 0 0,-3 2 0 0 0,3 11 0 0 0,4 15 0 0 0,-1-5 2 0 0,4 8-2 0 0,0-1 0 0 0,0 1 0 0 0,-1-1 0 0 0,1 1 0 0 0,0 0 0 0 0,0-1 0 0 0,0 1 0 0 0,-1 0 0 0 0,1-1-1 0 0,0 1 1 0 0,0 0 0 0 0,-1-1 0 0 0,1 1 0 0 0,0 0 0 0 0,0 0 0 0 0,-1-1 0 0 0,1 1 0 0 0,0 0 0 0 0,-1 0-1 0 0,1 0 1 0 0,-1-1 0 0 0,1 1 0 0 0,0 0 0 0 0,-1 0 0 0 0,-8-3-31 0 0,8 2-121 0 0,-1 3-25 0 0,0-1-10 0 0,-1 1 0 0 0,1 0 0 0 0,-1 0 1 0 0,1 0-1 0 0,0 0 0 0 0,0 0 0 0 0,0 1 0 0 0,0-1 0 0 0,1 1 0 0 0,-1-1 1 0 0,1 1-1 0 0,-2 3 0 0 0,-1 11-952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04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1155 3223 0 0,'0'0'4363'0'0,"2"-1"-3050"0"0,48-5 3121 0 0,-41 5-3980 0 0,0 0 0 0 0,0 1 1 0 0,1 0-1 0 0,-1 1 0 0 0,0-1 1 0 0,0 2-1 0 0,16 3 0 0 0,-5-1-174 0 0,-1-1 0 0 0,22 0-1 0 0,10 2 145 0 0,-21-3-164 0 0,0-1 0 0 0,37-3 0 0 0,-48 1-159 0 0,168-13 946 0 0,-129 13-709 0 0,28-2 29 0 0,-8 1-162 0 0,-51 2-119 0 0,29-3-1 0 0,3-5 27 0 0,-14 1 48 0 0,63-1 0 0 0,-10 2 139 0 0,-28 1-118 0 0,162-22 200 0 0,-112 10-111 0 0,-83 15-187 0 0,-26 2-27 0 0,0-1 1 0 0,0 0 0 0 0,12-3-1 0 0,11 0 8 0 0,124-21 245 0 0,-127 19-255 0 0,0-1-1 0 0,0-1 0 0 0,-1-2 1 0 0,29-13-1 0 0,-13 5-37 0 0,4-4 144 0 0,39-24-80 0 0,-63 34-104 0 0,0-1 0 0 0,-1-2 0 0 0,40-30 0 0 0,-52 36 23 0 0,-4 3 4 0 0,-1 0 0 0 0,0 0 0 0 0,12-13 0 0 0,0 2 30 0 0,-11 6-14 0 0,-2 2-18 0 0,2-3 10 0 0,7-11 78 0 0,-5 1-24 0 0,-9 18-49 0 0,3-10 6 0 0,-1-3 34 0 0,-3 14-39 0 0,0-1 1 0 0,0 0 0 0 0,-1 1 0 0 0,1-1-1 0 0,-1 0 1 0 0,0 0 0 0 0,0 0-1 0 0,0 0 1 0 0,-2-6 0 0 0,0-2 15 0 0,0-5 4 0 0,-1-1 0 0 0,0 1-1 0 0,-2 0 1 0 0,0 1 0 0 0,0-1-1 0 0,-2 1 1 0 0,0 0 0 0 0,-1 1-1 0 0,-1 0 1 0 0,0 0 0 0 0,-1 0-1 0 0,0 1 1 0 0,-2 1 0 0 0,1 0-1 0 0,-26-22 1 0 0,-1 4-29 0 0,21 16 7 0 0,-1 1 0 0 0,-32-21 0 0 0,11 13-11 0 0,-1 2 0 0 0,-57-22-1 0 0,25 18 1 0 0,-1 4 0 0 0,0 2 0 0 0,-1 4 0 0 0,-1 3 0 0 0,-124-3 0 0 0,27 5-4 0 0,-283-7 0 0 0,363 17 0 0 0,27 2 0 0 0,18 1 0 0 0,-90-2 0 0 0,122-1 0 0 0,-42 7 0 0 0,-99 34-39 0 0,42-9 14 0 0,112-32 25 0 0,-32 7 0 0 0,1 1 0 0 0,-40 17 0 0 0,69-24 0 0 0,-31 12 0 0 0,2 2 0 0 0,4 2 0 0 0,26-16 0 0 0,-13 12 0 0 0,1 1 0 0 0,2-5 0 0 0,1-1 0 0 0,9-7 2 0 0,1 0-1 0 0,-1 0 0 0 0,1 0 1 0 0,0 0-1 0 0,0 0 1 0 0,0 1-1 0 0,0-1 1 0 0,0 0-1 0 0,0 1 1 0 0,1 0-1 0 0,-1-1 1 0 0,1 1-1 0 0,0 0 1 0 0,0 0-1 0 0,0 0 0 0 0,0 0 1 0 0,0 0-1 0 0,0 0 1 0 0,1 6-1 0 0,-1-6 6 0 0,1 0 0 0 0,-1 1-1 0 0,1-1 1 0 0,-1 1 0 0 0,0-1-1 0 0,-3 6 1 0 0,-10 26 246 0 0,14-34-315 0 0,-2 2-54 0 0,-29 52-126 0 0,-14 20 545 0 0,18-35-435 0 0,20-31 143 0 0,1-3 7 0 0,3 1 10 0 0,-5 15-21 0 0,8-20-7 0 0,-5 13 0 0 0,0 1 0 0 0,2-1 0 0 0,0 1 0 0 0,-2 22 0 0 0,5 5 0 0 0,-1-33 0 0 0,4 27 0 0 0,-1-16 0 0 0,7 44 0 0 0,-9-57 0 0 0,8 28 0 0 0,-1-14 0 0 0,0-4 12 0 0,-4-10 52 0 0,6 12 12 0 0,0 3-60 0 0,2 0-16 0 0,1-1 0 0 0,16 18 13 0 0,-26-37 51 0 0,1 0-8 0 0,32 31 72 0 0,-22-21-105 0 0,-7-8 36 0 0,7 5 9 0 0,6 3 21 0 0,-16-11-30 0 0,26 11 54 0 0,-20-8-86 0 0,-3-2 15 0 0,7 4-20 0 0,-6-4 20 0 0,21 7-32 0 0,-18-3 51 0 0,27 4 68 0 0,-20-7-106 0 0,-11-4 25 0 0,20-4 1 0 0,-19 6-29 0 0,-1 0-4 0 0,2-1 20 0 0,0 0 0 0 0,0-1 0 0 0,-1 1 0 0 0,1-2 0 0 0,0 1 0 0 0,14-3 0 0 0,32-4 124 0 0,-47 7-152 0 0,25-6 70 0 0,-13 2-36 0 0,-1 3-31 0 0,-1-2-11 0 0,-3 2-27 0 0,-11 1-102 0 0,14 11-2827 0 0,-6 1 1468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5:16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593 734 4143 0 0,'0'0'191'0'0,"0"-2"133"0"0,1-1 27 0 0,1-7 5263 0 0,13 10-4078 0 0,35 3 759 0 0,-38-1-1983 0 0,0 0 0 0 0,1-1 0 0 0,-1 0 0 0 0,0-1 1 0 0,14-2-1 0 0,-12 1-86 0 0,-1 0 0 0 0,16 3 1 0 0,4 0 155 0 0,9 4-41 0 0,-15 1-77 0 0,-18-4-172 0 0,0 0 1 0 0,0-1-1 0 0,0-1 1 0 0,9 1-1 0 0,7 1 67 0 0,14-1 74 0 0,63 3 173 0 0,-18-4-180 0 0,-21 1 102 0 0,-20 3-159 0 0,-35-4-137 0 0,-1 0 0 0 0,1 0-1 0 0,14-1 1 0 0,5 3 72 0 0,-20-1-60 0 0,1-1 0 0 0,0-1 0 0 0,0 0 0 0 0,0 0 0 0 0,11-1 0 0 0,-10 0-32 0 0,-5 0 14 0 0,1 1-1 0 0,-1-1 1 0 0,1 1-1 0 0,0 0 1 0 0,6 1 0 0 0,-3 0 17 0 0,1 0 1 0 0,14-1 0 0 0,11 0 75 0 0,-22 1-54 0 0,0-1 0 0 0,24-3 0 0 0,7 0 60 0 0,19 4 64 0 0,119-3 102 0 0,-160 0-228 0 0,34-9 1 0 0,-34 7-14 0 0,31-4 0 0 0,101-5 219 0 0,-132 10-229 0 0,-8 1-26 0 0,0 1 1 0 0,22 0-1 0 0,17-3 50 0 0,-8 2-6 0 0,62-11 1 0 0,-98 11-56 0 0,15-1 64 0 0,37-3-1 0 0,-57 6-65 0 0,11-1 45 0 0,9-5-29 0 0,41-16 115 0 0,-47 18-120 0 0,-13 3-11 0 0,16-2-2 0 0,-15 3 1 0 0,18-7 11 0 0,2-2 42 0 0,21-6-42 0 0,-35 12 31 0 0,2-1-31 0 0,4-3-14 0 0,-14 5 12 0 0,20-9 60 0 0,-20 9-27 0 0,7-5-19 0 0,10-11 204 0 0,-17 14-139 0 0,-1 3 33 0 0,8-16-14 0 0,-3 8-176 0 0,10-30 86 0 0,-8 11 69 0 0,-8 26-19 0 0,0-1 0 0 0,7-38-159 0 0,-7 39 492 0 0,-1-1-454 0 0,3-25-112 0 0,-3 24 123 0 0,-1-7 4 0 0,0 5-42 0 0,-7-18-13 0 0,5 19 92 0 0,-3-7 13 0 0,-5 0 31 0 0,8 8-30 0 0,-18-12-13 0 0,12 9 1 0 0,5 3 0 0 0,0 1 0 0 0,0 0 0 0 0,0 0 0 0 0,-8-3 0 0 0,-3-5 12 0 0,7 6-1 0 0,1 1-1 0 0,-1-1 0 0 0,0 1 1 0 0,-14-5-1 0 0,0 1-10 0 0,1 1 0 0 0,-2 1 0 0 0,-37-5 0 0 0,25 3 13 0 0,29 6-2 0 0,0 0-1 0 0,0 0 1 0 0,-1 1 0 0 0,1 0 0 0 0,-7 0-1 0 0,-82-5 218 0 0,52 2-392 0 0,3-1 58 0 0,-65-16 0 0 0,15 1 144 0 0,77 17-4 0 0,0 0 0 0 0,-21-10 0 0 0,20 7 0 0 0,-25-6-1 0 0,15 7-33 0 0,0 2 0 0 0,-1 0 0 0 0,1 2 0 0 0,-43 3 0 0 0,59-1 1 0 0,0 1 0 0 0,-13 4 0 0 0,16-4-2 0 0,1-1-1 0 0,-1 1 1 0 0,0-1-1 0 0,1 0 1 0 0,-1 0-1 0 0,0-1 1 0 0,0 1-1 0 0,0-1 1 0 0,1 0-1 0 0,-9-2 1 0 0,-75-21-146 0 0,74 20 148 0 0,-175-29 62 0 0,108 20 9 0 0,-26-2 53 0 0,96 15-122 0 0,1-1 0 0 0,0 1-1 0 0,0 1 1 0 0,-20 5 0 0 0,19-4-4 0 0,0-1 0 0 0,-1 0 1 0 0,-19 2-1 0 0,-142-9-363 0 0,146 5 353 0 0,3 0 115 0 0,-26-2-1 0 0,23-1-33 0 0,9 2-9 0 0,-23-6 0 0 0,6 1-61 0 0,-12-4 0 0 0,37 8 0 0 0,-1 0 0 0 0,1 1 0 0 0,-1 0 0 0 0,-17 1 0 0 0,-6-1 0 0 0,20 0 0 0 0,0 1 0 0 0,0 1 0 0 0,-28 4 0 0 0,-45 3 0 0 0,63-6 0 0 0,-28 3 0 0 0,-2-2 0 0 0,51-3 0 0 0,0 1 0 0 0,-1 0 0 0 0,1 0 0 0 0,0 0 0 0 0,0 0 0 0 0,0 1 0 0 0,0-1 0 0 0,0 1 0 0 0,1 0 0 0 0,-1 0 0 0 0,0 0 0 0 0,1 0 0 0 0,-5 5 0 0 0,4-4 0 0 0,0-1 0 0 0,0 1 0 0 0,0 0 0 0 0,-1-1 0 0 0,1 0 0 0 0,-1 1 0 0 0,-5 1 0 0 0,-21 8 0 0 0,15-6 0 0 0,1 1 0 0 0,-19 11 0 0 0,11-4 0 0 0,-8 7 0 0 0,24-17 0 0 0,-2-1 0 0 0,1 0 0 0 0,-14 4 0 0 0,7-4 0 0 0,9-1 0 0 0,-7 9 0 0 0,-34 32 0 0 0,32-31 0 0 0,12-10 0 0 0,-7 12 0 0 0,6-9 0 0 0,-9 20 0 0 0,11-21 0 0 0,-11 22 0 0 0,4-6 0 0 0,0 3 0 0 0,5-11 0 0 0,1 1 0 0 0,-1 6 0 0 0,1 0 0 0 0,2 16 13 0 0,0-32 131 0 0,0 0-88 0 0,2 12-45 0 0,-2 4-11 0 0,0 0 0 0 0,2-1 0 0 0,1-1 0 0 0,-1-7 0 0 0,1 0 0 0 0,0 0 0 0 0,4 11 0 0 0,-2-10 11 0 0,-4-8 42 0 0,-1-2-29 0 0,0-1-22 0 0,0 1 1 0 0,0-1-1 0 0,0 1 0 0 0,0-1 0 0 0,0 0 0 0 0,1 1 0 0 0,-1-1 0 0 0,0 1 0 0 0,0-1 0 0 0,0 1 1 0 0,1-1-1 0 0,-1 0 0 0 0,0 1 0 0 0,0-1 0 0 0,1 1 0 0 0,-1-1 0 0 0,0 0 0 0 0,1 1 0 0 0,-1-1 1 0 0,0 0-1 0 0,1 1 0 0 0,8 9 82 0 0,-7-6-58 0 0,18 14 281 0 0,-8-9-292 0 0,2-5 65 0 0,2-1 104 0 0,22 3 124 0 0,-33-6-252 0 0,8 3 21 0 0,2-1 0 0 0,0 1-10 0 0,1-1 0 0 0,-1-2 10 0 0,-1 1 6 0 0,0 0 10 0 0,-1-1-13 0 0,32 3-64 0 0,-29-2 22 0 0,25-1 1 0 0,-39 0-41 0 0,25-4 66 0 0,3 2 1 0 0,-10 0-8 0 0,-16 2-54 0 0,18 4 8 0 0,1-1 25 0 0,-4 3-19 0 0,-5-5-17 0 0,0 0 0 0 0,0-1 11 0 0,0 4 31 0 0,-2-1-19 0 0,1-2 50 0 0,-11-1-9 0 0,10 0 14 0 0,-7 0-25 0 0,4-2 12 0 0,-5 2 6 0 0,5 2 0 0 0,-5-2-6 0 0,5-2-30 0 0,-7 2-115 0 0,-1 3-1392 0 0,3 9 37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6:32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2622 274 6447 0 0,'0'0'499'0'0,"-5"0"-328"0"0,-13 0-18 0 0,13 0 3316 0 0,4 0-3386 0 0,-1-1-1 0 0,0 1 0 0 0,0-1 0 0 0,0 0 0 0 0,0 1 1 0 0,0-1-1 0 0,0 0 0 0 0,1 0 0 0 0,-1 0 1 0 0,-2-2-1 0 0,3 2-79 0 0,-1-1 93 0 0,-11-7 136 0 0,-1-1 1729 0 0,-23-12-1 0 0,24 15-1602 0 0,11 6 11 0 0,0 0-320 0 0,1 1 0 0 0,-1 0 0 0 0,0-1 0 0 0,1 1 0 0 0,-1-1 0 0 0,1 0 0 0 0,-1 1 0 0 0,1-1 0 0 0,-1 0 0 0 0,1 0 0 0 0,-2-1 0 0 0,-11-7 283 0 0,-24-12 124 0 0,36 19-372 0 0,-2 1-49 0 0,-1 0-1 0 0,0-1 1 0 0,1 0-1 0 0,-1 0 0 0 0,1 0 1 0 0,-5-3-1 0 0,2 1 33 0 0,4 3 13 0 0,0 1-57 0 0,1 0 0 0 0,-1 0 0 0 0,0 0-1 0 0,0 0 1 0 0,0-1 0 0 0,0 1 0 0 0,0-1 0 0 0,0 0-1 0 0,1 0 1 0 0,-6-3 0 0 0,1 2 46 0 0,-7-2 36 0 0,2 0 57 0 0,0 1-1 0 0,1 0 0 0 0,-1 1 1 0 0,-13-1-1 0 0,-23-2 419 0 0,0 0-216 0 0,17 5-167 0 0,-1-1-1 0 0,-34-6 1 0 0,24 3-19 0 0,-150-24 650 0 0,30 4 164 0 0,126 15-868 0 0,30 7-94 0 0,-1 0 0 0 0,0 0 0 0 0,-11-1 0 0 0,-46-6 274 0 0,34 3-163 0 0,20 4-91 0 0,0 0 0 0 0,1 0 0 0 0,-13 1 0 0 0,-59-3 153 0 0,48 2-112 0 0,23 1-57 0 0,0 0-1 0 0,-16 2 1 0 0,-83 0 62 0 0,-6 1 8 0 0,81 1-105 0 0,17-2 68 0 0,-33 6 0 0 0,-31 12 40 0 0,66-17-107 0 0,9-1 0 0 0,1 0 0 0 0,-1 0 0 0 0,1 0 0 0 0,-1 1 0 0 0,1 0 0 0 0,0 0 0 0 0,0 0 0 0 0,0 1 0 0 0,0 0 0 0 0,-7 4 0 0 0,5 0 0 0 0,6-5 0 0 0,-1 0 0 0 0,0 0 0 0 0,0-1 0 0 0,0 1 0 0 0,-1-1 0 0 0,1 1 0 0 0,0-1 0 0 0,0 0 0 0 0,-1 0 0 0 0,1 0 0 0 0,-1 0 0 0 0,-4 1 0 0 0,-36 16 0 0 0,24-11 10 0 0,13-7 13 0 0,2-1-3 0 0,-105 14 55 0 0,55-2 1 0 0,35-7-22 0 0,-1 0 0 0 0,-28 11 1 0 0,-4 0 53 0 0,31-7-55 0 0,14-7-53 0 0,-19 9 0 0 0,17-4 26 0 0,0-1 0 0 0,-11 10 1 0 0,11-8-17 0 0,4-4 69 0 0,1 0 0 0 0,-1 0-1 0 0,0-1 1 0 0,0 0 0 0 0,-6 2 0 0 0,-9 3-170 0 0,-1 2-128 0 0,5-1 199 0 0,14-7 15 0 0,0 2 6 0 0,0 0-1 0 0,0-1 1 0 0,0 1-1 0 0,-1-1 1 0 0,1 0-1 0 0,-1 1 1 0 0,0-1 0 0 0,-2 1-1 0 0,-7 5 0 0 0,3 1 0 0 0,0 1 0 0 0,1 1 0 0 0,1 1 0 0 0,1 1 0 0 0,-20 48 0 0 0,14-32 0 0 0,6-14 0 0 0,1 2 0 0 0,1 0 0 0 0,-1-2 0 0 0,2 0 0 0 0,0 2 0 0 0,-1 7 0 0 0,4-24 0 0 0,-1 49 0 0 0,0-15 0 0 0,1-29 0 0 0,1 23 0 0 0,4 8 0 0 0,-1-12 0 0 0,-1-10 0 0 0,5 9 0 0 0,-5-12-1 0 0,-1-5 3 0 0,-1 0 0 0 0,2 0 0 0 0,-1 0 0 0 0,1-1 0 0 0,3 7 0 0 0,7 14 51 0 0,-11-21-44 0 0,13 18 35 0 0,-12-19-30 0 0,0 2 27 0 0,1-1 0 0 0,0 0 0 0 0,0 0-1 0 0,0 0 1 0 0,8 7 0 0 0,-5-7 36 0 0,-2-3-21 0 0,13 11-51 0 0,8 2 125 0 0,-23-13-116 0 0,23 11-16 0 0,-11-8 13 0 0,8 4 41 0 0,-19-7-46 0 0,18 4 64 0 0,15 2 43 0 0,16 4-101 0 0,46 6 52 0 0,-86-15-61 0 0,37 1 47 0 0,-33-4-19 0 0,30 3 13 0 0,9 2 9 0 0,-26 0-42 0 0,2-4 0 0 0,-1 1 42 0 0,42 1-53 0 0,-50 1 29 0 0,9 0 6 0 0,4-1 29 0 0,31-3-64 0 0,-32 0 0 0 0,0 4 53 0 0,103-2 28 0 0,-32-1-87 0 0,-80 0 11 0 0,30-3 0 0 0,-26 0 38 0 0,-20 1-33 0 0,37 2-9 0 0,-36 1-1 0 0,-8 0 0 0 0,1-1 0 0 0,-1-1 0 0 0,1 1 0 0 0,-1-1 0 0 0,1 1 0 0 0,-1-1 0 0 0,1 0 0 0 0,3 0 0 0 0,72 1 0 0 0,67-7 75 0 0,-129 6-33 0 0,72 0-31 0 0,189-13 52 0 0,-250 11-62 0 0,-3 2-1 0 0,20-4 0 0 0,-42 4 5 0 0,0 0-1 0 0,0 0 1 0 0,1 0-1 0 0,-1-1 0 0 0,0 1 1 0 0,0-1-1 0 0,5-2 1 0 0,17-3 23 0 0,40-4-28 0 0,-51 7 0 0 0,1 0 0 0 0,31-8 64 0 0,-2-2-64 0 0,-30 9 0 0 0,1 0 11 0 0,0-1 31 0 0,-1 0-31 0 0,1 1-11 0 0,0-2 0 0 0,-1 1 11 0 0,0-1 31 0 0,5-1-29 0 0,-16 6-13 0 0,11-11-2 0 0,-10 10 0 0 0,11-12 15 0 0,-9 7 42 0 0,-5 7-50 0 0,1-1-1 0 0,-1 1 1 0 0,1-1 0 0 0,-1 0 0 0 0,1 0 0 0 0,-1 0-1 0 0,0 0 1 0 0,0 0 0 0 0,1 0 0 0 0,-1 0 0 0 0,0 0-1 0 0,2-3 1 0 0,1 0 6 0 0,0 0-1 0 0,0 0 1 0 0,0-1 0 0 0,0 0-1 0 0,-1 0 1 0 0,6-10 0 0 0,-7 11 31 0 0,2-3-27 0 0,0 0 0 0 0,-1-1 0 0 0,0 1 0 0 0,3-13 0 0 0,2-11-4 0 0,-4 21 31 0 0,0-9-31 0 0,-2 13-10 0 0,3-7 9 0 0,2-11 43 0 0,-5 21-53 0 0,3-13 0 0 0,-4-7 53 0 0,-1 11-40 0 0,2-41-15 0 0,0 22 2 0 0,-1 20 0 0 0,-2-2 11 0 0,2-2 4 0 0,0 14 1 0 0,-2-35 6 0 0,0 19-22 0 0,-7-23 0 0 0,5 32 11 0 0,1-1 16 0 0,2 5-9 0 0,-10-25-10 0 0,-3-12-8 0 0,12 36 0 0 0,1 3 0 0 0,-1 0 0 0 0,0 0 0 0 0,1 0 0 0 0,-1 0 0 0 0,0 1 0 0 0,0-1 0 0 0,0 0 0 0 0,0 0 0 0 0,0 1 0 0 0,-1-1 0 0 0,0-1 0 0 0,-2-2 16 0 0,-19-26 43 0 0,20 27-17 0 0,-3-3-20 0 0,2 4 20 0 0,-5-3-47 0 0,7 4-79 0 0,1 0 31 0 0,-1 0-1 0 0,1-1 1 0 0,-1 1-1 0 0,0 0 1 0 0,0 0-1 0 0,0 1 1 0 0,0-1-1 0 0,-3-1 1 0 0,-7-2 42 0 0,1 2-96 0 0,9 2-446 0 0,-13 5-1914 0 0,5 5 890 0 0,0-1-279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8:47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1837 138 10223 0 0,'0'0'920'0'0,"-2"-2"-754"0"0,-8-3-105 0 0,7 3 156 0 0,-16-11 1093 0 0,8 5-989 0 0,0 3-28 0 0,0 1 0 0 0,0 1-1 0 0,0-1 1 0 0,0 2 0 0 0,0 0 0 0 0,-1 0 0 0 0,1 1-1 0 0,-1 0 1 0 0,-21 2 0 0 0,-41-4 379 0 0,17 1-211 0 0,38 1-73 0 0,-30-6-1 0 0,15 2-26 0 0,-122-5 1007 0 0,10 16-944 0 0,-33-1 80 0 0,34-2-163 0 0,112-2-298 0 0,-245 15 429 0 0,245-10-367 0 0,0 0 0 0 0,1 2 0 0 0,-45 17 0 0 0,45-14-71 0 0,1 1 143 0 0,-51 27 0 0 0,49-19-1 0 0,28-17-131 0 0,0 0-1 0 0,1 1 1 0 0,-1-1-1 0 0,0 1 1 0 0,1 1-1 0 0,0-1 1 0 0,0 0-1 0 0,0 1 1 0 0,1 0-1 0 0,0 0 1 0 0,0 0 0 0 0,0 0-1 0 0,0 1 1 0 0,-3 9-1 0 0,0-1-8 0 0,-3 7 83 0 0,1 0-1 0 0,1 0 1 0 0,-6 30 0 0 0,-1 4-207 0 0,10-41 129 0 0,1-2-2 0 0,0 0-1 0 0,1 1 1 0 0,0-1 0 0 0,0 15-1 0 0,2-9 40 0 0,1-1-1 0 0,0 0 0 0 0,6 24 1 0 0,-5-25-14 0 0,1-2-31 0 0,-2-3 17 0 0,2 0 0 0 0,-1-1 0 0 0,2 1 0 0 0,-1-1 0 0 0,7 13 0 0 0,-5-12-37 0 0,-3-4 17 0 0,1 0 0 0 0,0-1-1 0 0,1 0 1 0 0,-1 1 0 0 0,1-1-1 0 0,0 0 1 0 0,1-1 0 0 0,-1 1-1 0 0,1-1 1 0 0,0 0 0 0 0,6 5-1 0 0,-1-2 58 0 0,1 0 0 0 0,0 0 0 0 0,0-1-1 0 0,24 12 1 0 0,54 17 105 0 0,-59-25-35 0 0,38 11 103 0 0,82 18 0 0 0,-83-27-192 0 0,27 7 67 0 0,-20-7-5 0 0,-40-5-111 0 0,-1-2 0 0 0,2-1-1 0 0,55 1 1 0 0,41 2 56 0 0,-3-3 42 0 0,-93-1-117 0 0,77 7 0 0 0,-76-9 21 0 0,23 1 22 0 0,15 0-3 0 0,-12 0-5 0 0,-6-3-20 0 0,239 3 87 0 0,-200 3-85 0 0,97 0 30 0 0,-71-4-47 0 0,-80 1 0 0 0,-33-1 0 0 0,-1-2 0 0 0,1 1 0 0 0,-1-1 0 0 0,1 0 0 0 0,12-2 0 0 0,62-10 22 0 0,87-3 1 0 0,-131 13-15 0 0,33 2 4 0 0,-13 2-13 0 0,18-3 1 0 0,57-3 0 0 0,42-10 0 0 0,-148 12 0 0 0,111-10 0 0 0,-34 7 0 0 0,149-22 64 0 0,-225 22-64 0 0,-1 0 0 0 0,1-2 0 0 0,-1-2 0 0 0,-1 0 0 0 0,30-15 0 0 0,-35 12 46 0 0,0-4-28 0 0,-7 4-18 0 0,0 0 0 0 0,14-16 0 0 0,-9 8 0 0 0,-4 3 0 0 0,-4-1 0 0 0,-8 15 0 0 0,-2 2 0 0 0,0-1 0 0 0,1 1 0 0 0,-1-1 0 0 0,0 0 0 0 0,0 1 0 0 0,0-1 0 0 0,0 0 0 0 0,0 0 0 0 0,0-2 0 0 0,5-15 0 0 0,-4 16 0 0 0,4-14 0 0 0,-6 16 0 0 0,1 0 0 0 0,-1 0 0 0 0,1 0 0 0 0,-1 0 0 0 0,0 0 0 0 0,1 0 0 0 0,-1 0 0 0 0,0 0 0 0 0,0 0 0 0 0,0-1 0 0 0,0 1 0 0 0,0 0 0 0 0,0 0 0 0 0,0 0 0 0 0,0 0 0 0 0,-1 0 0 0 0,0-2 0 0 0,0-1 0 0 0,0-3-9 0 0,-1 0 0 0 0,0 0 1 0 0,-1 0-1 0 0,1 0 0 0 0,-1 0 0 0 0,0 1 0 0 0,-1-1 1 0 0,0 1-1 0 0,0 0 0 0 0,0 0 0 0 0,-1 0 0 0 0,0 1 1 0 0,0-1-1 0 0,-10-7 0 0 0,-5-3-35 0 0,0 1 0 0 0,-44-24 0 0 0,-195-78-10 0 0,173 82 44 0 0,40 15 10 0 0,-45-27 0 0 0,29 12-16 0 0,-2 4 0 0 0,-1 2 0 0 0,-105-32 0 0 0,50 33 16 0 0,-14-3 0 0 0,27-8 0 0 0,85 30 0 0 0,-14-3 0 0 0,0 2 0 0 0,-39-6 0 0 0,37 8 0 0 0,-40-2 0 0 0,44 7 0 0 0,-152-9 0 0 0,87 0 0 0 0,-47-3 0 0 0,67 14 0 0 0,59 3 0 0 0,7-2 0 0 0,1-1 0 0 0,8 1 0 0 0,-24-5 0 0 0,16 3 0 0 0,1-1 0 0 0,-1 1 0 0 0,4 1-19 0 0,0 0-1 0 0,1 1 0 0 0,-1-1 1 0 0,0 2-1 0 0,0-1 1 0 0,0 1-1 0 0,0 1 0 0 0,-14 3 1 0 0,0 0-152 0 0,-42 14-1912 0 0,33-10-178 0 0,-8 1-5920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15.955"/>
    </inkml:context>
    <inkml:brush xml:id="br0">
      <inkml:brushProperty name="width" value="0.05" units="cm"/>
      <inkml:brushProperty name="height" value="0.05" units="cm"/>
      <inkml:brushProperty name="color" value="#0070C0"/>
    </inkml:brush>
  </inkml:definitions>
  <inkml:trace contextRef="#ctx0" brushRef="#br0">1334 607 3679 0 0,'0'0'9040'0'0,"1"2"-8685"0"0,0-1-191 0 0,0 0 0 0 0,1 1 0 0 0,-1-1 0 0 0,1 0 0 0 0,-1 0 0 0 0,1 0 0 0 0,-1 0-1 0 0,1 0 1 0 0,0 0 0 0 0,-1 0 0 0 0,1-1 0 0 0,0 1 0 0 0,0-1 0 0 0,0 1 0 0 0,-1-1 0 0 0,1 0 0 0 0,0 1 0 0 0,3-1 0 0 0,41 1 790 0 0,-37-1-746 0 0,20-1 437 0 0,37-7 0 0 0,-27 3-191 0 0,-32 3-323 0 0,0 1 0 0 0,1-1 1 0 0,-1 0-1 0 0,0-1 0 0 0,7-3 0 0 0,-12 5 340 0 0,11-7 119 0 0,-9 4-500 0 0,2-1 34 0 0,0 0 0 0 0,0-1 0 0 0,7-10 0 0 0,-7 7-35 0 0,-4 8-20 0 0,-1-1 1 0 0,18-26 194 0 0,-14 21-187 0 0,-4 6 355 0 0,4-10-195 0 0,-4 9-117 0 0,-1 1-101 0 0,0 0-1 0 0,0 0 1 0 0,1 0 0 0 0,-1 0-1 0 0,0 0 1 0 0,0 0-1 0 0,0 0 1 0 0,1 0 0 0 0,-1 1-1 0 0,1-1 1 0 0,-1 0 0 0 0,1-1-1 0 0,4-11 213 0 0,-5 7-181 0 0,0 0-1 0 0,0 1 0 0 0,0-1 1 0 0,-2-6-1 0 0,1 5 2 0 0,0 0 0 0 0,-1 1-1 0 0,0-1 1 0 0,0 0 0 0 0,-1 0-1 0 0,0 1 1 0 0,0 0 0 0 0,-6-10 0 0 0,-2 2 24 0 0,0 0 1 0 0,-14-12-1 0 0,7 6-40 0 0,-17-22-1 0 0,-20-23-34 0 0,21 31 93 0 0,27 28-93 0 0,1 0-1 0 0,-1 1 0 0 0,-12-8 1 0 0,-3-2-11 0 0,9 6-9 0 0,0 0 0 0 0,-18-7 0 0 0,11 5 8 0 0,10 6 19 0 0,0 0 0 0 0,0 1 0 0 0,0 0 1 0 0,-1 1-1 0 0,1 0 0 0 0,-1 1 0 0 0,0 0 0 0 0,-16-1 0 0 0,21 2 3 0 0,-1 1-1 0 0,1-1 1 0 0,-10-3 0 0 0,-11-2 15 0 0,-98-2-36 0 0,15 8-18 0 0,36 0 58 0 0,-13 1-67 0 0,85 0 36 0 0,0-1 0 0 0,0 0 0 0 0,0 1 0 0 0,0-1 1 0 0,-1 0-1 0 0,1-1 0 0 0,0 1 0 0 0,0 0 0 0 0,-3-1 1 0 0,-19-3 4 0 0,-74 5 160 0 0,8 3-35 0 0,77-5-88 0 0,-22 1-27 0 0,27 0-12 0 0,5 0 5 0 0,0-1 1 0 0,0 1-1 0 0,0 0 1 0 0,-1 1 0 0 0,1-1-1 0 0,0 1 1 0 0,-5 1-1 0 0,-78 10 109 0 0,55-9 56 0 0,-58 14-1 0 0,67-13-204 0 0,10-1 6 0 0,0-1-1 0 0,1 2 0 0 0,-14 5 0 0 0,13-5 34 0 0,6-1 28 0 0,-9 8-7 0 0,11-10-17 0 0,-12 11 35 0 0,-20 13 31 0 0,21-15-77 0 0,13-8 2 0 0,-10 12 13 0 0,-1 1 6 0 0,11-7-1 0 0,1-7-16 0 0,1 1-1 0 0,0 0 0 0 0,0-1 0 0 0,-1 1 0 0 0,1 0 1 0 0,-1-1-1 0 0,0 1 0 0 0,1 0 0 0 0,-1-1 0 0 0,0 1 1 0 0,0-1-1 0 0,-1 2 0 0 0,-3 3-1 0 0,4-4 0 0 0,-1 0 0 0 0,1 0 0 0 0,0 0 0 0 0,0 1 0 0 0,-1-1 0 0 0,1 1 0 0 0,1-1 0 0 0,-2 5 0 0 0,-2 2 11 0 0,2-5 18 0 0,1-2-20 0 0,0 0-1 0 0,0 0 0 0 0,0 1 1 0 0,1-1-1 0 0,-1 1 0 0 0,1-1 1 0 0,-1 0-1 0 0,1 5 1 0 0,-1-2 3 0 0,0-1 6 0 0,0 17 27 0 0,1-13-44 0 0,0 5 18 0 0,0-8-7 0 0,0-1 0 0 0,0 0 0 0 0,0 1 1 0 0,1-1-1 0 0,0 0 0 0 0,-1 0 0 0 0,2 1 0 0 0,1 4 0 0 0,0 3 36 0 0,3 3 175 0 0,16 13-66 0 0,-15-20-145 0 0,4 2-1 0 0,-4-5-6 0 0,-6-3 6 0 0,1 0-1 0 0,0 0 0 0 0,0-1 0 0 0,0 1 0 0 0,0-1 0 0 0,0 1 0 0 0,5 1 0 0 0,16 8 21 0 0,10 7 22 0 0,-19-12-22 0 0,-1 0 0 0 0,1-2 0 0 0,25 6 0 0 0,-36-9-27 0 0,48 10 146 0 0,57 5-1 0 0,-50-12-56 0 0,4 4 91 0 0,-31-5-120 0 0,24 4 22 0 0,-51-6-73 0 0,19 2 27 0 0,-2-2-12 0 0,-19-1-18 0 0,18 4 27 0 0,8 0 16 0 0,0-1 0 0 0,14 2-31 0 0,-37-5 2 0 0,18 2 5 0 0,-14 0-20 0 0,-1-1 0 0 0,1 0 1 0 0,10 0-1 0 0,20 2 18 0 0,-35-3-28 0 0,0 1 1 0 0,-1-1-1 0 0,1 1 0 0 0,0-1 1 0 0,0-1-1 0 0,6 0 1 0 0,5 1 57 0 0,70 5 29 0 0,-56-2-12 0 0,32 0 1 0 0,6-1 74 0 0,-26-1-74 0 0,-11 1 1 0 0,25 6 140 0 0,-42-5-144 0 0,-10-2-13 0 0,10 2 70 0 0,-11-3-76 0 0,0 2-44 0 0,20 1 110 0 0,-10-3 59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9:22.112"/>
    </inkml:context>
    <inkml:brush xml:id="br0">
      <inkml:brushProperty name="width" value="0.05" units="cm"/>
      <inkml:brushProperty name="height" value="0.05" units="cm"/>
      <inkml:brushProperty name="color" value="#0070C0"/>
    </inkml:brush>
  </inkml:definitions>
  <inkml:trace contextRef="#ctx0" brushRef="#br0">365 699 3223 0 0,'0'0'10847'0'0,"2"1"-10411"0"0,19 9 329 0 0,-19-9-390 0 0,9 1 362 0 0,8 2-263 0 0,0-2 0 0 0,0 0 0 0 0,1-1 0 0 0,-1-2 0 0 0,23-1 0 0 0,-17 0-164 0 0,155-16 976 0 0,-121 7-848 0 0,-29 4-182 0 0,-25 5-227 0 0,-2 0-4 0 0,18 0 75 0 0,-16 3-100 0 0,20-3 54 0 0,-13 0-44 0 0,0-1 1 0 0,-8 1 16 0 0,2 0-2 0 0,10-9 40 0 0,-12 9-29 0 0,0 0-1 0 0,-1 0 1 0 0,1-1-1 0 0,-1 0 1 0 0,5-5-1 0 0,-7 7-27 0 0,2-1 24 0 0,0-1 0 0 0,0 0 0 0 0,0 0 0 0 0,0-1-1 0 0,0 1 1 0 0,-1-1 0 0 0,0 1 0 0 0,1-1 0 0 0,-1 0-1 0 0,-1 0 1 0 0,1 0 0 0 0,-1 0 0 0 0,2-6 0 0 0,1-2 58 0 0,-1 1-67 0 0,1 0 40 0 0,2-15-6 0 0,-4 15-45 0 0,-1 4-12 0 0,1 0 0 0 0,-2 0 0 0 0,1-13 0 0 0,-1 14 13 0 0,0 1 0 0 0,0-1 0 0 0,0 0-1 0 0,-1 1 1 0 0,0-1 0 0 0,-1-5 0 0 0,-1 1 30 0 0,-30-90 208 0 0,32 97-245 0 0,1 1 0 0 0,-1-1 0 0 0,0 1 0 0 0,0-1 0 0 0,0 1 0 0 0,0 0 0 0 0,0-1 0 0 0,0 1 0 0 0,-1 0 0 0 0,1 0-1 0 0,-1 0 1 0 0,-3-4 0 0 0,-2-2 9 0 0,-15-22 119 0 0,-27-38 19 0 0,42 59-122 0 0,0 1 0 0 0,-1-1 0 0 0,0 2 0 0 0,0-1 0 0 0,-13-8 0 0 0,10 7 28 0 0,-45-29 165 0 0,51 35-221 0 0,1 0 0 0 0,0 1-1 0 0,-1-1 1 0 0,1 1 0 0 0,-1 0 0 0 0,0 0 0 0 0,0 0-1 0 0,-9-2 1 0 0,-11-4 36 0 0,13 3-7 0 0,-1 1-1 0 0,-1 0 0 0 0,1 1 1 0 0,0 0-1 0 0,-27-1 1 0 0,-14-4 24 0 0,36 6-6 0 0,1 0 0 0 0,-21 1 0 0 0,-13 4 176 0 0,12 2-50 0 0,18-1-29 0 0,-20 4-78 0 0,9 0 6 0 0,20-5-11 0 0,2-1 0 0 0,-25 7 53 0 0,31-9-104 0 0,2 0-3 0 0,0 1-1 0 0,0-1 1 0 0,0 0 0 0 0,0 1-1 0 0,0 0 1 0 0,0-1-1 0 0,0 1 1 0 0,0 0 0 0 0,1 0-1 0 0,-1 0 1 0 0,-2 2-1 0 0,-4 1 13 0 0,2 0 2 0 0,1-1 0 0 0,-6 7-19 0 0,3-3 6 0 0,5-3 31 0 0,-23 25 44 0 0,22-25-78 0 0,0 1 20 0 0,-8 16-11 0 0,7-13-17 0 0,-11 22 0 0 0,9-16 11 0 0,2-3 42 0 0,0-1-14 0 0,-3 7-14 0 0,5-9-25 0 0,-7 20 0 0 0,1 1 53 0 0,7-23-49 0 0,-8 42 67 0 0,7-34-71 0 0,-1-1 0 0 0,-2 13 0 0 0,2-6 0 0 0,3-13 0 0 0,1 24 83 0 0,0-30-27 0 0,0 2 21 0 0,3 9 3 0 0,7 19 104 0 0,-10-29-105 0 0,6 10 77 0 0,-3-3-132 0 0,-1-5 18 0 0,3 6-31 0 0,3 4 0 0 0,-6-12 13 0 0,11 12 5 0 0,-11-10-10 0 0,13 10 26 0 0,-5-6 38 0 0,0 0-1 0 0,1-1 1 0 0,0 0-1 0 0,17 7 1 0 0,-27-13-83 0 0,10 4 22 0 0,3 1 20 0 0,0 0-20 0 0,4 5 29 0 0,-12-9-26 0 0,6 2 27 0 0,-11-3-48 0 0,0 0 0 0 0,0-1 0 0 0,1 1 0 0 0,-1-1 0 0 0,0 1 0 0 0,1-1 0 0 0,-1 1 0 0 0,0-1 0 0 0,1 0 0 0 0,-1 0 0 0 0,1 0 0 0 0,1 0 0 0 0,6 1 50 0 0,-8-1-53 0 0,4 1 12 0 0,3-2 29 0 0,30 2 41 0 0,-25-1-83 0 0,47 6 64 0 0,-50-5-53 0 0,16 0 42 0 0,-13-1-53 0 0,-1-1 0 0 0,0 1 0 0 0,1 0 0 0 0,0 0 0 0 0,5-1 35 0 0,2 2-486 0 0,-33-4-7353 0 0,-5 1-696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15:46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851 196 5983 0 0,'0'0'9838'0'0,"0"0"-9691"0"0,0 0 0 0 0,-1 0 1 0 0,1 0-1 0 0,0 0 1 0 0,-1 0-1 0 0,1 0 0 0 0,-1 0 1 0 0,1 0-1 0 0,0 0 1 0 0,-1 0-1 0 0,1 0 0 0 0,0 0 1 0 0,-1 0-1 0 0,1 0 0 0 0,-1-1 1 0 0,1 1-1 0 0,0 0 1 0 0,-1 0-1 0 0,1 0 0 0 0,0-1 1 0 0,-1 1-1 0 0,-21-23 2693 0 0,21 21-2511 0 0,-13-14 406 0 0,13 14-344 0 0,-1-1-250 0 0,0-1 0 0 0,-1 1 0 0 0,0-1 0 0 0,-5-5 0 0 0,3 4-37 0 0,-33-43 849 0 0,37 47-850 0 0,-2-2-4 0 0,0-1 0 0 0,0 1 1 0 0,0 0-1 0 0,-1 1 0 0 0,1-1 0 0 0,-1 0 0 0 0,-4-2 0 0 0,-5-2 5 0 0,1 1 0 0 0,-1 0-1 0 0,-1 0 1 0 0,1 1-1 0 0,-1 1 1 0 0,1 0 0 0 0,-1 1-1 0 0,0 1 1 0 0,-1 0-1 0 0,1 0 1 0 0,0 2 0 0 0,-21 1-1 0 0,16 1-81 0 0,-128 19 344 0 0,105-9-195 0 0,33-9-163 0 0,-1 0 1 0 0,1 1 0 0 0,0 0-1 0 0,0 1 1 0 0,0 0-1 0 0,0 1 1 0 0,1-1-1 0 0,-13 12 1 0 0,4-1-9 0 0,9-9 0 0 0,4-4 0 0 0,1 0 0 0 0,0 0 0 0 0,0 1 0 0 0,0-1 0 0 0,0 1 0 0 0,-4 7 0 0 0,-12 14 15 0 0,13-19-8 0 0,1 0-1 0 0,0 0 1 0 0,1 1 0 0 0,0 0-1 0 0,0 0 1 0 0,0 0 0 0 0,1 0-1 0 0,-5 14 1 0 0,7-18 35 0 0,-31 62 105 0 0,-1 2-83 0 0,19-36-64 0 0,3 1 64 0 0,6-13-60 0 0,4-17 0 0 0,1 1 0 0 0,-1-1 0 0 0,1 0 0 0 0,-1 1 0 0 0,1-1 0 0 0,0 0 0 0 0,0 1 0 0 0,0 2 0 0 0,0 13 9 0 0,0-14-5 0 0,1 17-5 0 0,5 15-3 0 0,-2-8 53 0 0,-4-20-40 0 0,7 26 68 0 0,-3-20-39 0 0,-1 0-31 0 0,1 1 8 0 0,2 2 19 0 0,4 7-20 0 0,-7-14 2 0 0,-1-5-15 0 0,0 1 1 0 0,0-1-1 0 0,1 0 1 0 0,-1 0 0 0 0,5 5-1 0 0,7 15-5 0 0,19 32 0 0 0,-30-53-2 0 0,11 15 15 0 0,-2-6 29 0 0,0 0-20 0 0,1 2 20 0 0,-11-12-40 0 0,17 15 45 0 0,4-1-21 0 0,-15-10-13 0 0,-3-2-3 0 0,0-1 1 0 0,0 0-1 0 0,1 0 0 0 0,9 4 0 0 0,-11-4 6 0 0,21 8 43 0 0,-3-1-26 0 0,1-2-13 0 0,5 2-10 0 0,-7-5 25 0 0,-6-3-27 0 0,140 23 67 0 0,-87-14-75 0 0,-61-11 0 0 0,22-1 0 0 0,-4 0 11 0 0,-8 0 7 0 0,-12 0 4 0 0,12-5-9 0 0,-4 2-13 0 0,0 0 0 0 0,-1-3 0 0 0,1 2 0 0 0,6-3 15 0 0,-18 7 4 0 0,18-11 11 0 0,-1 3-30 0 0,-15 6 0 0 0,11-11 0 0 0,0 2 0 0 0,-12 9 0 0 0,11-13 0 0 0,9-17 0 0 0,-19 29 1 0 0,8-16 51 0 0,-4 5-42 0 0,-5 10-8 0 0,4-11-3 0 0,5-29 1 0 0,4-18 0 0 0,-8 38 0 0 0,8-44 0 0 0,-13 58 0 0 0,-1-2 0 0 0,-2 1 0 0 0,1 1 0 0 0,-1 0 0 0 0,0-6 0 0 0,-4-3 0 0 0,3 11 0 0 0,-2-3 0 0 0,0 0 0 0 0,0-2 0 0 0,1-1 0 0 0,0 2 0 0 0,-2-1 0 0 0,2 1 0 0 0,-2-1 0 0 0,3 11 0 0 0,-3-26 0 0 0,2 5 0 0 0,2-11 0 0 0,0 22 0 0 0,-1 1 0 0 0,-1-6 0 0 0,3 14 0 0 0,-6-10 0 0 0,4 10 0 0 0,-8-24 0 0 0,-4-17 0 0 0,8 23 0 0 0,-3-8 0 0 0,4 14 0 0 0,5 14 0 0 0,-13-22 0 0 0,10 20 0 0 0,-4-22 0 0 0,4 15 0 0 0,-3-4 5 0 0,-4 3-63 0 0,5 5-1531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15:50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2127 104 8087 0 0,'0'0'6447'0'0,"0"-2"-6071"0"0,0 1-257 0 0,0 0-1 0 0,0-1 1 0 0,-1 1-1 0 0,1 0 1 0 0,0 0 0 0 0,0 0-1 0 0,0 0 1 0 0,-1-1-1 0 0,1 1 1 0 0,-1 0 0 0 0,1 0-1 0 0,-1 0 1 0 0,1 0-1 0 0,-1 0 1 0 0,0 0 0 0 0,1 0-1 0 0,-1 0 1 0 0,0 0-1 0 0,0 0 1 0 0,0 1 0 0 0,-1-2-1 0 0,0 1 124 0 0,-9-6 500 0 0,9 7-674 0 0,1-1-1 0 0,-1 1 0 0 0,1 0 0 0 0,0-1 1 0 0,-1 0-1 0 0,1 1 0 0 0,-1-1 1 0 0,1 0-1 0 0,0 0 0 0 0,-1 1 1 0 0,-1-3-1 0 0,1 1 22 0 0,0 0 0 0 0,-1 1-1 0 0,1-1 1 0 0,0 1 0 0 0,-1 0 0 0 0,-2-1 0 0 0,-18-5 728 0 0,-31-4 0 0 0,20 5-390 0 0,24 3-298 0 0,0 1-1 0 0,0 1 1 0 0,-13-1 0 0 0,-71 0 182 0 0,51 2-39 0 0,-48-6-1 0 0,20 0 293 0 0,40 4-364 0 0,-1 1-1 0 0,0 1 1 0 0,1 2-1 0 0,-43 8 0 0 0,56-8-105 0 0,-1 0-1 0 0,1-1 0 0 0,-1-1 0 0 0,-19-2 0 0 0,32 2-68 0 0,-237-13 984 0 0,203 11-926 0 0,0 2 0 0 0,0 1-1 0 0,-52 10 1 0 0,10 0-7 0 0,68-9-51 0 0,1 0 0 0 0,-16-1 0 0 0,-18 3 36 0 0,-61 6 320 0 0,30-5-135 0 0,-81 20-190 0 0,142-21-51 0 0,0 1 0 0 0,0 0-1 0 0,0 2 1 0 0,1 0-1 0 0,0 0 1 0 0,0 2-1 0 0,-15 10 1 0 0,15-5 8 0 0,1 0-1 0 0,0 1 0 0 0,1 1 1 0 0,1 0-1 0 0,-18 28 1 0 0,26-36-9 0 0,0-1-8 0 0,0 1-1 0 0,0 0 1 0 0,1 0 0 0 0,0 0-1 0 0,1 1 1 0 0,0-1 0 0 0,0 1-1 0 0,-2 12 1 0 0,2-10 4 0 0,1 2 0 0 0,3 7 0 0 0,0 12 0 0 0,-1-25 0 0 0,0-2 0 0 0,0-1 0 0 0,1 0 0 0 0,0 1 0 0 0,0-1 0 0 0,2 6 0 0 0,-1 1 0 0 0,-2-8 0 0 0,1 0 0 0 0,-1 1 0 0 0,1-1 0 0 0,0 0 0 0 0,1 0 0 0 0,-1 1 0 0 0,0-1 0 0 0,1 0 0 0 0,2 3 0 0 0,4 7 0 0 0,-2 2 0 0 0,0 1 0 0 0,1 1 0 0 0,-4-11 0 0 0,17 29 0 0 0,-10-15-2 0 0,-7-16 2 0 0,13 12 14 0 0,8 9 58 0 0,-7-8 16 0 0,-11-14-72 0 0,0-1 0 0 0,44 27 7 0 0,-23-14 3 0 0,54 22 1 0 0,44 3 6 0 0,-32-12 51 0 0,-54-14-50 0 0,-25-8-4 0 0,1 0 0 0 0,0-2 0 0 0,0 0 0 0 0,0 0 0 0 0,18 1 0 0 0,-12-3 40 0 0,22 5 1 0 0,-25-3 1 0 0,-1-1 0 0 0,26 0 0 0 0,40 5 28 0 0,-63-7-66 0 0,35 7-1 0 0,-38-5-14 0 0,0-1 0 0 0,30 1 0 0 0,55 0 76 0 0,-65-1-16 0 0,59-4 0 0 0,-31-4-1 0 0,64-7-9 0 0,-73 8-63 0 0,19-4 52 0 0,-42 4-41 0 0,40-1 0 0 0,28-4 13 0 0,-59 1 2 0 0,67-25 0 0 0,-63 14-32 0 0,-42 18-2 0 0,-3 0 3 0 0,0 1 0 0 0,1 0 0 0 0,-1 1 0 0 0,1-1 0 0 0,-1 0 0 0 0,1 0 0 0 0,0 1 0 0 0,-1-1 1 0 0,1 1-1 0 0,0-1 0 0 0,3 0 0 0 0,-1 1 23 0 0,-2 0-22 0 0,-1 0 0 0 0,1-1 0 0 0,-1 1 1 0 0,0 0-1 0 0,1-1 0 0 0,-1 1 0 0 0,0-1 1 0 0,1 1-1 0 0,-1-1 0 0 0,0 1 1 0 0,0-1-1 0 0,2-1 0 0 0,21-11-2 0 0,-19 10 0 0 0,8-5-3 0 0,2-2 17 0 0,-11 8 9 0 0,12-12 7 0 0,30-28 34 0 0,-39 35-46 0 0,1-1 1 0 0,-2 1-1 0 0,1-2 1 0 0,-1 1-1 0 0,8-14 0 0 0,-12 19-11 0 0,0 1 1 0 0,15-24-5 0 0,-12 16-3 0 0,2-5-2 0 0,-7 15 2 0 0,7-29 77 0 0,-7 28-72 0 0,1 0 0 0 0,-1-1 0 0 0,1 1 0 0 0,-1-1-1 0 0,0 1 1 0 0,1-1 0 0 0,-1 1-1 0 0,0-1 1 0 0,0 1 0 0 0,0-3 0 0 0,-1-18 6 0 0,-2-21 42 0 0,0 13-53 0 0,1 15 11 0 0,-1 0-1 0 0,0 1 1 0 0,-1-1 0 0 0,-1 1-1 0 0,-11-26 1 0 0,-23-39 36 0 0,19 40-30 0 0,-1 3-17 0 0,4 11 0 0 0,11 16 11 0 0,-11-12 33 0 0,12 16-35 0 0,-6-5-9 0 0,-3 0 0 0 0,11 9 2 0 0,-12-17-14 0 0,13 16 10 0 0,-16-15-61 0 0,15 15 37 0 0,2 1-118 0 0,0 0-18 0 0,0 0-96 0 0,0-1 0 0 0,0 1 0 0 0,0 0 0 0 0,0 0-1 0 0,0 0 1 0 0,-1 0 0 0 0,1 0 0 0 0,0 1 0 0 0,0-1 0 0 0,-2-1-1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15:52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1414 203 9415 0 0,'0'0'1108'0'0,"-2"-1"-533"0"0,-8-1 929 0 0,1 0-1 0 0,-17-6 1 0 0,25 7-1259 0 0,-10-3 215 0 0,4-1-256 0 0,5 5 181 0 0,1-1-183 0 0,-37-31 3196 0 0,31 22-2776 0 0,0 3-277 0 0,-1-1 1 0 0,-1 1 0 0 0,1 1 0 0 0,-1-1-1 0 0,-17-8 1 0 0,-19-16 94 0 0,44 30-368 0 0,-1 0 4 0 0,-88-30 687 0 0,84 29-698 0 0,-1 1 0 0 0,0 1 0 0 0,0-1 0 0 0,0 1 0 0 0,-11 1 0 0 0,11 0-14 0 0,-6 0 24 0 0,9 0-30 0 0,0-1 0 0 0,0 0 0 0 0,0 0-1 0 0,0 0 1 0 0,-5-1 0 0 0,-88-10 435 0 0,32 4-177 0 0,28 4-142 0 0,27 3-114 0 0,0 0 1 0 0,0 0-1 0 0,-11 3 0 0 0,10-2 6 0 0,0 0-1 0 0,-13 0 1 0 0,10-2-4 0 0,-1 1 1 0 0,1 1-1 0 0,-1 0 1 0 0,1 1-1 0 0,-1 0 1 0 0,-13 5-1 0 0,5 0 42 0 0,-28 11 49 0 0,23-9-85 0 0,21-8-35 0 0,1 1 0 0 0,0 0-1 0 0,0 0 1 0 0,0 0 0 0 0,0 1 0 0 0,-6 3-1 0 0,-20 17 45 0 0,7-8-55 0 0,14-10 13 0 0,0 1 0 0 0,-14 11 0 0 0,9-7 23 0 0,0-1 0 0 0,-30 13 0 0 0,28-14-2 0 0,0 0 0 0 0,-23 16 0 0 0,8-6 9 0 0,-10 5 13 0 0,32-15-43 0 0,-7 8 41 0 0,1 4 2 0 0,3 1-12 0 0,-1 1-42 0 0,10-9 31 0 0,1-1-31 0 0,0-1 0 0 0,1 0 31 0 0,1 3-31 0 0,0-2-9 0 0,2-11 1 0 0,0 0 0 0 0,-1 0 0 0 0,1 1 0 0 0,0-1 0 0 0,0 0-1 0 0,0 1 1 0 0,0-1 0 0 0,0 0 0 0 0,0 0 0 0 0,0 1 0 0 0,0-1 0 0 0,1 0 0 0 0,0 2 0 0 0,5 20 29 0 0,-5-18-19 0 0,7 19 38 0 0,6 6 2 0 0,-1 2-42 0 0,2-5 42 0 0,-10-17-36 0 0,26 39 107 0 0,-26-41-91 0 0,-3-4-19 0 0,1 0 0 0 0,-1 0 0 0 0,1 0 0 0 0,0-1 0 0 0,1 0 0 0 0,4 5 0 0 0,26 27 103 0 0,-30-31-111 0 0,3 2 12 0 0,0 0-1 0 0,0 0 1 0 0,1-1 0 0 0,-1 0-1 0 0,1 0 1 0 0,0-1-1 0 0,11 4 1 0 0,14 7 84 0 0,38 10 0 0 0,-9-4-42 0 0,-53-18-60 0 0,6 3 0 0 0,1 0 0 0 0,0-2 0 0 0,25 4 0 0 0,-6 0 8 0 0,-28-5 6 0 0,1-1 0 0 0,0 0 0 0 0,11 0 0 0 0,74 7 89 0 0,9 1 18 0 0,-81-9-118 0 0,23 1 42 0 0,-1-1-1 0 0,1-2 1 0 0,70-12-1 0 0,-40-1-33 0 0,9-2 53 0 0,-64 12-64 0 0,-2 1 0 0 0,22-7 0 0 0,16-4 64 0 0,-27 3-72 0 0,-4 2 44 0 0,34-18 0 0 0,-37 16-36 0 0,-13 7 0 0 0,-1 0 0 0 0,0 0 0 0 0,0 0 0 0 0,0-1 0 0 0,0 0 0 0 0,8-9 0 0 0,-8 7 18 0 0,1-1 0 0 0,10-6 0 0 0,-6 4 7 0 0,0 0-1 0 0,15-17 1 0 0,-21 22-25 0 0,11-16 0 0 0,-9 11 6 0 0,-2 1 11 0 0,0 0 0 0 0,-1 0 0 0 0,7-15 1 0 0,-7 13 24 0 0,-1-1-31 0 0,3-12-11 0 0,-4 8 0 0 0,-5 12 0 0 0,0 3 0 0 0,1-2 16 0 0,-1-16 43 0 0,2 4-17 0 0,-2 2-31 0 0,0-1-11 0 0,-3-2 0 0 0,-4-5 0 0 0,-2-3 11 0 0,5 12 31 0 0,4 9-40 0 0,0 0 0 0 0,-1 0 0 0 0,1 0-1 0 0,-1 0 1 0 0,-5-5 0 0 0,3 3 9 0 0,4 3-7 0 0,-1 0 0 0 0,0 0 1 0 0,0 0-1 0 0,0 0 1 0 0,0 1-1 0 0,0-1 0 0 0,0 1 1 0 0,-5-3-1 0 0,-20-12 10 0 0,-11-12-14 0 0,19 16 0 0 0,14 9 0 0 0,-18-5 0 0 0,19 7 0 0 0,-22-6 0 0 0,8 0 0 0 0,12 5 0 0 0,-16-8 0 0 0,-17-9 0 0 0,36 18 0 0 0,-16-17 0 0 0,16 16-188 0 0,1 0 0 0 0,-1 0-1 0 0,1 0 1 0 0,-1 0 0 0 0,0 0 0 0 0,0 0 0 0 0,1 1 0 0 0,-1-1-1 0 0,-1 1 1 0 0,1 0 0 0 0,0 0 0 0 0,0 0 0 0 0,0 0-1 0 0,0 0 1 0 0,-4 1 0 0 0,1 0-707 0 0,0 0 0 0 0,-1 0 0 0 0,1 1 0 0 0,0 0 0 0 0,0 1-1 0 0,0-1 1 0 0,-7 4 0 0 0,-15 5-7861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16:16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1334 1067 9215 0 0,'0'0'3534'0'0,"3"1"-2129"0"0,0 1-1044 0 0,1 0 1 0 0,0-1-1 0 0,-1 0 1 0 0,1 0-1 0 0,0 0 1 0 0,0 0-1 0 0,7 0 1 0 0,30-2-123 0 0,-5 3 635 0 0,39-2 0 0 0,-36 0-348 0 0,-10-2-61 0 0,56-9-1 0 0,-46 4-281 0 0,134-26 796 0 0,-153 30-926 0 0,-1-4 7 0 0,6-3-37 0 0,-21 9-10 0 0,-1 0 1 0 0,1 0-1 0 0,0-1 0 0 0,-1 1 1 0 0,1-1-1 0 0,-1 0 0 0 0,0 0 1 0 0,5-5-1 0 0,12-9 44 0 0,-10 7 3 0 0,1 0-1 0 0,-1-1 1 0 0,-1 0-1 0 0,0-1 1 0 0,-1 0-1 0 0,0-1 1 0 0,12-21-1 0 0,-17 28-12 0 0,9-22 146 0 0,-5 9-66 0 0,-1 1-1 0 0,-1-1 1 0 0,0 1 0 0 0,-2-1-1 0 0,0-1 1 0 0,-1 1 0 0 0,0-23-1 0 0,-3 15 122 0 0,1 11-120 0 0,-1-1 1 0 0,-5-25 0 0 0,0 19 169 0 0,0 1 0 0 0,-16-34 0 0 0,11 28-111 0 0,1 3 88 0 0,-1-1 0 0 0,-21-33 1 0 0,25 48-225 0 0,-1-1 0 0 0,0 1 0 0 0,0 0 0 0 0,-1 1 0 0 0,-1 0 0 0 0,1 0 1 0 0,-14-8-1 0 0,-83-50 19 0 0,88 57-60 0 0,0 2-1 0 0,0 0 0 0 0,-1 1 1 0 0,-25-6-1 0 0,-107-27-9 0 0,124 32 0 0 0,19 5 0 0 0,0 0 0 0 0,-14-2 0 0 0,-60-13 0 0 0,74 16 0 0 0,-1 1-1 0 0,1-1 0 0 0,-11-5 1 0 0,-15-3 55 0 0,-33-8-33 0 0,19 10 95 0 0,0 2 1 0 0,-78 1-1 0 0,68 3 21 0 0,-84 1-127 0 0,102 3-3 0 0,30-1 33 0 0,0 0 0 0 0,-20-2 0 0 0,11-1 114 0 0,0 1 0 0 0,-1 0 1 0 0,-29 4-1 0 0,44-3-141 0 0,-1 1 0 0 0,0 1 0 0 0,1-1 0 0 0,-1 1 0 0 0,1 0 1 0 0,0 0-1 0 0,-7 4 0 0 0,-10 3 25 0 0,-72 27 7 0 0,44-16-28 0 0,31-12-18 0 0,4-2 0 0 0,-25 6 0 0 0,22-6 0 0 0,-1 1 0 0 0,1 1 0 0 0,1 0 0 0 0,-27 18 0 0 0,15-10 0 0 0,13-6 0 0 0,1 0 0 0 0,-1 2 0 0 0,-25 24 0 0 0,-35 47 0 0 0,58-59 26 0 0,5-4 1 0 0,7-12 5 0 0,4-6-23 0 0,0 1 0 0 0,0 0 0 0 0,0 0 0 0 0,0 0 0 0 0,-3 7 0 0 0,2-4 13 0 0,1-2-8 0 0,0 0 0 0 0,1 1 0 0 0,0-1 0 0 0,0 1 0 0 0,-1 7 0 0 0,-4 7-4 0 0,6-17-10 0 0,-1 23 77 0 0,1-11-49 0 0,0 19 44 0 0,3-18 57 0 0,8 25-1 0 0,-3-18 9 0 0,10 22 0 0 0,-14-36-97 0 0,0 1 0 0 0,10 15-1 0 0,4 3-30 0 0,-11-13 16 0 0,-4-8-18 0 0,0 1 0 0 0,1-1 0 0 0,7 10 0 0 0,-6-8-7 0 0,16 19 0 0 0,-16-21 20 0 0,1 1 0 0 0,-1-1 0 0 0,1-1 0 0 0,1 1 0 0 0,10 7 0 0 0,-9-8-1 0 0,10 8-4 0 0,-15-11-14 0 0,17 6-4 0 0,10 5 3 0 0,-1-1 0 0 0,19 7 32 0 0,88 21 0 0 0,-118-37 10 0 0,36 3-1 0 0,7-1 15 0 0,-41-2-16 0 0,-2-1-27 0 0,9 5-13 0 0,15 3 53 0 0,-18-3-41 0 0,-12-3-12 0 0,1 0-1 0 0,16 2 1 0 0,-23-5 0 0 0,3 0 0 0 0,0 0 0 0 0,1 0 0 0 0,12-2 0 0 0,3 0-7 0 0,-14 0 22 0 0,0 1-1 0 0,0 0 0 0 0,1 1 0 0 0,14 2 0 0 0,78 13 50 0 0,9 3 0 0 0,-86-15-64 0 0,2-2 27 0 0,-19-3-2 0 0,42 2-13 0 0,-38 0-1 0 0,-1 0 31 0 0,0-1-31 0 0,1 1-11 0 0,0-2 11 0 0,-1 0 42 0 0,-2 1 11 0 0,-7 1-11 0 0,5 0-31 0 0,-5-1 20 0 0,4-2-48 0 0,-6 1-76 0 0,-3-1-174 0 0,1 0 0 0 0,0 0 0 0 0,-1 0 0 0 0,0 0 0 0 0,1 0 0 0 0,-1 0 0 0 0,0 0 0 0 0,0 1 0 0 0,0-1 0 0 0,0 0 0 0 0,0 1 0 0 0,-1-1 0 0 0,1 0 0 0 0,0 1 0 0 0,-1-1 0 0 0,1 1 0 0 0,-1 0 0 0 0,-2-2 0 0 0,-10-6-9085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16:25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1112 1151 7511 0 0,'0'0'682'0'0,"1"4"-561"0"0,7 8-26 0 0,-6-11-6 0 0,0 0 1 0 0,0-1-1 0 0,0 0 1 0 0,-1 1-1 0 0,1-1 1 0 0,0 0-1 0 0,0 0 1 0 0,0 0-1 0 0,0 0 0 0 0,0 0 1 0 0,0-1-1 0 0,0 1 1 0 0,0-1-1 0 0,0 1 1 0 0,-1-1-1 0 0,3 0 1 0 0,7-2 907 0 0,8 0 101 0 0,-14 2-828 0 0,-1 0 0 0 0,1 0 1 0 0,-1 1-1 0 0,1 0 0 0 0,-1 0 0 0 0,6 1 1 0 0,36 1 957 0 0,-1-2 1 0 0,73-9-1 0 0,-102 8-1024 0 0,122-19 731 0 0,-23 14-306 0 0,82-9 28 0 0,39-25-421 0 0,-220 35-130 0 0,1-1 0 0 0,22-11 0 0 0,-11 4 128 0 0,-21 9-178 0 0,0 0 0 0 0,0 0 0 0 0,8-7 0 0 0,3-2 136 0 0,-1-1 0 0 0,-1 1 0 0 0,0-2 0 0 0,22-27 0 0 0,-23 25-1 0 0,-8 7-32 0 0,0 0 0 0 0,0-1 0 0 0,-1 0 0 0 0,0 0 0 0 0,-1-1 0 0 0,7-21 0 0 0,-10 26-74 0 0,-1-1 1 0 0,0 1-1 0 0,0-1 0 0 0,-1 1 1 0 0,0-1-1 0 0,0 0 0 0 0,-1 1 1 0 0,0-1-1 0 0,-2-9 0 0 0,-1-6 22 0 0,-11-55-35 0 0,13 59-60 0 0,0 2 9 0 0,-1-1 0 0 0,-9-34 0 0 0,4 24 43 0 0,7 23-47 0 0,0 0 0 0 0,0 0 0 0 0,-1 0 0 0 0,1 0-1 0 0,-1 0 1 0 0,0 0 0 0 0,-1 1 0 0 0,-3-6 0 0 0,-14-18 226 0 0,7 9-210 0 0,0 1-1 0 0,-20-20 1 0 0,1 4 5 0 0,-47-42 48 0 0,68 67-44 0 0,-61-48 254 0 0,60 49-250 0 0,0 0 1 0 0,-1 1-1 0 0,1 1 0 0 0,-22-7 0 0 0,-15-2 1 0 0,0 3-1 0 0,-93-11 0 0 0,5 2-48 0 0,31 5 15 0 0,-129 0 156 0 0,-2 20-93 0 0,92 8 21 0 0,26-2 17 0 0,19 3-71 0 0,37-3 95 0 0,19-2-69 0 0,29-5-67 0 0,-1 0 0 0 0,-24 0 0 0 0,21-1 40 0 0,-1 1 0 0 0,1 0 0 0 0,-1 1 1 0 0,-19 7-1 0 0,20-5-8 0 0,0-1-21 0 0,0 1 0 0 0,1 1 0 0 0,0 1-1 0 0,-21 11 1 0 0,36-16-13 0 0,-13 4 0 0 0,13-6 0 0 0,-2 1 0 0 0,-16 9 0 0 0,11-5 0 0 0,-53 40 64 0 0,60-44-60 0 0,-8 8-7 0 0,-2 5 62 0 0,2-4-7 0 0,1 2 1 0 0,0-1-1 0 0,-15 27 0 0 0,23-35-50 0 0,-8 14 32 0 0,1 0-1 0 0,1 0 1 0 0,0 1-1 0 0,2 0 1 0 0,-8 33-1 0 0,10-31 28 0 0,1 1-1 0 0,0 24 0 0 0,3-36-44 0 0,0 28 107 0 0,2-24-56 0 0,0 9 33 0 0,0-6-45 0 0,0 0-1 0 0,7 21 0 0 0,-7-27-16 0 0,7 23 46 0 0,6 18 56 0 0,6 12 97 0 0,9 24 11 0 0,-25-74-199 0 0,0 0 0 0 0,1 0 0 0 0,1 0-1 0 0,1-1 1 0 0,0 0 0 0 0,18 23 0 0 0,-11-15 5 0 0,1-1-2 0 0,-4-6-39 0 0,-10-12-17 0 0,14 10 59 0 0,-7-3-31 0 0,-7-6 5 0 0,1 0 1 0 0,-1-1-1 0 0,1 0 1 0 0,0 1-1 0 0,0-1 1 0 0,0 0-1 0 0,0 0 1 0 0,0 0 0 0 0,4 1-1 0 0,31 13-17 0 0,-17-9-12 0 0,2-2 0 0 0,60 15 75 0 0,-26-6-11 0 0,-19-8-9 0 0,15 0-46 0 0,-20-3 45 0 0,55-2 0 0 0,-51-1-45 0 0,69-3 61 0 0,54 1 52 0 0,-124 3-103 0 0,38-5 1 0 0,9-1 5 0 0,-28 2 39 0 0,-41 2-53 0 0,1 1 31 0 0,4 0 0 0 0,-15 0-18 0 0,14 4-15 0 0,24 6-9 0 0,-22-5 0 0 0,-19-5 0 0 0,31 14 0 0 0,-18-8 0 0 0,-2-1 0 0 0,-3-1-13 0 0,-7-3-58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19:15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780 162 8087 0 0,'0'0'956'0'0,"-2"-1"-472"0"0,-1-1-197 0 0,-1-1 0 0 0,1 0 0 0 0,0 0 0 0 0,-1 0 0 0 0,1 0 0 0 0,1-1 0 0 0,-1 1 0 0 0,0-1 0 0 0,1 1 0 0 0,0-1 0 0 0,-3-5 0 0 0,5 7-148 0 0,-3-5 61 0 0,-6-6-73 0 0,4 8-15 0 0,1 0 1 0 0,-1 0 0 0 0,1 0-1 0 0,-1 1 1 0 0,0-1 0 0 0,-1 1-1 0 0,-6-4 1 0 0,-11-8 388 0 0,20 14-369 0 0,-1 0-1 0 0,0 1 1 0 0,-1-1-1 0 0,1 0 1 0 0,0 1-1 0 0,0 0 0 0 0,-1 0 1 0 0,1 0-1 0 0,-1 1 1 0 0,1 0-1 0 0,-9 0 1 0 0,-13-2 312 0 0,-12-5 97 0 0,8 0 61 0 0,-34-1 0 0 0,58 8-541 0 0,0-1 1 0 0,0 1-1 0 0,0 1 1 0 0,0-1-1 0 0,0 1 1 0 0,1 0-1 0 0,-1 0 1 0 0,-7 3-1 0 0,3-1 73 0 0,-1 0 0 0 0,-17 2 1 0 0,-5 1 49 0 0,10 1-40 0 0,17-4-125 0 0,3-2-9 0 0,2-1 1 0 0,-1 1 0 0 0,0 0 0 0 0,0 0-1 0 0,0 0 1 0 0,0 0 0 0 0,0 0 0 0 0,1 0-1 0 0,-1 0 1 0 0,0 1 0 0 0,1-1 0 0 0,-2 3-1 0 0,-2 0-11 0 0,1-3 2 0 0,3 0 3 0 0,0-1 0 0 0,0 1-1 0 0,0-1 1 0 0,0 1 0 0 0,0-1-1 0 0,0 1 1 0 0,0-1 0 0 0,0 1-1 0 0,1 0 1 0 0,-1-1 0 0 0,0 1-1 0 0,0 0 1 0 0,1 0 0 0 0,-1 0 0 0 0,-1 1-1 0 0,-12 15 49 0 0,0 0 0 0 0,-14 24 0 0 0,14-22 23 0 0,-23 46 135 0 0,5-10 145 0 0,28-49-275 0 0,2-4-63 0 0,-5 16 81 0 0,-10 18 114 0 0,1 0 1 0 0,-15 56-1 0 0,28-75-114 0 0,1-1 0 0 0,1 1 0 0 0,0 20 0 0 0,1-27-94 0 0,1-5 12 0 0,0 1-1 0 0,0 0 1 0 0,0 0 0 0 0,1-1-1 0 0,-1 1 1 0 0,6 9 0 0 0,-1 2 6 0 0,4 11 42 0 0,-4-10 3 0 0,1 0-1 0 0,1-1 1 0 0,1 0 0 0 0,12 20-1 0 0,-19-35-60 0 0,0 1 15 0 0,9 12 8 0 0,6 3 34 0 0,3 5 32 0 0,-11-14-42 0 0,43 37 263 0 0,-46-39-259 0 0,-4-6-54 0 0,22 14 50 0 0,19 15 11 0 0,-36-24-54 0 0,-4-3-10 0 0,0-1 0 0 0,0 0 0 0 0,1 0 0 0 0,-1 0 0 0 0,0 0 1 0 0,1 0-1 0 0,-1-1 0 0 0,1 0 0 0 0,4 2 0 0 0,3 1 18 0 0,0 0-1 0 0,1-1 0 0 0,20 4 1 0 0,-16-4-13 0 0,-3-1 62 0 0,0 0-1 0 0,0-1 1 0 0,1 0 0 0 0,-1-1 0 0 0,0-1-1 0 0,22-3 1 0 0,10-1 127 0 0,-32 4-140 0 0,1 0-1 0 0,-1-1 1 0 0,0 0 0 0 0,21-7-1 0 0,-20 4-41 0 0,-4 2 24 0 0,0-1 1 0 0,16-8-1 0 0,-5 0 2 0 0,25-22-1 0 0,-42 32-28 0 0,13-14 35 0 0,-5 3-24 0 0,-1-1 0 0 0,0 0 0 0 0,0 0 0 0 0,-2-2 0 0 0,0 1-1 0 0,13-31 1 0 0,-17 32-2 0 0,0-1 0 0 0,-1 0 1 0 0,-1 1-1 0 0,0-1 0 0 0,-1-1 0 0 0,0-17 0 0 0,-1 27-17 0 0,-1 3 0 0 0,0-1 6 0 0,0 0 1 0 0,0 0-1 0 0,0 0 1 0 0,-1 0 0 0 0,0-5-1 0 0,0 1 0 0 0,-10-55 68 0 0,-20-62 0 0 0,21 90-22 0 0,-9-11 75 0 0,4 9 16 0 0,13 29-128 0 0,0 2 15 0 0,-17-25-14 0 0,11 16-4 0 0,8 12 17 0 0,-13-13 38 0 0,5 6-62 0 0,1 2-10 0 0,5 6-98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19:21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705 102 3679 0 0,'0'0'3826'0'0,"-1"-2"-2681"0"0,-46-40 3959 0 0,46 41-4884 0 0,-4 0 30 0 0,0-1 0 0 0,1 0-1 0 0,-1 0 1 0 0,-4-3 0 0 0,1 0 149 0 0,-4 0-93 0 0,0 0 0 0 0,-1 1 0 0 0,1 0 0 0 0,-18-2 0 0 0,-54-5 818 0 0,71 10-993 0 0,-2-1 9 0 0,1 1 0 0 0,-1 0 0 0 0,0 2 0 0 0,1-1 0 0 0,-1 2-1 0 0,1 0 1 0 0,0 0 0 0 0,-1 2 0 0 0,-23 8 0 0 0,14 1 47 0 0,1 2-1 0 0,-34 26 1 0 0,39-28-132 0 0,4-1 68 0 0,0 1 1 0 0,-19 23-1 0 0,23-25-46 0 0,0 1 0 0 0,1 0 0 0 0,1 1-1 0 0,0 0 1 0 0,0 1 0 0 0,1-1 0 0 0,1 1 0 0 0,0 1-1 0 0,-7 28 1 0 0,11-34-77 0 0,-1 12 0 0 0,2 4 0 0 0,0-18 0 0 0,2 26 0 0 0,2-9 38 0 0,11 47 0 0 0,-2-13 29 0 0,20 74 306 0 0,-1-20-148 0 0,-31-107-216 0 0,8 17 46 0 0,-2-9-33 0 0,11 16 121 0 0,-13-23-121 0 0,-3-5 154 0 0,11 9 16 0 0,-6-6-106 0 0,-1-1-1 0 0,0 1 1 0 0,1-1-1 0 0,0 0 1 0 0,0 0-1 0 0,10 3 1 0 0,-11-4-48 0 0,1 0 8 0 0,18 11-1 0 0,-20-11-44 0 0,2 1 6 0 0,0 0 1 0 0,-1 0-1 0 0,1 0 0 0 0,1-1 1 0 0,-1 0-1 0 0,0 0 1 0 0,0-1-1 0 0,1 0 0 0 0,9 1 1 0 0,-12-1 19 0 0,13 0-2 0 0,4-2 29 0 0,-15 2-37 0 0,27-6 41 0 0,69-21 70 0 0,-78 21-75 0 0,18-7-42 0 0,-32 9-11 0 0,-4 1 7 0 0,-1-1 0 0 0,0 1 0 0 0,0-1 0 0 0,-1 0 0 0 0,1 0 0 0 0,6-6 0 0 0,-11 8-3 0 0,9-6 7 0 0,17-24-11 0 0,-10 10 64 0 0,-7 9-64 0 0,-6 8 2 0 0,0-1-1 0 0,0 1 1 0 0,0-1-1 0 0,-1 0 1 0 0,0 0-1 0 0,4-11 1 0 0,-4 8 27 0 0,5-9-5 0 0,-3 11-24 0 0,7-19 0 0 0,-6 10 15 0 0,-1 1 0 0 0,4-23 0 0 0,4-26 4 0 0,-9 51-19 0 0,0 1 0 0 0,-1-1 0 0 0,0 1 0 0 0,-1-1 11 0 0,0 1 31 0 0,0-1-20 0 0,1 1 20 0 0,-1-1-31 0 0,-1 1-11 0 0,0-1 0 0 0,0 1 11 0 0,2-6 48 0 0,-3 17-34 0 0,-3-30 8 0 0,4 26-33 0 0,-5-26 0 0 0,2 19 0 0 0,1-5 48 0 0,-4-7 48 0 0,4 17-89 0 0,0-2 41 0 0,-1-3 22 0 0,-15-20 145 0 0,15 28-206 0 0,-9-24 69 0 0,10 24-36 0 0,-4-7-31 0 0,-1 0 1 0 0,1 3 47 0 0,3 4-5 0 0,-5-5-43 0 0,1 1 0 0 0,4 4 31 0 0,-4-6-20 0 0,-3-3 22 0 0,7 10-32 0 0,-13-23-15 0 0,11 14 3 0 0,0 2 0 0 0,1 1-12 0 0,3 7-63 0 0,0 2-277 0 0,0-1 315 0 0,0 1-1 0 0,0-1 0 0 0,0 1 1 0 0,1 0-1 0 0,-1-1 1 0 0,0 1-1 0 0,0 0 1 0 0,1 0-1 0 0,-1-1 0 0 0,0 3 1 0 0,0-3-63 0 0,-6 14-1117 0 0,2 3-366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19:23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678 117 2303 0 0,'0'0'10662'0'0,"-12"-5"-9860"0"0,-35-25 1057 0 0,34 20-1459 0 0,-1 1 1 0 0,0 1-1 0 0,0 0 1 0 0,-1 1-1 0 0,-16-5 1 0 0,10 5-119 0 0,0 1 1 0 0,-1 1 0 0 0,0 1-1 0 0,0 2 1 0 0,0 0 0 0 0,0 1-1 0 0,0 0 1 0 0,0 2 0 0 0,-24 4-1 0 0,-42 15 1054 0 0,82-18-1276 0 0,0 1 0 0 0,0-1 0 0 0,1 1 0 0 0,-1 0 0 0 0,1 0 0 0 0,-1 0 0 0 0,1 1 0 0 0,-9 8 0 0 0,0-1 21 0 0,-16 16 8 0 0,13-9-27 0 0,12-12-56 0 0,0 0 0 0 0,0 0-1 0 0,1 0 1 0 0,0 1 0 0 0,0 0-1 0 0,0 0 1 0 0,1 0 0 0 0,0 0-1 0 0,-2 10 1 0 0,-2 10 24 0 0,-4 36 0 0 0,5-29-23 0 0,5-22 15 0 0,0 0 1 0 0,1 0-1 0 0,1 1 0 0 0,2 14 0 0 0,-1-6 6 0 0,3 16 55 0 0,3 0 0 0 0,16 54 0 0 0,-19-74-63 0 0,2-2-20 0 0,-5-10 13 0 0,1 1 0 0 0,-1-1 0 0 0,0 1-1 0 0,3 11 1 0 0,8 31-13 0 0,-11-43 1 0 0,7 17 58 0 0,-3-8 49 0 0,13 19-1 0 0,-8-16 5 0 0,-2-2-63 0 0,-5-9-44 0 0,2 0 54 0 0,19 15 70 0 0,2-5-54 0 0,-25-14-61 0 0,1-1 0 0 0,-1 1 0 0 0,0-1 0 0 0,1 0 0 0 0,-1 0 0 0 0,1 0 0 0 0,-1 0 0 0 0,1-1 0 0 0,0 1 0 0 0,-1-1 0 0 0,4 1 0 0 0,9 1 106 0 0,-10 1-86 0 0,-2-2-18 0 0,0 0 0 0 0,0 0 1 0 0,0 0-1 0 0,0 0 1 0 0,0-1-1 0 0,0 1 0 0 0,0-1 1 0 0,0 0-1 0 0,5 0 0 0 0,38 0 166 0 0,9 1-122 0 0,-5 0 28 0 0,0-2 1 0 0,52-8-1 0 0,-93 8-72 0 0,-1-1-1 0 0,1 0 1 0 0,-1-1 0 0 0,0 1-1 0 0,1-2 1 0 0,-1 1 0 0 0,8-6-1 0 0,4-1 31 0 0,-19 10-44 0 0,0-1 1 0 0,1 0-1 0 0,-1 1 1 0 0,0-1-1 0 0,0 0 1 0 0,0 0 0 0 0,0 0-1 0 0,0 1 1 0 0,0-1-1 0 0,2-2 1 0 0,8-9-2 0 0,-8 8 0 0 0,15-10 62 0 0,0 0-64 0 0,-7-1 13 0 0,-2 5 30 0 0,-1-1-20 0 0,0-1 20 0 0,-4 6-36 0 0,0-4 2 0 0,-1-8-11 0 0,-1 14 14 0 0,-1 1 0 0 0,0-1 0 0 0,0 0 0 0 0,0 1-1 0 0,-1-1 1 0 0,1 0 0 0 0,-1 1 0 0 0,0-6 0 0 0,-1-14 19 0 0,-2-25-19 0 0,1 24 45 0 0,-3-26 1 0 0,3 40-53 0 0,-19-126-4 0 0,13 87 0 0 0,3 26 0 0 0,5 20 0 0 0,-4-15 0 0 0,0 8 0 0 0,-2-6 0 0 0,6 16 0 0 0,-7-26 0 0 0,4 14 0 0 0,0 1 0 0 0,0-1 0 0 0,1 3 11 0 0,0 5 31 0 0,-1-4-20 0 0,1 5 31 0 0,-1-4 11 0 0,2 5 0 0 0,0 1-11 0 0,1-1-46 0 0,0 1-1 0 0,-1 0 0 0 0,1 0 0 0 0,0 0 0 0 0,-1 0 0 0 0,0 0 0 0 0,1 0 1 0 0,-1 0-1 0 0,0 0 0 0 0,1 0 0 0 0,-1 0 0 0 0,0 0 0 0 0,0 0 0 0 0,0 0 1 0 0,0 0-1 0 0,-1-1 0 0 0,-1 1 13 0 0,0-1 0 0 0,0 0 0 0 0,1 0 0 0 0,-1 0 0 0 0,1 0 0 0 0,-1 0-1 0 0,-1-3 1 0 0,-15-12-19 0 0,17 15-58 0 0,-19-9-633 0 0,19 10 470 0 0,-10 4-1179 0 0,9-2 573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19:42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1578 173 4143 0 0,'0'0'3282'0'0,"-4"0"-2341"0"0,-18-2 532 0 0,14-9-514 0 0,6 10-726 0 0,-1-1 0 0 0,1 1-1 0 0,0 0 1 0 0,-1-1 0 0 0,1 1 0 0 0,-1 1 0 0 0,1-1-1 0 0,-1 0 1 0 0,-3 0 0 0 0,4 0 56 0 0,-1 1-131 0 0,-43-9 803 0 0,44 9-677 0 0,-1-2 17 0 0,-16-5 632 0 0,-10-6-274 0 0,1 3-1 0 0,-1 0 1 0 0,-52-9 0 0 0,47 9-491 0 0,6 3-39 0 0,20 4-82 0 0,0 1 0 0 0,-16-3 0 0 0,19 5-15 0 0,1-1 0 0 0,-1-1 0 0 0,0 1 1 0 0,-5-3-1 0 0,6 2 61 0 0,-1 1 0 0 0,0-1 0 0 0,0 1 0 0 0,-5-1 0 0 0,3 1-10 0 0,1 0-1 0 0,0-1 1 0 0,0 0 0 0 0,-6-2-1 0 0,-16-5 137 0 0,-37-1 332 0 0,34 10-325 0 0,16 1-227 0 0,3-2 12 0 0,5 2 10 0 0,-6-1 11 0 0,-4-4 22 0 0,-8 2 10 0 0,-54 3 221 0 0,73-1-234 0 0,3 0-48 0 0,-16 5-4 0 0,-8 2 55 0 0,-52 19 20 0 0,76-25-73 0 0,-9 3 23 0 0,1-1-1 0 0,-18 3 1 0 0,-25 5 60 0 0,-2 1 68 0 0,29-6-84 0 0,-88 27 60 0 0,50-9-64 0 0,53-20-39 0 0,0 0 0 0 0,-16 2 0 0 0,23-5-25 0 0,-16 7 128 0 0,11-4-86 0 0,0 2-20 0 0,-4 2 9 0 0,14-8-25 0 0,-21 22 10 0 0,12-13-16 0 0,1 2 0 0 0,-4 5 0 0 0,2 0 0 0 0,2-3 0 0 0,7-12 0 0 0,-12 26 0 0 0,7-15 0 0 0,1 0 0 0 0,-3 7 0 0 0,7-16 0 0 0,-9 13 0 0 0,-13 32 0 0 0,12-29 0 0 0,10-15 0 0 0,-4 14 0 0 0,-4 29 0 0 0,7-39 0 0 0,1-1 0 0 0,0 0 0 0 0,0 0 0 0 0,0 0 0 0 0,2 12 0 0 0,-2-9 0 0 0,1-4 0 0 0,1 1 0 0 0,-1-1 0 0 0,1 0 0 0 0,0 0 0 0 0,3 11 0 0 0,6 20 0 0 0,-8-28 0 0 0,11 23 0 0 0,-11-27 9 0 0,0 0 0 0 0,0 0 0 0 0,1-1-1 0 0,0 1 1 0 0,3 3 0 0 0,-1-1 2 0 0,-3-3-11 0 0,1-1 0 0 0,-1 1 0 0 0,1-1 0 0 0,0 0 0 0 0,5 6 0 0 0,-1-4 0 0 0,-5-2 5 0 0,1 0-1 0 0,-1-1 1 0 0,1 0-1 0 0,0 1 1 0 0,0-1 0 0 0,0 0-1 0 0,0 0 1 0 0,0 0-1 0 0,1-1 1 0 0,-1 1 0 0 0,4 0-1 0 0,3 2 5 0 0,30 11 44 0 0,-32-11-43 0 0,-3-1-9 0 0,-1-1-1 0 0,1 0 0 0 0,0-1 0 0 0,9 3 0 0 0,11 1 37 0 0,1-1 0 0 0,-1-1-1 0 0,1-2 1 0 0,41-1 0 0 0,-21-1-13 0 0,106 7 104 0 0,-78 0-128 0 0,-56-4 0 0 0,37-2 0 0 0,-23-1 0 0 0,71-3 162 0 0,-72 2-127 0 0,13 0-24 0 0,161-18 117 0 0,-184 18-114 0 0,-5 0 15 0 0,25-5 0 0 0,66-13 35 0 0,-59 12-11 0 0,-31 4-42 0 0,-7 3-11 0 0,0-1 0 0 0,0-1 0 0 0,-1 0 0 0 0,14-6 0 0 0,-15 6 1 0 0,7-3 20 0 0,0-1 0 0 0,16-10 0 0 0,-20 9-21 0 0,0 1 11 0 0,22-9 38 0 0,-10 3-9 0 0,13-22 63 0 0,-28 29-3 0 0,-6 5-88 0 0,-1 0 0 0 0,1 0 1 0 0,-1 0-1 0 0,0-1 0 0 0,0 1 0 0 0,1-1 1 0 0,-1 1-1 0 0,0-1 0 0 0,0 1 0 0 0,1-4 0 0 0,2 0-2 0 0,-3 4-10 0 0,0-1 1 0 0,0 0-1 0 0,0 0 0 0 0,0 0 0 0 0,-1 0 0 0 0,1 0 0 0 0,0 0 0 0 0,-1 0 0 0 0,1 0 0 0 0,-1 0 0 0 0,1-5 0 0 0,-1-1 14 0 0,0 0-1 0 0,-1 0 1 0 0,1 0 0 0 0,-2 0-1 0 0,1 0 1 0 0,-1 0 0 0 0,-3-8-1 0 0,-1-5 6 0 0,-20-64 61 0 0,25 79-63 0 0,0 1 1 0 0,-1 0-1 0 0,0 0 0 0 0,0 0 0 0 0,-5-8 1 0 0,0-1 46 0 0,-2-13 5 0 0,8 24-63 0 0,-8-18-1 0 0,3 9-5 0 0,-7-13 0 0 0,4 8 54 0 0,1 1-1 0 0,-2 0 1 0 0,-19-25-1 0 0,-2-1 5 0 0,29 38-58 0 0,-13-12 0 0 0,-24-20-20 0 0,31 26-1677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19:45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2432 168 3223 0 0,'0'0'314'0'0,"0"-8"1052"0"0,0 4-1014 0 0,-1 0-1 0 0,1 1 1 0 0,-1-1-1 0 0,0 0 0 0 0,0 1 1 0 0,0-1-1 0 0,-1 1 1 0 0,1-1-1 0 0,-1 1 1 0 0,0 0-1 0 0,0 0 0 0 0,0-1 1 0 0,0 1-1 0 0,0 1 1 0 0,-5-6-1 0 0,5 7-121 0 0,0 0-1 0 0,-1 0 1 0 0,1-1 0 0 0,0 1-1 0 0,0 0 1 0 0,-1 1 0 0 0,-3-2 0 0 0,-1 0 232 0 0,-12-5 783 0 0,-33-6-1 0 0,-89-18 912 0 0,107 24-1733 0 0,15 2-150 0 0,-1 0 1 0 0,-1 2-1 0 0,1 1 1 0 0,-1 0 0 0 0,-27 2-1 0 0,1 3 54 0 0,1-3-1 0 0,-60-6 0 0 0,27 1 97 0 0,50 3-266 0 0,-200-2 906 0 0,118 10-1045 0 0,17 3 158 0 0,83-8-113 0 0,0-1-1 0 0,0-1 1 0 0,-14-1 0 0 0,-17-2 70 0 0,-12 4 25 0 0,13-1 126 0 0,-1 1-1 0 0,-47 8 0 0 0,52-3-283 0 0,20-4 0 0 0,-28 8 0 0 0,-50 12-133 0 0,28-11 137 0 0,3 0 218 0 0,48-6-192 0 0,1 1-1 0 0,0 1 0 0 0,0 0 1 0 0,1 1-1 0 0,0 1 0 0 0,-24 16 1 0 0,27-15 17 0 0,6-6-34 0 0,0 0-1 0 0,1 1 0 0 0,-1 0 1 0 0,-4 4-1 0 0,2 0-12 0 0,0 0 0 0 0,0-1 0 0 0,-11 8 0 0 0,1-1 0 0 0,-4 4 18 0 0,-2-1 0 0 0,-41 25-1 0 0,28-22 39 0 0,0 1-1 0 0,-51 41 0 0 0,77-53-27 0 0,0 1 0 0 0,-10 14 0 0 0,17-21-6 0 0,-3 7-11 0 0,-1 1-6 0 0,5-8 11 0 0,0 0 0 0 0,0 0 0 0 0,0 1 1 0 0,0-1-1 0 0,-1 7 0 0 0,-7 17 10 0 0,2 4-26 0 0,0-4 0 0 0,6-21-1 0 0,1-3 2 0 0,1 1 0 0 0,-1-1 1 0 0,1 0-1 0 0,-1 0 0 0 0,1 0 1 0 0,0 1-1 0 0,0-1 0 0 0,2 6 1 0 0,-2 8 43 0 0,2-9-38 0 0,7 14 47 0 0,-6-11-36 0 0,1-1 0 0 0,0 1 0 0 0,1-1 0 0 0,0 0 0 0 0,0 0-1 0 0,1 0 1 0 0,11 12 0 0 0,-10-13-22 0 0,6 8 12 0 0,2 0 0 0 0,0-1 0 0 0,1-1 0 0 0,1 0 0 0 0,0-2 0 0 0,1 0 0 0 0,22 13 0 0 0,17 4 75 0 0,-39-20-61 0 0,-1-1-1 0 0,2-1 1 0 0,0 0 0 0 0,29 7 0 0 0,-10-3 39 0 0,-6-3-39 0 0,170 41 217 0 0,-154-42-223 0 0,1-1-1 0 0,62-1 0 0 0,-29-5 32 0 0,103-4 114 0 0,-136 1-102 0 0,67 6 0 0 0,-66-1-41 0 0,35 2-9 0 0,160 0 57 0 0,-224-6-47 0 0,0 1 1 0 0,0 1-1 0 0,0 1 1 0 0,0 1 0 0 0,27 7-1 0 0,-25-4-1 0 0,-14-3-9 0 0,-1-1 0 0 0,1 0 0 0 0,0 0 0 0 0,0-1 0 0 0,11 1 0 0 0,29-3-9 0 0,131-3 64 0 0,-135 1-32 0 0,89-18 0 0 0,-92 11-11 0 0,-1-2 1 0 0,49-21-1 0 0,-70 24 5 0 0,28-18 0 0 0,-13 6-14 0 0,-28 18-4 0 0,-5 2-4 0 0,0 0 1 0 0,0 0-1 0 0,0 0 1 0 0,0-1-1 0 0,0 1 1 0 0,-1-1 0 0 0,1 1-1 0 0,0-1 1 0 0,2-3-1 0 0,5-3 10 0 0,-1 0 1 0 0,-1-1-1 0 0,1 0 0 0 0,-2 0 0 0 0,1 0 0 0 0,-1-1 0 0 0,0 0 0 0 0,-1-1 0 0 0,-1 1 0 0 0,5-15 0 0 0,-7 18-5 0 0,-1 0-1 0 0,0 0 1 0 0,0 0 0 0 0,-1 0-1 0 0,0-1 1 0 0,-1-9 0 0 0,-2-2 24 0 0,-6-21 1 0 0,8 36-34 0 0,-7-30-13 0 0,-2-6 51 0 0,-25-66 1 0 0,14 57 14 0 0,11 25-42 0 0,8 19-11 0 0,-13-27 0 0 0,-11-14 0 0 0,14 24 15 0 0,10 20 6 0 0,-28-44 7 0 0,18 25-14 0 0,4 8-2 0 0,0 0 1 0 0,-1 0 0 0 0,-12-12-1 0 0,15 18-1 0 0,3 4 31 0 0,-10-9-1 0 0,9 11-29 0 0,-17-16 21 0 0,2-1 20 0 0,16 16-53 0 0,-10-12 0 0 0,-7-15 0 0 0,7 11 0 0 0,1 5-26 0 0,8 11-51 0 0,1 2 4 0 0,1 0-51 0 0,0 0-1 0 0,1-1 1 0 0,-1 1-1 0 0,0 0 1 0 0,0 0-1 0 0,1 0 1 0 0,-1 0-1 0 0,0 0 1 0 0,0 0 0 0 0,1 0-1 0 0,-1 1 1 0 0,0-1-1 0 0,-2 1 1 0 0,-12 9-5838 0 0,-3 7-2318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1:06.2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45 17047 0 0,'-2'-13'1512'0'0,"0"0"-1208"0"0,-2 5-240 0 0,0-2 3520 0 0,1 28-17000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1:09.1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920 230 4143 0 0,'0'0'319'0'0,"0"-3"-87"0"0,-1-11 4993 0 0,2 1-2713 0 0,-1 11-2109 0 0,-12-29 1482 0 0,11 30-1006 0 0,-1-3-672 0 0,0 0 1 0 0,-1 0-1 0 0,1 1 0 0 0,-1-1 1 0 0,0 1-1 0 0,0 0 0 0 0,-7-5 1 0 0,-7-4 385 0 0,-2 1 1 0 0,0 0 0 0 0,-32-12-1 0 0,35 17-244 0 0,0 1 0 0 0,0 1 0 0 0,-26-4 0 0 0,-14-4 183 0 0,-35-5 339 0 0,26 6-390 0 0,19 3-254 0 0,43 7-213 0 0,1 0 1 0 0,0 1-1 0 0,-1-1 1 0 0,1 1 0 0 0,-1-1-1 0 0,1 1 1 0 0,-1 0-1 0 0,1 0 1 0 0,-6 0-1 0 0,0 1 3 0 0,6-2-6 0 0,-1 1 0 0 0,0 0 0 0 0,0 0 0 0 0,0 0 0 0 0,0 0 0 0 0,0 0 0 0 0,0 1 0 0 0,1-1 0 0 0,-1 1 0 0 0,-5 2 0 0 0,-5 1 7 0 0,-13 1-18 0 0,4 3 0 0 0,-36 16 13 0 0,46-18 88 0 0,7-3-76 0 0,0 0 0 0 0,1 0 1 0 0,-1 0-1 0 0,-6 1 0 0 0,0 2-14 0 0,-1 1 46 0 0,10-6-44 0 0,1 0-1 0 0,-1 0 1 0 0,0 0-1 0 0,0 0 1 0 0,0 1-1 0 0,1-1 1 0 0,-1 1-1 0 0,1-1 1 0 0,-1 1-1 0 0,1-1 1 0 0,0 1-1 0 0,-2 2 1 0 0,-1 3 41 0 0,-3 3-32 0 0,-5 7 30 0 0,12-16-48 0 0,-1 4-9 0 0,-11 27 7 0 0,6-18-2 0 0,0 1 0 0 0,-17 42 112 0 0,1-19 128 0 0,13-26-98 0 0,7-9-120 0 0,0-1 0 0 0,0 1 0 0 0,1-1 1 0 0,-1 1-1 0 0,0 0 0 0 0,1 0 1 0 0,-2 5-1 0 0,-2 5 39 0 0,0 0 0 0 0,1 1 0 0 0,0 0 0 0 0,1 0 0 0 0,-1 21-1 0 0,3-28-43 0 0,0-1 0 0 0,1 1 0 0 0,0-1 0 0 0,1 12 0 0 0,0-5 13 0 0,0-5 16 0 0,-1-1 1 0 0,1 1-1 0 0,1-1 0 0 0,0 0 1 0 0,3 12-1 0 0,2 4-12 0 0,-4 0 26 0 0,4 21 16 0 0,-4-32-76 0 0,0-3 11 0 0,2 5 39 0 0,6 8 36 0 0,-9-18-44 0 0,4 2-20 0 0,-1 1 22 0 0,1 0 0 0 0,0 0 0 0 0,1-1 0 0 0,-1 0 0 0 0,1-1 0 0 0,0 1 1 0 0,1-1-1 0 0,-1-1 0 0 0,1 1 0 0 0,0-1 0 0 0,9 3 0 0 0,-8-2-32 0 0,2-1 56 0 0,10-1-24 0 0,7 2 9 0 0,0 1-16 0 0,-13-2-22 0 0,0-1 1 0 0,16 2-1 0 0,-4 0-4 0 0,-19-3 9 0 0,-4-1-15 0 0,0 0 0 0 0,0-1-1 0 0,0 1 1 0 0,0-1 0 0 0,0 0-1 0 0,7 0 1 0 0,35-2 55 0 0,47-4 23 0 0,-72 4-74 0 0,8-2 59 0 0,33-2 40 0 0,-20 0-108 0 0,-27 3 0 0 0,13-1 0 0 0,-14 3 0 0 0,-1-5 11 0 0,11-7 42 0 0,-11 5-42 0 0,0 0 31 0 0,-2 1-31 0 0,0-2-11 0 0,0 1 11 0 0,3-5 42 0 0,-15 12-57 0 0,3-3 6 0 0,29-26 53 0 0,-28 27-47 0 0,24-21-5 0 0,8-12-3 0 0,-11 6 0 0 0,-9 10 53 0 0,-11 14-41 0 0,11-20 71 0 0,-14 24-74 0 0,0-1-1 0 0,1 1 1 0 0,-1 0 0 0 0,0-1-1 0 0,-1 1 1 0 0,1-1 0 0 0,0 1 0 0 0,-1-1-1 0 0,1-3 1 0 0,1-15 47 0 0,5-24 50 0 0,-2-8-95 0 0,-3 29 106 0 0,-2 18-95 0 0,0 0 22 0 0,-1 3-34 0 0,-2-13 0 0 0,-2-7 41 0 0,0 8 4 0 0,-2-3 9 0 0,7 16-56 0 0,-12-23-5 0 0,9 19 12 0 0,-10-12 109 0 0,11 16-82 0 0,-5-5-31 0 0,-1 2-11 0 0,-1 0 0 0 0,-1 0 0 0 0,0 0 0 0 0,1 0 0 0 0,2 1-13 0 0,6 3-57 0 0,-19-12-687 0 0,17 12 553 0 0,1 0 1 0 0,-1 0-1 0 0,0 0 0 0 0,0 0 1 0 0,0 0-1 0 0,0 0 0 0 0,-4 0 1 0 0,-12 1-1360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1:58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639 1214 8087 0 0,'0'0'734'0'0,"3"2"-602"0"0,6 3-40 0 0,-6-4 308 0 0,-1 1 132 0 0,43 16 1313 0 0,-43-18-1620 0 0,-2 4-174 0 0,0-1 1 0 0,1 1-1 0 0,-1-1 0 0 0,1 0 0 0 0,-1 1 0 0 0,1-1 0 0 0,0 1 0 0 0,2 3 0 0 0,0-1 25 0 0,-3-5-55 0 0,0-1 0 0 0,1 1 0 0 0,-1 0 0 0 0,1 0-1 0 0,-1-1 1 0 0,1 1 0 0 0,-1 0 0 0 0,1-1 0 0 0,-1 1 0 0 0,1-1 0 0 0,0 1-1 0 0,-1 0 1 0 0,1-1 0 0 0,0 0 0 0 0,0 1 0 0 0,-1-1 0 0 0,1 1-1 0 0,0-1 1 0 0,0 0 0 0 0,-1 1 0 0 0,1-1 0 0 0,0 0 0 0 0,0 0-1 0 0,0 0 1 0 0,0 0 0 0 0,0 0 0 0 0,-1 0 0 0 0,1 0 0 0 0,1 0-1 0 0,3 0 129 0 0,52 7 941 0 0,-56-7-1081 0 0,-1 0 1 0 0,1 0-1 0 0,0 0 0 0 0,-1 0 0 0 0,1 0 0 0 0,-1 0 1 0 0,1 0-1 0 0,0 0 0 0 0,-1 0 0 0 0,1-1 0 0 0,0 1 1 0 0,-1 0-1 0 0,1 0 0 0 0,-1-1 0 0 0,1 1 0 0 0,-1 0 0 0 0,1 0 1 0 0,-1-1-1 0 0,1 1 0 0 0,-1-1 0 0 0,1 1 0 0 0,-1 0 1 0 0,1-1-1 0 0,-1 1 0 0 0,0-1 0 0 0,1 0 0 0 0,14-29 237 0 0,-14 29-220 0 0,0 0 0 0 0,1 0 0 0 0,-1 0 0 0 0,0 0 0 0 0,1 1 0 0 0,-1-1 0 0 0,0 1 0 0 0,1-1 0 0 0,-1 1 1 0 0,1-1-1 0 0,-1 1 0 0 0,1 0 0 0 0,-1 0 0 0 0,1-1 0 0 0,0 1 0 0 0,-1 0 0 0 0,1 1 0 0 0,-1-1 0 0 0,1 0 0 0 0,-1 0 1 0 0,3 1-1 0 0,2 0 98 0 0,51 2 687 0 0,256 10 1250 0 0,-161-22-1414 0 0,-41 1-232 0 0,26-7-153 0 0,-60 4-218 0 0,123-17 101 0 0,-147 18 32 0 0,91-30 0 0 0,-68 8-14 0 0,-44 18-21 0 0,48-15 1 0 0,12-3-63 0 0,-14 4-83 0 0,-23 12 35 0 0,98-45 0 0 0,-118 44 15 0 0,-15 8 9 0 0,0-1 1 0 0,-1-1-1 0 0,30-21 0 0 0,-29 16 78 0 0,-1-1 1 0 0,20-24-1 0 0,-1-4 35 0 0,-28 33-98 0 0,-7 8-61 0 0,9-15 57 0 0,-5 3 87 0 0,0 0-1 0 0,-1 0 1 0 0,-1-1 0 0 0,4-21-1 0 0,-8 32-82 0 0,-1 0 0 0 0,1 0 0 0 0,-1-1 0 0 0,-1 1 0 0 0,0-10-1 0 0,-1 2 57 0 0,-2-11-66 0 0,0 0 0 0 0,-2 1 0 0 0,-1-1-1 0 0,-18-39 1 0 0,17 48-36 0 0,-1 0-1 0 0,-1 1 0 0 0,-1 0 1 0 0,0 0-1 0 0,-23-23 1 0 0,8 13 30 0 0,-55-40 0 0 0,60 48-48 0 0,11 10 1 0 0,0 1-1 0 0,0 0 1 0 0,-1 0 0 0 0,0 1-1 0 0,-13-4 1 0 0,-59-14 65 0 0,35 10-56 0 0,-94-17-17 0 0,59 14 0 0 0,21 5 32 0 0,-124-7 0 0 0,14 21-16 0 0,65-4 174 0 0,-75-3-236 0 0,-24-2 268 0 0,92 4-132 0 0,-306 21 155 0 0,415-19-245 0 0,-15 2 50 0 0,-172 20 124 0 0,107-12-161 0 0,33-4-15 0 0,2 0 2 0 0,0 3 0 0 0,-74 22 0 0 0,106-24 0 0 0,-1 1 0 0 0,1 0 0 0 0,1 2 0 0 0,-1 0 0 0 0,2 1 0 0 0,-19 15 0 0 0,26-20 0 0 0,4-2 0 0 0,1 0 0 0 0,-1 0 0 0 0,0 0 0 0 0,-5 8 0 0 0,-1 1 0 0 0,1 1 0 0 0,0 0 0 0 0,1 0 0 0 0,0 1 0 0 0,1 0 0 0 0,1 1 0 0 0,1-1 0 0 0,0 2 0 0 0,1-1 0 0 0,0 0 0 0 0,2 1 0 0 0,0 0 0 0 0,1 0 0 0 0,0 0 0 0 0,2 18 0 0 0,1-3 33 0 0,1 0-1 0 0,2-1 1 0 0,1 0-1 0 0,12 39 1 0 0,-1-2 15 0 0,-13-57-22 0 0,1 8-2 0 0,0 0 0 0 0,2 0-1 0 0,0-1 1 0 0,10 20 0 0 0,8 8 89 0 0,68 127 186 0 0,-61-120-288 0 0,-29-49 1 0 0,1-1 0 0 0,-1 1-1 0 0,1-1 1 0 0,-1 1 0 0 0,1-1 0 0 0,0 0 0 0 0,0 0 0 0 0,4 3 0 0 0,1 0 9 0 0,43 41 220 0 0,-49-46-235 0 0,0 0 0 0 0,0 0 0 0 0,-1 0 0 0 0,1 0 0 0 0,0 0 0 0 0,0-1 0 0 0,0 1-1 0 0,0 0 1 0 0,4 0 0 0 0,2 1 7 0 0,18 6 129 0 0,38 7 0 0 0,-46-12-54 0 0,24 8 0 0 0,-14-4 19 0 0,16 4 15 0 0,-22-4-110 0 0,-20-7-12 0 0,18 3-1 0 0,8 1 1 0 0,39 7 139 0 0,-55-11-83 0 0,3 0 21 0 0,-1 2 3 0 0,8-1 38 0 0,-22-1-114 0 0,34 9 87 0 0,-21-6-69 0 0,5 2 32 0 0,-16-5-63 0 0,17 1 145 0 0,6-2 104 0 0,-23 1-163 0 0,0 0 6 0 0,12-3-43 0 0,-12 1 147 0 0,1 0-2091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2:26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3268 387 7511 0 0,'0'0'1908'0'0,"-7"-6"-724"0"0,-1-8 1340 0 0,0 7-441 0 0,-14-10-147 0 0,21 16-1299 0 0,-1 0-437 0 0,-35-41 820 0 0,36 41-945 0 0,-9-6 118 0 0,3 5-123 0 0,-6-2 58 0 0,1-1 0 0 0,-11-6 0 0 0,16 7-55 0 0,1 1 0 0 0,-1 0 0 0 0,0 0 0 0 0,0 0 0 0 0,0 1 1 0 0,0 0-1 0 0,-1 1 0 0 0,-10-2 0 0 0,12 3-9 0 0,1-1-1 0 0,0 1 0 0 0,-1-2 1 0 0,1 1-1 0 0,-7-3 1 0 0,-17-4 147 0 0,3 3-39 0 0,-15-2 56 0 0,32 6-185 0 0,0 0-1 0 0,0-1 1 0 0,-16-5-1 0 0,17 4-18 0 0,-1 1-1 0 0,0 0 1 0 0,-16-2-1 0 0,7 3 10 0 0,-20 0 59 0 0,1-2-1 0 0,-1-2 0 0 0,-36-9 1 0 0,68 13-64 0 0,2-1-4 0 0,0 1 1 0 0,0 0 0 0 0,1 1-1 0 0,-1-1 1 0 0,0 1 0 0 0,0-1-1 0 0,-7 2 1 0 0,-4-1 53 0 0,1 0 0 0 0,-1-1 0 0 0,1-1 0 0 0,-15-3-1 0 0,13 3-1 0 0,-52-10 197 0 0,-70-9-19 0 0,36 10 39 0 0,81 7-196 0 0,-36-11 0 0 0,-11-2 168 0 0,35 8-126 0 0,24 6-121 0 0,-1 1 0 0 0,-12-2-1 0 0,-80-13 36 0 0,39 9 153 0 0,-118 1-1 0 0,34 0-66 0 0,100 3-59 0 0,5 0-43 0 0,-56-2 51 0 0,30 4-22 0 0,-29 1 24 0 0,29 1-121 0 0,-33 3 2 0 0,-56 7 221 0 0,121-7-174 0 0,16-2 5 0 0,-27 5 0 0 0,36-4-6 0 0,-3 1 7 0 0,-23 6-1 0 0,33-7-23 0 0,0 0 0 0 0,0-1 0 0 0,-1 0 0 0 0,1 0 0 0 0,-5 0 0 0 0,-2 1 0 0 0,-41 12 0 0 0,-55 36 0 0 0,76-37 0 0 0,-7 4 0 0 0,-10 9 0 0 0,32-18 0 0 0,0 1 0 0 0,0 0 0 0 0,-17 15 0 0 0,12-9 0 0 0,-6 11 0 0 0,2 2 64 0 0,16-19-42 0 0,-3 4-1 0 0,-18 25 0 0 0,14-18 32 0 0,13-17-41 0 0,1 0 1 0 0,0 0-1 0 0,0 0 1 0 0,0 1-1 0 0,0-1 0 0 0,0 0 1 0 0,-1 6-1 0 0,-3 3 38 0 0,2-5-19 0 0,0 1 1 0 0,1-1 0 0 0,-4 16-1 0 0,3-10-31 0 0,3-6 16 0 0,-1 1 1 0 0,1 0-1 0 0,1 13 0 0 0,-1-9 20 0 0,1-10-19 0 0,0 0-1 0 0,0 1 1 0 0,0-1-1 0 0,0 0 1 0 0,1 1-1 0 0,-1-1 1 0 0,1 0-1 0 0,1 5 0 0 0,1 6 82 0 0,0 1-40 0 0,2 2-35 0 0,-1 5 29 0 0,0-10-7 0 0,7 17 107 0 0,-7-17-129 0 0,12 24 37 0 0,-15-32-60 0 0,1 1 0 0 0,-1 0 0 0 0,1-1 0 0 0,0 0 0 0 0,0 1 0 0 0,0-1 0 0 0,0 0 0 0 0,1 0 0 0 0,4 5 0 0 0,2 0 0 0 0,-1 2 31 0 0,0 0-1 0 0,0-1 1 0 0,1 0 0 0 0,0-1-1 0 0,0 0 1 0 0,1 0 0 0 0,21 11-1 0 0,138 76 173 0 0,-153-87-199 0 0,-1-1-1 0 0,28 8 1 0 0,-24-9 23 0 0,28 14 0 0 0,4 1 36 0 0,63 13 65 0 0,-75-23-91 0 0,45 6 1 0 0,39 0 15 0 0,-114-16-53 0 0,141 9 123 0 0,8 0 10 0 0,121 6-38 0 0,-140-12-62 0 0,-96-1-18 0 0,62 0 34 0 0,-63-3 4 0 0,30 2-42 0 0,-64-2-11 0 0,25 2 11 0 0,10 0 42 0 0,-23 0-53 0 0,32 0 0 0 0,94 2 0 0 0,-80-3 0 0 0,63-2 0 0 0,-100 0 0 0 0,-2 2 0 0 0,31-3 0 0 0,-49 2 0 0 0,26-5 0 0 0,89-10 64 0 0,-96 12-64 0 0,-1 0 0 0 0,0-1 0 0 0,0 1 0 0 0,1 0 0 0 0,-24 1 0 0 0,20 1 0 0 0,-17 1 0 0 0,-3 0 0 0 0,0 0 0 0 0,0 0 0 0 0,0-1 0 0 0,0 0 0 0 0,0 1 0 0 0,6-3 0 0 0,17-3 0 0 0,1 2 0 0 0,-13 2 0 0 0,-2-1 0 0 0,0 0 0 0 0,39-9 0 0 0,-40 9 0 0 0,1-2 11 0 0,0 0 31 0 0,-1 0-31 0 0,0 0-11 0 0,0 0 0 0 0,-1-1 0 0 0,0-1 0 0 0,6 0 0 0 0,-7 0 0 0 0,-6 3 0 0 0,6-4 0 0 0,-2-1 0 0 0,8-4 29 0 0,-10 5 5 0 0,-2 2-33 0 0,-1 3-1 0 0,12-24 0 0 0,-11 19 0 0 0,4-6 0 0 0,7-20 0 0 0,-6 13 0 0 0,-5 15-1 0 0,-3 3 2 0 0,1 0 1 0 0,-1-1 0 0 0,0 1 0 0 0,0 0-1 0 0,-1-1 1 0 0,2-6 0 0 0,2-20 51 0 0,0-5-19 0 0,1-17-4 0 0,-4 43-28 0 0,2-12 29 0 0,-2-37 0 0 0,-1 48-31 0 0,0-33 53 0 0,0 12-42 0 0,0 18-11 0 0,-1 3 11 0 0,0 6 31 0 0,0-7-31 0 0,-1-1-11 0 0,0-1 0 0 0,-1 1 0 0 0,0-1 0 0 0,-1 2 0 0 0,-4-1 0 0 0,0 0 0 0 0,3 4-11 0 0,4 6-42 0 0,-1 0-407 0 0,1 1 363 0 0,0-1 10 0 0,0 1 0 0 0,0-1-1 0 0,0 1 1 0 0,0-1-1 0 0,0 1 1 0 0,-1-1 0 0 0,1 1-1 0 0,-1 0 1 0 0,1 0 0 0 0,-1 0-1 0 0,1-1 1 0 0,-1 2 0 0 0,0-1-1 0 0,0 0 1 0 0,1 0-1 0 0,-1 0 1 0 0,-2 0 0 0 0,-11 0-984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3:16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3420 211 3223 0 0,'-2'-1'2231'0'0,"-17"-18"3396"0"0,15 15-5149 0 0,1 0 0 0 0,-1 1 0 0 0,0-1 0 0 0,0 1 0 0 0,-4-3 0 0 0,-3-1-147 0 0,-1 1 0 0 0,1 0 1 0 0,-1 1-1 0 0,0 0 0 0 0,-1 1 1 0 0,1 0-1 0 0,-18-2 0 0 0,-73-5 1941 0 0,76 10-1905 0 0,15 1-177 0 0,1-1 1 0 0,0 0-1 0 0,-15-3 0 0 0,17 3-72 0 0,1-1 0 0 0,0 2 0 0 0,-10-1 0 0 0,-20-2 290 0 0,0-4-2 0 0,-67-11 524 0 0,13 1-242 0 0,72 13-422 0 0,-32-2 1 0 0,-9-2 40 0 0,24 2-83 0 0,-61-1 0 0 0,30 3-117 0 0,2-1 148 0 0,-161-10 531 0 0,161 13-694 0 0,-95 11-1 0 0,-62-2 274 0 0,165-7-165 0 0,-67-2-99 0 0,-132 4 126 0 0,188 8-178 0 0,44-6-9 0 0,-44 2-1 0 0,-31-3 57 0 0,-121 21 0 0 0,176-16-53 0 0,-19 3-22 0 0,51-9-21 0 0,-1 0 0 0 0,0 2 0 0 0,0 0 0 0 0,-18 8 0 0 0,18-6 0 0 0,-1-1 0 0 0,0-1 0 0 0,-20 4 0 0 0,31-7 6 0 0,0 0 0 0 0,0 0 0 0 0,0 1 0 0 0,0-1-1 0 0,-7 5 1 0 0,-17 5 23 0 0,16-7-29 0 0,0 0 0 0 0,0 1 0 0 0,0 0 0 0 0,1 1 0 0 0,-16 11 0 0 0,7-5 0 0 0,15-9 0 0 0,1 0-1 0 0,0 0 1 0 0,0 1-1 0 0,0 0 1 0 0,-3 4-1 0 0,2-3 5 0 0,1-1-1 0 0,0 1 0 0 0,-9 5 1 0 0,7-5 5 0 0,0 0 0 0 0,1-1 0 0 0,-9 12 0 0 0,8-10-3 0 0,0 1-1 0 0,-11 8 1 0 0,-21 19-6 0 0,28-24 0 0 0,-1-1 0 0 0,-21 16 0 0 0,22-18 0 0 0,1 0 1 0 0,-15 14-1 0 0,12-10 10 0 0,10-9 0 0 0,-1 0 0 0 0,1 0-1 0 0,0 0 1 0 0,0 0 0 0 0,0 0 0 0 0,0 0 0 0 0,1 1 0 0 0,-1-1 0 0 0,1 1 0 0 0,-1-1 0 0 0,1 1 0 0 0,-2 5 0 0 0,-1 3 31 0 0,1-7-31 0 0,1-1-1 0 0,0 1 0 0 0,1 0 0 0 0,-1-1 0 0 0,1 1 1 0 0,-1 0-1 0 0,1 0 0 0 0,0 0 0 0 0,0 8 0 0 0,0-4 27 0 0,0 6-25 0 0,0 11-5 0 0,0-17 4 0 0,1-1-1 0 0,-1 0 1 0 0,2 1 0 0 0,-1-1-1 0 0,3 12 1 0 0,-1-5-10 0 0,-3 4 6 0 0,1-15-6 0 0,0 1 0 0 0,0 0 0 0 0,0-1 0 0 0,1 1 0 0 0,-1 0 0 0 0,1-1 0 0 0,2 8 0 0 0,3 12 58 0 0,1 3-22 0 0,1-2-1 0 0,2 1 1 0 0,12 25-1 0 0,-14-36-17 0 0,0-1 0 0 0,0 0 0 0 0,1 0-1 0 0,1-1 1 0 0,0 0 0 0 0,18 17 0 0 0,-6-12 7 0 0,-14-11-18 0 0,-1 0 0 0 0,1 0 0 0 0,6 8 0 0 0,-3-2 17 0 0,0 0 0 0 0,1-1 0 0 0,0 0 0 0 0,0-1 0 0 0,1 0 0 0 0,1-1 0 0 0,22 11 0 0 0,-15-8-2 0 0,-16-9-11 0 0,0 0-1 0 0,0 0 1 0 0,10 3-1 0 0,52 21 61 0 0,-9-2-14 0 0,-42-20-46 0 0,85 28 33 0 0,-82-28-26 0 0,1-1 1 0 0,-1-1-1 0 0,28 2 0 0 0,27 0 78 0 0,134 27 0 0 0,-83-10-32 0 0,165 7 0 0 0,-213-25-5 0 0,244 5 85 0 0,-262-11-100 0 0,258-3 82 0 0,-195 5-83 0 0,16 0-11 0 0,-72 1-6 0 0,21 0 12 0 0,53 0-38 0 0,-38-2 0 0 0,133 2 64 0 0,-125-8-11 0 0,-72 5-48 0 0,42-7 0 0 0,-4 0 7 0 0,-23 2 13 0 0,73-19 1 0 0,-59 11-13 0 0,-45 10 38 0 0,-14 3-51 0 0,-1 0 1 0 0,1 0-1 0 0,9 0 1 0 0,-1 0-1 0 0,-1-1 0 0 0,0 0 0 0 0,-1-1 0 0 0,19-7 0 0 0,-4 1 0 0 0,173-63 63 0 0,-184 66-62 0 0,37-16 21 0 0,31-11 20 0 0,-82 32-38 0 0,1 0 0 0 0,-1 0 0 0 0,0-1-1 0 0,0 1 1 0 0,0-1 0 0 0,3-3 0 0 0,15-9 33 0 0,-17 13-37 0 0,13-11 0 0 0,3-4 0 0 0,-16 13 11 0 0,-1-1 1 0 0,0 0-1 0 0,0-1 1 0 0,0 1-1 0 0,0-1 1 0 0,-1 1-1 0 0,5-13 0 0 0,0 1 15 0 0,-4 7-10 0 0,0 0-1 0 0,-1 0 1 0 0,0 0-1 0 0,2-20 1 0 0,-5 29-19 0 0,3-21 38 0 0,1-33-1 0 0,-2 13 14 0 0,0 27-38 0 0,-2 6-10 0 0,1 0 0 0 0,-1 0 1 0 0,-1 0-1 0 0,-2-15 0 0 0,-2 1 0 0 0,3 13 0 0 0,1 4 2 0 0,-1 1 1 0 0,1-1-1 0 0,-1 1 0 0 0,-4-7 0 0 0,5 7 11 0 0,-9-14 27 0 0,1 3-40 0 0,6 12-1 0 0,-8-6 13 0 0,6 4 1 0 0,-1 1 0 0 0,0 1 0 0 0,0-1 0 0 0,-13-7 1 0 0,-1 0 37 0 0,-5-3-51 0 0,-23-9 0 0 0,46 23 0 0 0,-4-1 12 0 0,1 0-6 0 0,0 0-1 0 0,0 0 1 0 0,0-1 0 0 0,0 1-1 0 0,1-1 1 0 0,-1 0 0 0 0,1 0-1 0 0,-6-5 1 0 0,-2-3-5 0 0,-46-31-1 0 0,35 27 0 0 0,20 13 0 0 0,-63-40 33 0 0,59 38-29 0 0,0 0 0 0 0,-1 0 0 0 0,0 1 0 0 0,0 1-1 0 0,1-1 1 0 0,-1 1 0 0 0,-12-1 0 0 0,17 3-4 0 0,0 0 0 0 0,0 0 0 0 0,0-1 0 0 0,0 1 0 0 0,0-1 0 0 0,1 0 0 0 0,-1 0 0 0 0,0 0 0 0 0,0 0 0 0 0,1 0 0 0 0,-6-3 0 0 0,-1-2 0 0 0,-11-4 0 0 0,-18-11 0 0 0,14 10 0 0 0,-41-20 0 0 0,62 29 0 0 0,-13-3 0 0 0,-23-1 12 0 0,9 2 14 0 0,-50-14 0 0 0,69 15-26 0 0,-34-12 0 0 0,-19-14-351 0 0,47 20 59 0 0,-1 1 1 0 0,0 0-1 0 0,0 2 0 0 0,-23-6 1 0 0,14 9-996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3:31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3161 141 8607 0 0,'0'0'780'0'0,"-2"-1"-640"0"0,-44-17 2347 0 0,45 17-2344 0 0,-1 0-30 0 0,-27-8 1178 0 0,-1 1 1 0 0,0 1-1 0 0,-51-6 0 0 0,-122 5 77 0 0,84 5-244 0 0,73 1-642 0 0,-164-4 1058 0 0,74 11-1310 0 0,78 0-198 0 0,24-1 29 0 0,-38-2-1 0 0,-48-3 359 0 0,-335-14 1005 0 0,150 20-1067 0 0,59-12 205 0 0,174 8-444 0 0,0 3-1 0 0,-117 22 1 0 0,155-17-118 0 0,1 1 0 0 0,-48 22 0 0 0,59-20 0 0 0,1 2 0 0 0,-3-1 13 0 0,14-8 29 0 0,1-1 0 0 0,0 2 0 0 0,-11 7 0 0 0,7-3-27 0 0,6-5 2 0 0,-1 0 0 0 0,1 0 0 0 0,1 1 1 0 0,-1 0-1 0 0,1 1 0 0 0,-6 6 0 0 0,-13 17 37 0 0,-5 3-24 0 0,-44 44 125 0 0,38-41 26 0 0,21-22-82 0 0,1 0-1 0 0,1 1 1 0 0,-16 22 0 0 0,26-32-77 0 0,-10 18 62 0 0,10-16-52 0 0,0 0 0 0 0,1 0-1 0 0,0 0 1 0 0,0 1-1 0 0,1-1 1 0 0,-1 10 0 0 0,-1 6-32 0 0,1 3 128 0 0,2-20-103 0 0,0-4-24 0 0,-1-1 1 0 0,1 1 0 0 0,0-1-1 0 0,0 1 1 0 0,0 0-1 0 0,0-1 1 0 0,0 1 0 0 0,0-1-1 0 0,0 1 1 0 0,1 2 0 0 0,6 20 145 0 0,-7-20-135 0 0,9 21 87 0 0,4 8-99 0 0,-8-21 28 0 0,1 0 1 0 0,0 0-1 0 0,1-1 0 0 0,0 0 1 0 0,1 0-1 0 0,0 0 0 0 0,12 11 1 0 0,-18-19-22 0 0,1 0 1 0 0,0 0 0 0 0,0 0 0 0 0,1 0-1 0 0,-1 0 1 0 0,5 2 0 0 0,1 3 3 0 0,-4-4 8 0 0,13 14 140 0 0,32 24 0 0 0,-18-21-89 0 0,13 7 26 0 0,-28-17-64 0 0,2-1 1 0 0,-1-1 0 0 0,1-1-1 0 0,1 0 1 0 0,-1-1 0 0 0,1-2-1 0 0,32 6 1 0 0,26 10 31 0 0,-35-12-14 0 0,11 2-11 0 0,75 7 0 0 0,192 4 153 0 0,-150-8-75 0 0,-31-5-79 0 0,54 0-1 0 0,-103-7 11 0 0,-41 1 31 0 0,78-8-1 0 0,63-3 66 0 0,-108 7-141 0 0,85-3-3 0 0,53-1 0 0 0,-31 5 91 0 0,-82 2 69 0 0,74-9-180 0 0,-122 4 65 0 0,208-7-121 0 0,-260 9 76 0 0,215-14 64 0 0,-196 13-64 0 0,-17 1 8 0 0,36-5 48 0 0,-36 4-56 0 0,22-4 0 0 0,10 0 0 0 0,-32 4 0 0 0,-1 1 0 0 0,1-1 0 0 0,0-1 0 0 0,15-6 0 0 0,14 2 0 0 0,-11 1 0 0 0,-1-2 0 0 0,-17 5 0 0 0,-1 1 0 0 0,18-9 0 0 0,16-7 53 0 0,32-12-31 0 0,-54 21 37 0 0,-5 3-44 0 0,0-1-1 0 0,0 0 1 0 0,25-18-1 0 0,-22 13-14 0 0,-13 8 3 0 0,1 0 7 0 0,0-1 1 0 0,0 0-1 0 0,0 0 0 0 0,-1 0 0 0 0,11-12 0 0 0,7-8-10 0 0,1 1 53 0 0,-25 23-52 0 0,12-11 4 0 0,12-21 0 0 0,5-12 123 0 0,-20 34-116 0 0,-6 6 36 0 0,4-5-25 0 0,-4 5 19 0 0,4-6-19 0 0,-4 5 25 0 0,2-7-24 0 0,-2 7 24 0 0,2-9-25 0 0,1-2 19 0 0,3-11 9 0 0,-9 22-38 0 0,1-10-2 0 0,-1-2-11 0 0,0-9 0 0 0,-1 24 0 0 0,-3-19 0 0 0,1 7 0 0 0,0 0 0 0 0,-2 0 0 0 0,0 1 0 0 0,4 11 0 0 0,0-1 0 0 0,-1 1 0 0 0,1 0 0 0 0,0 0 0 0 0,-1 0 0 0 0,0 0 0 0 0,0 0 0 0 0,0 0 0 0 0,-2-2 0 0 0,-3-2 0 0 0,-5-10 0 0 0,-27-25 0 0 0,7 13 0 0 0,-1 2 0 0 0,-1 2 0 0 0,-65-37 0 0 0,57 38 0 0 0,-52-22 0 0 0,45 25-7 0 0,10 3-12 0 0,-2 1 0 0 0,-78-20 0 0 0,34 22-18 0 0,-88-4 1 0 0,131 16-30 0 0,3 0 65 0 0,1 0 1 0 0,-51-13-1 0 0,64 10 54 0 0,25 6-53 0 0,-17-4 0 0 0,-1 2 0 0 0,-17-1 0 0 0,31 2 0 0 0,-14-1 0 0 0,14 2 0 0 0,-29 1 0 0 0,21-1 0 0 0,1-1 0 0 0,-1-1 0 0 0,1 1 0 0 0,-1-1 0 0 0,-16-2-1934 0 0,-1 1 0 0 0,-45 2-1 0 0,43 2 82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5:21.9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47 104 10591 0 0,'-2'-2'488'0'0,"-2"-1"-214"0"0,2 1-230 0 0,0 0-1 0 0,0 0 0 0 0,0 0 1 0 0,0-1-1 0 0,0 1 0 0 0,0 0 1 0 0,1-1-1 0 0,-3-3 0 0 0,1 1 1301 0 0,0-1 0 0 0,0 0 0 0 0,1 0-1 0 0,0 0 1 0 0,0 0 0 0 0,-2-11 0 0 0,2-6-536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5:24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1083 239 9215 0 0,'0'0'707'0'0,"-1"-2"-344"0"0,-18-19 4295 0 0,13 15-4522 0 0,1 1 0 0 0,0-1 0 0 0,1 0 0 0 0,-1 0 0 0 0,-4-9 0 0 0,-1-8 410 0 0,7 14-112 0 0,-1 1-1 0 0,0 0 1 0 0,-8-11-1 0 0,11 17-89 0 0,-1 0-210 0 0,1 0 0 0 0,-1 1-1 0 0,0-1 1 0 0,0 0-1 0 0,0 1 1 0 0,0-1 0 0 0,0 1-1 0 0,0 0 1 0 0,-2-2 0 0 0,-16-11 665 0 0,-28-25 137 0 0,44 36-886 0 0,0 0 0 0 0,0 1-1 0 0,-1-1 1 0 0,0 1 0 0 0,1 0 0 0 0,-1 0-1 0 0,0 0 1 0 0,-7-1 0 0 0,2 1 93 0 0,0 0 1 0 0,-1 1-1 0 0,-12 0 0 0 0,-8-1 181 0 0,22 1-229 0 0,1 0 1 0 0,-1 1 0 0 0,1 0-1 0 0,-13 2 1 0 0,-14 4 227 0 0,20-4-254 0 0,-1 1 0 0 0,1 0-1 0 0,-1 1 1 0 0,1 1 0 0 0,1 0-1 0 0,-16 8 1 0 0,-16 9 12 0 0,29-14-32 0 0,-25 14-1 0 0,21-7-7 0 0,0 0 0 0 0,2 1-1 0 0,-19 19 1 0 0,33-31-18 0 0,-24 26 104 0 0,-29 36 0 0 0,-60 92 140 0 0,94-124-204 0 0,-25 50-1 0 0,34-55 13 0 0,2 0-1 0 0,2 0 0 0 0,0 2 0 0 0,-10 52 0 0 0,19-73-65 0 0,1-1-1 0 0,1 0 1 0 0,-1 0-1 0 0,2 0 1 0 0,-1 1-1 0 0,1-1 1 0 0,0 0 0 0 0,1 0-1 0 0,0 0 1 0 0,1 0-1 0 0,0 0 1 0 0,0-1-1 0 0,1 1 1 0 0,0-1 0 0 0,1 0-1 0 0,-1 0 1 0 0,1 0-1 0 0,8 8 1 0 0,12 19 34 0 0,-22-28-34 0 0,2 0 0 0 0,-1 0 0 0 0,1-1 0 0 0,0 0 1 0 0,0 0-1 0 0,1 0 0 0 0,-1-1 0 0 0,11 8 0 0 0,36 26 88 0 0,-2-2 10 0 0,-15-12-35 0 0,29 16 72 0 0,-18-13-68 0 0,-16-10-41 0 0,-24-16-10 0 0,3 2-10 0 0,0 0 1 0 0,0 0-1 0 0,1-1 0 0 0,12 3 1 0 0,-5-2-6 0 0,-2-1 22 0 0,-1-2 0 0 0,1 0-1 0 0,-1 0 1 0 0,1-1 0 0 0,-1-1 0 0 0,22-4 0 0 0,-4 2 25 0 0,-7-1-4 0 0,1-1 0 0 0,34-11 0 0 0,0 0 30 0 0,20-6-13 0 0,-53 14-65 0 0,-12 3 17 0 0,-1 0 1 0 0,0-1-1 0 0,0-1 0 0 0,22-14 0 0 0,-25 14-16 0 0,-1 1-2 0 0,1-1 0 0 0,-1-1 0 0 0,0 0 0 0 0,10-11 0 0 0,-18 17-2 0 0,22-19 15 0 0,-17 15-7 0 0,0 0 0 0 0,0-1 0 0 0,0 0 0 0 0,-1 0 0 0 0,0-1 0 0 0,0 0 0 0 0,-1 0 0 0 0,0 0 0 0 0,6-15 0 0 0,-1 0 1 0 0,-7 14 18 0 0,0 0 0 0 0,-1 0 0 0 0,2-15 0 0 0,1-7-17 0 0,1 7 38 0 0,-5 18-50 0 0,1-1-1 0 0,-1 1 1 0 0,-1-1 0 0 0,1-6-1 0 0,0-10 6 0 0,0 12 4 0 0,-1-1 0 0 0,-1 0 1 0 0,0 1-1 0 0,-1-1 0 0 0,0 1 0 0 0,-5-18 0 0 0,-20-50 52 0 0,12 42-5 0 0,7 15-45 0 0,0 4-11 0 0,3 9 0 0 0,1 0 0 0 0,0-1 0 0 0,-4-11 0 0 0,4 9 0 0 0,-2-7 0 0 0,4 14 0 0 0,-3-8 0 0 0,-6-9 0 0 0,-1 1 0 0 0,8 8 0 0 0,0 1 0 0 0,1 0 0 0 0,3 0 0 0 0,0 1 0 0 0,-2-1 0 0 0,-1-1 0 0 0,-2 2 0 0 0,2 0 0 0 0,-1-1 0 0 0,-2 5-21 0 0,4 5-82 0 0,1 2-550 0 0,-7-2 1127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6:55.16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8 1 5615 0 0,'-7'8'8119'0'0,"13"-2"-7920"0"0,0 0 0 0 0,1-1 1 0 0,0 1-1 0 0,0-1 0 0 0,0 0 0 0 0,1-1 1 0 0,-1 0-1 0 0,15 5 0 0 0,12-4 199 0 0,-10-2-276 0 0,90 14 460 0 0,-30-5-90 0 0,-44-8-92 0 0,0-1 1 0 0,74-5 0 0 0,-109 2-373 0 0,32-3 182 0 0,38 1 134 0 0,128 16 20 0 0,-81-9-204 0 0,-57 0 241 0 0,88-6 0 0 0,-100-4-130 0 0,-18 2-124 0 0,41 1 1 0 0,11 9 8 0 0,-51-2-90 0 0,1-3 0 0 0,0-1 0 0 0,44-5 0 0 0,-58 5 88 0 0,10-2-4 0 0,-26 0-74 0 0,-4 1-20 0 0,4 0-35 0 0,-5 0 106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7:06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2351 828 6911 0 0,'0'0'623'0'0,"2"-1"-514"0"0,37-17 3158 0 0,-37 17-2399 0 0,0 0-662 0 0,1 1-1 0 0,0-1 1 0 0,0 0 0 0 0,0 0-1 0 0,-1-1 1 0 0,1 1-1 0 0,0 0 1 0 0,3-4 0 0 0,6-2 642 0 0,-1 3-616 0 0,0 0 0 0 0,0 1 1 0 0,0 0-1 0 0,1 0 0 0 0,-1 1 1 0 0,0 1-1 0 0,16 0 0 0 0,6-6 121 0 0,-14 2-114 0 0,31-13 233 0 0,-44 16-425 0 0,0 0-1 0 0,-1 0 1 0 0,1-1-1 0 0,-1 0 0 0 0,0 0 1 0 0,0-1-1 0 0,0 0 1 0 0,0 1-1 0 0,4-6 1 0 0,15-10 144 0 0,-18 14-146 0 0,0-1 0 0 0,0 0 0 0 0,0 0 0 0 0,-1 0 0 0 0,8-12 0 0 0,-10 14-11 0 0,22-37 238 0 0,-25 40-176 0 0,6-9 95 0 0,-3 2-85 0 0,0 0 1 0 0,-1 1 0 0 0,2-12-1 0 0,2-10 108 0 0,-6 27-189 0 0,0 0 0 0 0,0 0 1 0 0,0-1-1 0 0,0 1 0 0 0,-1 0 0 0 0,1 0 1 0 0,-1-1-1 0 0,0 1 0 0 0,0 0 0 0 0,-1-2 1 0 0,0-1 51 0 0,1 1 36 0 0,-1-1 1 0 0,-1 0-1 0 0,1 0 1 0 0,-1 1-1 0 0,0-1 1 0 0,0 1-1 0 0,-7-8 1 0 0,-30-23 270 0 0,1 0-46 0 0,-3-6 1 0 0,40 38-329 0 0,-18-16 57 0 0,-2 2 243 0 0,-38-23 0 0 0,24 18 63 0 0,-21-11-11 0 0,-5 1-162 0 0,50 25-198 0 0,0 1 1 0 0,-1 1-1 0 0,0 0 0 0 0,0 0 1 0 0,-18-2-1 0 0,-71-8-3 0 0,25 4 1 0 0,-31-3 11 0 0,69 7 15 0 0,-83-16 65 0 0,96 17-91 0 0,-31-8 0 0 0,37 6 0 0 0,-1 2 0 0 0,-1 1 0 0 0,1 0 0 0 0,-1 2 0 0 0,1 0 0 0 0,-32 1 0 0 0,12 3 0 0 0,-33 2 0 0 0,49-2 15 0 0,-35-2 0 0 0,37 0 2 0 0,-44 4 0 0 0,-84 15-17 0 0,126-16-3 0 0,-21 1-27 0 0,-81 18-1 0 0,40-5 74 0 0,-19 6 31 0 0,82-17-12 0 0,-45 6 0 0 0,29-6 6 0 0,18-3-58 0 0,17-2 7 0 0,0 0-1 0 0,0 1 1 0 0,-1 0 0 0 0,1 0 0 0 0,0 0 0 0 0,-9 4 0 0 0,-5 3 29 0 0,-1-1-1 0 0,1-1 0 0 0,-36 5 1 0 0,25-5 19 0 0,15-2 7 0 0,1 0 0 0 0,-1 1 0 0 0,-25 12 0 0 0,12-2 18 0 0,-33 24 0 0 0,-6 2-26 0 0,57-33-64 0 0,-7 10 0 0 0,-54 56 75 0 0,68-72-70 0 0,1 0 0 0 0,-1 1 1 0 0,1-1-1 0 0,0 0 0 0 0,0 1 1 0 0,0 0-1 0 0,-3 3 0 0 0,-1 2 6 0 0,-9 12 42 0 0,11-15-35 0 0,1 1 0 0 0,-1-1 0 0 0,1 1 0 0 0,-1 0 0 0 0,2 0 0 0 0,-1 0-1 0 0,1 1 1 0 0,0-1 0 0 0,-2 8 0 0 0,1-1 38 0 0,2-9-21 0 0,0 0-1 0 0,-1 0 0 0 0,2 0 1 0 0,-1 0-1 0 0,0 1 1 0 0,1-1-1 0 0,0 0 1 0 0,0 0-1 0 0,1 8 1 0 0,0-6-3 0 0,-2-3-20 0 0,7 18 74 0 0,-6-16-56 0 0,10 17 102 0 0,-4-13-64 0 0,0-1 0 0 0,1 1 0 0 0,0-1 0 0 0,1 0 0 0 0,-1 0 0 0 0,11 7 0 0 0,11 11 30 0 0,-23-21-73 0 0,0-1 0 0 0,1 0 0 0 0,-1 0 0 0 0,1 0 0 0 0,0-1 0 0 0,0 0 0 0 0,13 3 0 0 0,-4 0 15 0 0,40 7 77 0 0,-43-9-103 0 0,0-1-1 0 0,0 0 1 0 0,1-1 0 0 0,-1 0-1 0 0,18-1 1 0 0,-18-1 1 0 0,-1 1 1 0 0,20 3-1 0 0,-2 1 20 0 0,0-2 0 0 0,42 0 0 0 0,-37-3 9 0 0,47 7-1 0 0,-58-3-43 0 0,0-1 0 0 0,40-1 0 0 0,-53-2 7 0 0,-1 1 1 0 0,19 3-1 0 0,11 1 24 0 0,8 0-19 0 0,-33-2-12 0 0,26 0-1 0 0,46 3 33 0 0,0 0 0 0 0,24 1 89 0 0,-22 1-34 0 0,-20-4 6 0 0,31 1-31 0 0,151-13 55 0 0,-203 4-107 0 0,180-10 108 0 0,25 12-118 0 0,-204 0 64 0 0,-6-2-64 0 0,-3 0 11 0 0,-36 4 31 0 0,7-4-31 0 0,1 2 0 0 0,-1 0-91 0 0,-9 2-543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7:09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648 788 2303 0 0,'0'0'102'0'0,"1"-1"-1"0"0,8-4 1884 0 0,0 2 1615 0 0,-3 0 1316 0 0,14-5-4196 0 0,-18 7-536 0 0,1-1 94 0 0,0 1 1 0 0,0-1-1 0 0,1 1 0 0 0,-1 0 0 0 0,0 0 0 0 0,0 0 0 0 0,6 0 1 0 0,-4-1-121 0 0,24-5 344 0 0,1 1-1 0 0,-1 1 1 0 0,1 1-1 0 0,1 2 1 0 0,-1 1-1 0 0,31 3 1 0 0,-21-1-142 0 0,39-5 0 0 0,-15 0-71 0 0,55 5-25 0 0,12-7 67 0 0,-109 6-221 0 0,12 0 346 0 0,37-4-1 0 0,-60 2-384 0 0,2 0-6 0 0,2-1-9 0 0,-9 1-48 0 0,10-5 52 0 0,19-5 27 0 0,-22 7-45 0 0,-1-1-31 0 0,3-3 30 0 0,-13 8 14 0 0,9-10 5 0 0,-6 6 11 0 0,-1 0 0 0 0,1 0 0 0 0,6-12 0 0 0,-10 16-7 0 0,0-1 0 0 0,10-25 264 0 0,15-51 0 0 0,-22 67-253 0 0,10-17 61 0 0,-12 24-135 0 0,0-1 0 0 0,0 1 0 0 0,0-1 0 0 0,0 1 0 0 0,-1-1 0 0 0,0 0 0 0 0,2-6 0 0 0,-3 11 1 0 0,2-9 59 0 0,-1 1 1 0 0,1 0-1 0 0,-2-1 1 0 0,1-11-1 0 0,-2 11 17 0 0,0 2 0 0 0,-1-1 0 0 0,0 0 0 0 0,-1 0 0 0 0,1 1 0 0 0,-1-1 0 0 0,-5-8-1 0 0,0 5-20 0 0,1 1 0 0 0,-2-1-1 0 0,1 1 1 0 0,-19-16 0 0 0,6 9-42 0 0,0 0 1 0 0,-33-17-1 0 0,14 8-8 0 0,28 19-7 0 0,-1 0 0 0 0,0 0 0 0 0,0 1 0 0 0,-1 1 0 0 0,-26-7 0 0 0,3 4 0 0 0,-39-3 0 0 0,-4-4-2 0 0,50 9 8 0 0,-35-4 1 0 0,43 8 19 0 0,-25-7 0 0 0,-7-1 28 0 0,37 7-20 0 0,-28-9-1 0 0,32 8-15 0 0,0 0 0 0 0,-1 1 0 0 0,-24-2 0 0 0,-40 9-18 0 0,55-2 0 0 0,10-2 0 0 0,0 0 0 0 0,-15-2 0 0 0,19 0 0 0 0,0 2 0 0 0,0-1 0 0 0,-1 1 0 0 0,1 1 0 0 0,-15 2 0 0 0,1 1 0 0 0,0 0 0 0 0,0-1 0 0 0,0-1 0 0 0,-24-2 0 0 0,35 0 13 0 0,0 1 0 0 0,-14 2 0 0 0,-11 1 12 0 0,17-2-1 0 0,-21 4-1 0 0,24-3 3 0 0,0 0-1 0 0,-19-1 1 0 0,26-2-19 0 0,1 1 1 0 0,-1 0-1 0 0,1 0 0 0 0,-12 3 0 0 0,0 3 40 0 0,-27 12-1 0 0,15 1-35 0 0,25-17-11 0 0,4-1 0 0 0,1 0 0 0 0,0 0 0 0 0,-1 1 0 0 0,1-1 0 0 0,0 1 0 0 0,0-1 0 0 0,-4 7 0 0 0,-11 11 0 0 0,-2 1 64 0 0,2 3-64 0 0,12-18 5 0 0,4-3 9 0 0,-1 0 0 0 0,1 1 0 0 0,-1-1 0 0 0,1 1 0 0 0,0-1 0 0 0,1 1 0 0 0,-3 7 0 0 0,-21 44 146 0 0,15-27-82 0 0,3 0-25 0 0,5-21-53 0 0,1-2 26 0 0,0-1 0 0 0,0 1 0 0 0,1 0 0 0 0,-1 0 0 0 0,1-1-1 0 0,1 8 1 0 0,-1-6-17 0 0,2 21 60 0 0,-2-18-24 0 0,0-6-19 0 0,0 0 0 0 0,0 1 0 0 0,1-1 0 0 0,-1 0 0 0 0,1 1 0 0 0,0-1 0 0 0,2 6 0 0 0,7 33 246 0 0,-5-27-247 0 0,-3-6 25 0 0,2 0 0 0 0,-1 0 0 0 0,1 0 0 0 0,7 10 0 0 0,-2-8 41 0 0,8 7 44 0 0,8 5 52 0 0,-8-8-126 0 0,-12-10-20 0 0,4 3 25 0 0,8-1-23 0 0,-5-1-1 0 0,1 1-31 0 0,-2-1 0 0 0,29 17 42 0 0,-27-15-53 0 0,11 9 17 0 0,-10-10 19 0 0,-3-3-25 0 0,32 9-11 0 0,-31-9-9 0 0,-5-2 28 0 0,1 0-1 0 0,0 0 0 0 0,14 1 0 0 0,-9-1-7 0 0,0-2 31 0 0,1 1-31 0 0,14-2-15 0 0,1 3 72 0 0,-18-1-68 0 0,36 1 0 0 0,-38-1 0 0 0,-4-1 2 0 0,0 1 0 0 0,0-1-1 0 0,0-1 1 0 0,0 1 0 0 0,5-2 0 0 0,-2 1 22 0 0,27 0 5 0 0,-21 1-29 0 0,1 1 11 0 0,-2-1 31 0 0,2 1-31 0 0,0 0-11 0 0,-1 1 0 0 0,-1-1 0 0 0,-2 1-119 0 0,-8-2-491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9:02.38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1 113 2759 0 0,'3'-4'8978'0'0,"2"4"-8662"0"0,0-1 1 0 0,0 1-1 0 0,0 0 0 0 0,0 0 1 0 0,-1 0-1 0 0,1 1 1 0 0,8 2-1 0 0,9 0 118 0 0,110 4 1247 0 0,207-13-429 0 0,-177 0-712 0 0,93 8 202 0 0,126-7 108 0 0,-190-12-306 0 0,242-17 240 0 0,-343 27-662 0 0,191-6 194 0 0,-58 1-126 0 0,-35 1 22 0 0,-104 7-100 0 0,46 0-13 0 0,163 4 149 0 0,-114-2-139 0 0,305 0 102 0 0,-427 2-164 0 0,152 7 306 0 0,-126-3-299 0 0,-10-1-2 0 0,298 11-41 0 0,-225-11-11 0 0,-41 5 44 0 0,-22 0-24 0 0,136 11-20 0 0,-30-2 76 0 0,-47-6-12 0 0,127 7-68 0 0,-125-15 62 0 0,80 3 32 0 0,-67 5 61 0 0,98 5-14 0 0,-194-12-92 0 0,77-1-3 0 0,-45-2-4 0 0,-17 0-23 0 0,350-2 137 0 0,-159-3-99 0 0,30 6 11 0 0,-239-1-42 0 0,35 0 111 0 0,-76-2-50 0 0,22 4 0 0 0,5-1 31 0 0,60 0 33 0 0,44-1-102 0 0,138-13 72 0 0,-272 11-105 0 0,-7 0-12 0 0,-1 0-1 0 0,0 0 1 0 0,1 1 0 0 0,11 1 0 0 0,77-3 113 0 0,-26 0-98 0 0,-19 0-16 0 0,28 2 66 0 0,36-3-65 0 0,-99 3 0 0 0,29 4 0 0 0,-33-3-12 0 0,-8-1-83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29:14.31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0 125 2759 0 0,'5'-10'8279'0'0,"12"1"-7518"0"0,-16 8-561 0 0,2 1-2 0 0,4-1 81 0 0,0 1 0 0 0,1 0-1 0 0,-1 1 1 0 0,10 2 0 0 0,31 5 1264 0 0,77 13-278 0 0,-84-15-1033 0 0,-24-5-111 0 0,0 0-1 0 0,0-1 0 0 0,18-3 1 0 0,17 0 133 0 0,30-3 98 0 0,16-6 90 0 0,-35 3-165 0 0,126-3 230 0 0,-2 1-149 0 0,-170 9-331 0 0,18-2 55 0 0,-1 0-1 0 0,37-11 1 0 0,-42 6-26 0 0,11-3 110 0 0,-1 1 0 0 0,2 2 0 0 0,76-7 0 0 0,109 11 298 0 0,-184 5-378 0 0,-23 1-42 0 0,22-2 0 0 0,-26 0-12 0 0,0 1 0 0 0,19 2 0 0 0,18 0 22 0 0,-28-2 47 0 0,0 1-1 0 0,45 7 1 0 0,-46-6-37 0 0,-17-2-35 0 0,-1 1 0 0 0,0-1 0 0 0,1 1 0 0 0,7 2 0 0 0,7 3 166 0 0,38 5 0 0 0,-23-5 11 0 0,33-1-189 0 0,0 5 45 0 0,-8-2 1 0 0,47 3 87 0 0,-94-9-91 0 0,26 0 0 0 0,-21-2 42 0 0,0 2 0 0 0,27 4 0 0 0,3 3-14 0 0,-32-3-31 0 0,-12-4-45 0 0,0 0-1 0 0,0 0 1 0 0,0-1-1 0 0,0 1 0 0 0,0-1 1 0 0,0 0-1 0 0,9 1 1 0 0,47 3 53 0 0,-54-4-52 0 0,0 0 0 0 0,0 0 0 0 0,0 0-1 0 0,10-1 1 0 0,21 1 46 0 0,43 11 6 0 0,66-6 181 0 0,-140-5-223 0 0,0-1 0 0 0,0 1-1 0 0,0 0 1 0 0,11 4 0 0 0,-1-1 75 0 0,-7-3-72 0 0,-7-1 163 0 0,-1 0-135 0 0,6 0-31 0 0,-6 0-1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30:56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1292 1024 3679 0 0,'0'0'507'0'0,"2"0"153"0"0,2 1-287 0 0,0 0-1 0 0,0 0 0 0 0,0-1 1 0 0,0 0-1 0 0,0 1 1 0 0,0-2-1 0 0,0 1 1 0 0,0 0-1 0 0,6-2 0 0 0,39-10 916 0 0,-43 10-1115 0 0,-2 1-18 0 0,0 1 0 0 0,-1-1 0 0 0,1 1 0 0 0,-1 0 0 0 0,7 0 0 0 0,10 0 310 0 0,-3-2 67 0 0,0 1 0 0 0,23 1 0 0 0,13 0 101 0 0,275-10 1511 0 0,-206 7-1232 0 0,-28-1-425 0 0,-22 1-291 0 0,24 1-81 0 0,-7 1 24 0 0,-11 0 12 0 0,26-2 67 0 0,-67 1-180 0 0,-15 1 10 0 0,-7 0 57 0 0,0 0 1 0 0,0 1-1 0 0,-1 1 0 0 0,1 0 1 0 0,19 4-1 0 0,-21-2 31 0 0,1-1 1 0 0,27 1-1 0 0,3 0 71 0 0,120 10 417 0 0,-42-6-208 0 0,-24-3-198 0 0,-53-5-131 0 0,-33 0-63 0 0,0 0 0 0 0,12 2-1 0 0,-15 0-1 0 0,0-1-1 0 0,0 0 0 0 0,15-2 1 0 0,-19 2-6 0 0,-1-1 0 0 0,1 2 0 0 0,-1-1 0 0 0,1 0 0 0 0,7 3 0 0 0,19 0 34 0 0,17-3 45 0 0,0 2 0 0 0,49 9 0 0 0,-2 0 4 0 0,40 0-39 0 0,-100-5-41 0 0,-26-4-5 0 0,0 0 1 0 0,0-1-1 0 0,18 1 0 0 0,98 2 107 0 0,-56 0-26 0 0,-31-3-29 0 0,52-4 0 0 0,-2 0-17 0 0,-4 1-22 0 0,62-6 105 0 0,-49 3-89 0 0,59-5 65 0 0,-39 7-55 0 0,-58-3-44 0 0,183-21 163 0 0,-192 21-123 0 0,0 3 0 0 0,70 3 0 0 0,11-6 23 0 0,-53-1-27 0 0,189-17-34 0 0,-236 22 11 0 0,-21 1-8 0 0,0 1 0 0 0,19-5 0 0 0,14-4-14 0 0,-29 8 0 0 0,-1-2 0 0 0,13-3 0 0 0,69-17 64 0 0,-72 17-59 0 0,-2 0 10 0 0,-1 0 0 0 0,0-2-1 0 0,35-18 1 0 0,-35 14-4 0 0,-15 8 21 0 0,-1 0 0 0 0,1 0 1 0 0,-1 0-1 0 0,0-1 0 0 0,0 0 1 0 0,0 0-1 0 0,3-6 0 0 0,-6 7 8 0 0,0 1 0 0 0,0 0-1 0 0,0-1 1 0 0,-1 1-1 0 0,1 0 1 0 0,-1-1 0 0 0,0 1-1 0 0,0-1 1 0 0,0 1-1 0 0,-1-4 1 0 0,1 1-16 0 0,0 2 3 0 0,0 0 0 0 0,-1 0-1 0 0,1 0 1 0 0,-1 0-1 0 0,0 0 1 0 0,0 0-1 0 0,0 0 1 0 0,0 0-1 0 0,-1 1 1 0 0,0-1 0 0 0,-3-6-1 0 0,-4-4-9 0 0,-1 0 1 0 0,0 1-1 0 0,-1 1 0 0 0,0-1 1 0 0,-21-16-1 0 0,0-1 7 0 0,11 9-8 0 0,2 4 35 0 0,-21-28-1 0 0,29 33-47 0 0,0 0 0 0 0,-1 1 0 0 0,-14-12-1 0 0,-10-7-2 0 0,22 17-5 0 0,-2 0-1 0 0,0 1 1 0 0,0 1 0 0 0,-1 0-1 0 0,-1 1 1 0 0,-20-8 0 0 0,13 8-7 0 0,-1 1 1 0 0,0 1 0 0 0,-54-8-1 0 0,80 16 12 0 0,-262-33-53 0 0,-97 8 53 0 0,-406-7 0 0 0,758 32 0 0 0,-396-36 0 0 0,141 2 0 0 0,-41-7 0 0 0,153 13 0 0 0,-302-15 0 0 0,353 40 2 0 0,-136-1 4 0 0,95 3-11 0 0,-403 14-38 0 0,335-5 75 0 0,-5 1 0 0 0,-109 20-32 0 0,-76 5 80 0 0,359-28-100 0 0,1 1-1 0 0,1 2 0 0 0,-38 15 1 0 0,22-8 14 0 0,-8 2 6 0 0,-53 17 0 0 0,84-26-9 0 0,21-7 20 0 0,-1 1-1 0 0,0 1 1 0 0,1 0-1 0 0,0 0 0 0 0,0 0 1 0 0,-14 10-1 0 0,0 3-10 0 0,13-10 0 0 0,1 0 0 0 0,0 0 0 0 0,0 1 0 0 0,0 0 0 0 0,1 0 0 0 0,0 1 0 0 0,1 0 0 0 0,-12 18 0 0 0,7-4 0 0 0,2 0 0 0 0,1 1 0 0 0,-8 31 0 0 0,12-39 0 0 0,3-6 0 0 0,-1 11 0 0 0,2-17 0 0 0,1 15 0 0 0,1 4 0 0 0,1-9 0 0 0,1 4 0 0 0,0-6 4 0 0,0 2-7 0 0,2-5 55 0 0,8 20-20 0 0,-12-25-25 0 0,1 0 0 0 0,0-1 0 0 0,0 1 0 0 0,0-1 1 0 0,4 5-1 0 0,-2-2-7 0 0,15 19 32 0 0,-14-21-11 0 0,11 9-10 0 0,1 0-8 0 0,-10-7 15 0 0,0-1-1 0 0,1 0 1 0 0,15 8-1 0 0,-22-12-15 0 0,50 21 184 0 0,-36-16-159 0 0,4 1 5 0 0,34 6 1 0 0,-12-3-18 0 0,23 3 34 0 0,-45-10-23 0 0,1 0 1 0 0,28 11-1 0 0,34 6 57 0 0,-77-18-68 0 0,1-1 1 0 0,0 1 0 0 0,0-2-1 0 0,0 1 1 0 0,9 0-1 0 0,5 0 9 0 0,95 9 211 0 0,-73-8-177 0 0,75-6 1 0 0,-73 1-23 0 0,69 3 0 0 0,-91 2-9 0 0,30 1 10 0 0,-25-2 16 0 0,14 1 11 0 0,-36-2-51 0 0,18 4-15 0 0,-18-2 11 0 0,-4-2-5 0 0,1 1-1 0 0,-1 0 0 0 0,1-1 1 0 0,0 1-1 0 0,-1-1 1 0 0,1 0-1 0 0,-1 1 0 0 0,1-1 1 0 0,0 0-1 0 0,0 0 1 0 0,-1 0-1 0 0,3-1 0 0 0,25 3 83 0 0,1 0 20 0 0,-27-3-97 0 0,18 5 73 0 0,-9-1-82 0 0,-2 0 11 0 0,7 3 41 0 0,19-4 13 0 0,-22 1-65 0 0,-1-3 0 0 0,-2 0-12 0 0,-9 0-55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31:02.10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24 4607 0 0,'0'0'9975'0'0,"2"0"-9702"0"0,33-1 885 0 0,-16-1-493 0 0,29 2 0 0 0,13 3 65 0 0,70-4 1 0 0,-82-1-440 0 0,37-3 199 0 0,54 0 244 0 0,-112 5-554 0 0,38-5 0 0 0,-47 2-117 0 0,1 1 0 0 0,-1 1 1 0 0,1 1-1 0 0,31 4 0 0 0,-40-3-26 0 0,0 0 1 0 0,12 0-1 0 0,11 0 23 0 0,2 1 39 0 0,47-3 1 0 0,-27 0-3 0 0,14 2 96 0 0,49-1 270 0 0,-100-1-359 0 0,43-1 176 0 0,-43 3-283 0 0,0 1 70 0 0,8 0-3 0 0,-15-2-53 0 0,31 2 42 0 0,-39-1 273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31:56.28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7 74 3223 0 0,'-1'-2'5031'0'0,"-3"-2"-4440"0"0,2 1-521 0 0,12 1 579 0 0,1-1 0 0 0,17 0 0 0 0,-25 2-390 0 0,79-3 1713 0 0,-9 0-1146 0 0,16 2-35 0 0,-55 2-567 0 0,58 1 235 0 0,126-3 307 0 0,137 3-10 0 0,132-10-510 0 0,-384 3-180 0 0,246-3 436 0 0,31-10 152 0 0,-359 18-654 0 0,0-1 0 0 0,35 4 0 0 0,10 2 64 0 0,-13-1-10 0 0,4 2-44 0 0,-44-4-10 0 0,0 0 0 0 0,25-2 0 0 0,-30 0 0 0 0,44-4 108 0 0,16-1 70 0 0,-25 5-20 0 0,23 1-18 0 0,9 0-118 0 0,-8-2 20 0 0,46 9-42 0 0,-40-2 49 0 0,1 0-34 0 0,-41-2-15 0 0,-25-1 2 0 0,0-1 1 0 0,0-1 0 0 0,11 0 0 0 0,106-4 233 0 0,-31 2-27 0 0,-52 0-118 0 0,56-4 306 0 0,-88 6-340 0 0,1 0-1 0 0,-1 0 0 0 0,13 3 1 0 0,18 0 53 0 0,228 2 344 0 0,-55 0-380 0 0,-173-3-74 0 0,-12-1 54 0 0,-7 0-43 0 0,-3 2-12 0 0,-15-2 1 0 0,16-1 0 0 0,2-2 54 0 0,-18 3-47 0 0,26-2-4 0 0,-17 1-3 0 0,-1 1 0 0 0,-1 0 11 0 0,-7-1 32 0 0,5 1-22 0 0,-5 0 22 0 0,7 0-33 0 0,7 0-10 0 0,-12-1 0 0 0,28-3 0 0 0,-13 2-18 0 0,-19 1-69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31:58.087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62 49 3679 0 0,'-62'22'9422'0'0,"125"-24"-7576"0"0,-41 3-1282 0 0,1-2 0 0 0,42-7 0 0 0,-59 7-468 0 0,0 0 1 0 0,0 1-1 0 0,1 0 0 0 0,7 0 0 0 0,12 0 118 0 0,155-12 1300 0 0,-124 10-1199 0 0,-39 2-187 0 0,26 3 0 0 0,-9 0 28 0 0,25 1 133 0 0,-28-1-51 0 0,0-1-1 0 0,0-2 0 0 0,50-6 1 0 0,-58 3-102 0 0,-3-1 11 0 0,24-5 1 0 0,-31 4-116 0 0,-1 2 1 0 0,1 0 0 0 0,1 0 0 0 0,-1 1-1 0 0,0 1 1 0 0,23 1 0 0 0,-33 0 22 0 0,8-4 18 0 0,2 2 14 0 0,16-2 83 0 0,-16 2-27 0 0,25 0 1 0 0,-35 1-102 0 0,7-1-31 0 0,0 0 0 0 0,17 0 117 0 0,-24 3-86 0 0,3 1-20 0 0,-6-2-33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34:57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1913 184 3679 0 0,'0'0'284'0'0,"-1"-1"-186"0"0,-9-3 1953 0 0,0 0 0 0 0,-12-7 0 0 0,-21-15 790 0 0,-5-4-2278 0 0,22 14-155 0 0,18 11-137 0 0,0-1 1 0 0,-13-5 0 0 0,-15-1 458 0 0,0 1 1 0 0,0 2 0 0 0,-68-9 0 0 0,37 8-358 0 0,36 5-241 0 0,-1 2 1 0 0,-49 2 0 0 0,-64 11 336 0 0,68-4-76 0 0,-147 16 295 0 0,176-16-615 0 0,0 2 1 0 0,-81 25 0 0 0,113-27-26 0 0,-22 13 0 0 0,0 0 165 0 0,-38 22 231 0 0,9-5-269 0 0,52-28-139 0 0,-21 15 0 0 0,-5 3 32 0 0,15-11 22 0 0,-98 58 387 0 0,110-63-447 0 0,1 0 0 0 0,1 0 0 0 0,0 2 0 0 0,1-1 0 0 0,0 2 0 0 0,-17 23 0 0 0,23-28 23 0 0,0 0 0 0 0,1 0 0 0 0,-6 13 0 0 0,4-2 153 0 0,-4 30 0 0 0,9-43-197 0 0,0 2 32 0 0,0 1 0 0 0,0-1 0 0 0,1 1 0 0 0,0 0 0 0 0,1-1-1 0 0,0 1 1 0 0,2 10 0 0 0,5 28 112 0 0,17 51-1 0 0,6 27 51 0 0,-28-108-182 0 0,1 0-1 0 0,1 0 1 0 0,0-1 0 0 0,1 0 0 0 0,1 0-1 0 0,9 16 1 0 0,-11-23 6 0 0,1 0 0 0 0,0 0 0 0 0,0-1 0 0 0,1 0 0 0 0,1 0 0 0 0,-1 0 0 0 0,1-1 0 0 0,0-1 0 0 0,1 1 0 0 0,17 10-1 0 0,40 15 356 0 0,79 26-1 0 0,-16-19 62 0 0,-80-23-288 0 0,1-3 0 0 0,58 8 1 0 0,102 3 148 0 0,-13-2-210 0 0,-150-15-68 0 0,2 1 19 0 0,52 1 1 0 0,36 1-1 0 0,21 0 27 0 0,-35-3-15 0 0,-49-1-39 0 0,-23-1-18 0 0,16 0 0 0 0,18 1 0 0 0,-12-1 0 0 0,-70-5 0 0 0,263 2 75 0 0,-252-2-70 0 0,149-8 43 0 0,-48 4-48 0 0,-72 4 0 0 0,66-9 0 0 0,49-16 128 0 0,57-16-128 0 0,-211 40 0 0 0,34-6 0 0 0,1-2 0 0 0,-2-2 0 0 0,66-28 0 0 0,-81 29 22 0 0,0 1 0 0 0,29-6 0 0 0,-49 14-24 0 0,2 0 2 0 0,18-8 0 0 0,-13 5 2 0 0,21-12 60 0 0,-12 5-26 0 0,24-22 0 0 0,-34 26-36 0 0,14-15 0 0 0,-5 2 0 0 0,-10 13 0 0 0,13-19 53 0 0,-4 1-42 0 0,-13 21-11 0 0,6-19 0 0 0,-3 3 36 0 0,-1 1-1 0 0,-1 0 1 0 0,-1-1-1 0 0,-1 0 1 0 0,0 0-1 0 0,-1 0 1 0 0,-2 0 0 0 0,-3-24-1 0 0,2 21-19 0 0,-10-42 0 0 0,10 56-12 0 0,-1 1 0 0 0,0-1 0 0 0,0 1 0 0 0,-1 0 0 0 0,-1 0 0 0 0,1 0 0 0 0,-12-13 0 0 0,3 5-15 0 0,-2 2 1 0 0,0-1-1 0 0,-1 2 0 0 0,0 0 1 0 0,-32-18-1 0 0,-12-8-9 0 0,-44-26-24 0 0,63 44 6 0 0,-64-24 0 0 0,81 37 30 0 0,-189-57-44 0 0,107 33 52 0 0,10 3 0 0 0,71 21 0 0 0,2-1 0 0 0,-25-13 0 0 0,-14-6 0 0 0,43 20 0 0 0,-26-15 0 0 0,28 13 0 0 0,-34-13 0 0 0,-52-6-44 0 0,40 13 24 0 0,-10-1 20 0 0,11 7 0 0 0,14 3 0 0 0,13 0 0 0 0,1 2 0 0 0,-48-1 0 0 0,6 9-64 0 0,65-4 64 0 0,1-1 0 0 0,-1 0 0 0 0,1 1 0 0 0,0-2 0 0 0,1 1 0 0 0,1-1-12 0 0,-18-7-475 0 0,19 7 224 0 0,-1 0 0 0 0,0 0-1 0 0,-10-1 1 0 0,-33-2-2739 0 0,16 5-4209 0 0,13 3 640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35:03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886 874 9671 0 0,'-26'14'748'0'0,"21"-12"2475"0"0,7-1-2994 0 0,10 1-205 0 0,9-1 105 0 0,1 0-1 0 0,26-4 1 0 0,-41 3-23 0 0,8-1 259 0 0,0-1-1 0 0,0-1 0 0 0,0 0 1 0 0,0-1-1 0 0,22-9 1 0 0,-30 10-212 0 0,0 0 0 0 0,0-1 0 0 0,-1 0 1 0 0,1 0-1 0 0,-1-1 0 0 0,0 0 0 0 0,0 0 1 0 0,-1 0-1 0 0,0-1 0 0 0,0 1 0 0 0,0-1 1 0 0,8-13-1 0 0,-6 4 38 0 0,0 1 0 0 0,-1-2 0 0 0,0 1 1 0 0,6-31-1 0 0,5-66 750 0 0,-15 94-728 0 0,-1-1-1 0 0,-1 1 1 0 0,-1 0-1 0 0,-1-1 1 0 0,0 1 0 0 0,-6-23-1 0 0,7 39-76 0 0,0-2-80 0 0,1-1 1 0 0,-1 1-1 0 0,0 0 0 0 0,0 0 0 0 0,-1 0 0 0 0,-2-5 0 0 0,0-2 103 0 0,-1-3-81 0 0,1 1 15 0 0,-1 1 0 0 0,-1-1-1 0 0,0 1 1 0 0,0 0 0 0 0,-2 1 0 0 0,-12-18 0 0 0,9 17-41 0 0,1 1 0 0 0,-2 0 0 0 0,1 0 0 0 0,-22-14 0 0 0,-57-28 368 0 0,72 43-318 0 0,5 3-11 0 0,1 1 0 0 0,-14-5 0 0 0,-5-1 15 0 0,1 1 80 0 0,-32-7 0 0 0,56 16-168 0 0,0 0-1 0 0,-1-1 0 0 0,-8-5 1 0 0,-7-2-21 0 0,-6-1-4 0 0,16 5 48 0 0,0 1 0 0 0,0 1 0 0 0,-26-6 0 0 0,29 10 3 0 0,-1 0 0 0 0,1 0 0 0 0,-1 1 0 0 0,1 0 0 0 0,-19 5 0 0 0,-12 1-49 0 0,-6 3 5 0 0,-5 0 0 0 0,42-9 0 0 0,0 1 0 0 0,0 1 0 0 0,-17 6 0 0 0,-5 2 0 0 0,3-4 3 0 0,0 3 1 0 0,1 0-1 0 0,-42 22 0 0 0,46-22 71 0 0,19-9-59 0 0,-1 1-1 0 0,1 0 1 0 0,0 0 0 0 0,-7 4-1 0 0,1 1-11 0 0,3-3 4 0 0,1 1 0 0 0,0 0-1 0 0,-1 1 1 0 0,2-1 0 0 0,-1 1 0 0 0,1 0 0 0 0,0 1-1 0 0,-8 12 1 0 0,-2 6-7 0 0,10-18 0 0 0,3-4 0 0 0,0 0 0 0 0,0 1 0 0 0,0-1 0 0 0,1 0 0 0 0,-1 1 0 0 0,-1 5 0 0 0,-1 6 0 0 0,-3 11 0 0 0,5-9 0 0 0,1-1 0 0 0,2 11 0 0 0,0-13 11 0 0,-1-5 3 0 0,0-5 8 0 0,6 25-5 0 0,1 6-5 0 0,0-6 48 0 0,6 21 15 0 0,-10-30-9 0 0,2 0-1 0 0,13 38 1 0 0,10 7 77 0 0,8-9 86 0 0,-35-53-217 0 0,0-1 0 0 0,1 0 1 0 0,-1 0-1 0 0,0 1 0 0 0,1-1 0 0 0,0 0 0 0 0,-1 0 0 0 0,1-1 1 0 0,0 1-1 0 0,3 2 0 0 0,3 3 5 0 0,-1 3 24 0 0,-4-6-24 0 0,1 1-1 0 0,0-1 1 0 0,0 0-1 0 0,7 7 1 0 0,-3-5 48 0 0,2 4 2 0 0,-6-6-54 0 0,1 0 0 0 0,-1-1 1 0 0,1 0-1 0 0,0 1 0 0 0,5 1 1 0 0,-5-1 0 0 0,19 10 37 0 0,-10-8 51 0 0,0 0-1 0 0,1-1 1 0 0,-1 0-1 0 0,18 2 1 0 0,-17-4-16 0 0,0-1 1 0 0,21 1-1 0 0,19 1 42 0 0,-42-3-86 0 0,2 0-31 0 0,40 2 64 0 0,-3-3 31 0 0,-9 1-31 0 0,-12 3-22 0 0,-18-2-42 0 0,1-1-11 0 0,6 5 0 0 0,4-4 0 0 0,-14-2 0 0 0,5 0 0 0 0,56-1 117 0 0,-56 1-106 0 0,-1-1-11 0 0,-1 0 11 0 0,-8 1 31 0 0,4-1-19 0 0,-4 0 25 0 0,2 1-25 0 0,-5 0 71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3:46.9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83 5527 0 0,'33'-26'5519'0'0,"-14"16"-3818"0"0,-17 10-1537 0 0,11-2 158 0 0,86-6 1156 0 0,-63 3-1080 0 0,28-2 236 0 0,180 7 733 0 0,-12 16-680 0 0,-170-12-513 0 0,124-10 1 0 0,-130 2-84 0 0,252-27 399 0 0,-266 28-367 0 0,-1 2-1 0 0,1 2 1 0 0,47 7-1 0 0,-4 0-57 0 0,13-6 125 0 0,137-15-1 0 0,-232 13-191 0 0,22-3 138 0 0,0 2-1 0 0,43 4 1 0 0,-58-3-88 0 0,-6 0-45 0 0,-1 0 0 0 0,1 0 0 0 0,-1 0 0 0 0,1 0 0 0 0,-1 1 0 0 0,6 1 0 0 0,6 1 8 0 0,44 10 42 0 0,-18-6 52 0 0,-17-4-34 0 0,-11-2-30 0 0,-1 0 0 0 0,1 0 0 0 0,12-2 0 0 0,-2 0 47 0 0,4-2 190 0 0,7 3 6 0 0,-31 0-220 0 0,-1 0-8 0 0,7 0-35 0 0,-7 0-166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8T13:43:55.8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18474,'3120'92'0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00.9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32 19 4143 0 0,'-32'-3'13571'0'0,"65"3"-13518"0"0,-28 0 12 0 0,14 0 171 0 0,-1 0 0 0 0,1-1-1 0 0,26-6 1 0 0,-7 2 4 0 0,-12 3-74 0 0,-2 2 29 0 0,36 1 68 0 0,-33 0-153 0 0,16 3 52 0 0,-15-3-31 0 0,-10 1-106 0 0,1 1-10 0 0,23 5 109 0 0,-26-6-56 0 0,6 0 32 0 0,21 1 111 0 0,60 0 126 0 0,-61-5-148 0 0,-25 4-191 0 0,20-3 68 0 0,-16-1-46 0 0,-18 2 5 0 0,13 2-6 0 0,-3-1-19 0 0,1 1 0 0 0,-1-1 0 0 0,-1 1 0 0 0,-1-1 14 0 0,-9 0 50 0 0,0-2-8 0 0,9 0-46 0 0,-1 2 1 0 0,-6-1 32 0 0,7-2-33 0 0,1 1-10 0 0,0-1 0 0 0,0 0 0 0 0,1 1 0 0 0,-3 1-33 0 0,-7 0-213 0 0,0 1 0 0 0,1-1 0 0 0,-1 1 0 0 0,0-1 0 0 0,0 1 1 0 0,0 0-1 0 0,4 2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03.7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2759 0 0,'0'0'11930'0'0,"2"2"-11764"0"0,2 2-7 0 0,0-1 0 0 0,1 0 0 0 0,-1 0 0 0 0,1 0-1 0 0,-1-1 1 0 0,1 1 0 0 0,5 1 0 0 0,108 32 900 0 0,-108-32-938 0 0,1-1 1 0 0,-1-1 0 0 0,1 0-1 0 0,0 0 1 0 0,-1-1 0 0 0,1 0-1 0 0,16-1 1 0 0,21-3 255 0 0,-38 1-294 0 0,0 1 1 0 0,21 1-1 0 0,-22 0-28 0 0,0 0 0 0 0,0 0 0 0 0,15-4 0 0 0,-9 2-3 0 0,-1 0 1 0 0,1 1 0 0 0,22 1 0 0 0,6 0-11 0 0,8 1 39 0 0,-34 0-15 0 0,26-1 0 0 0,27 0 152 0 0,-62 0-177 0 0,-1 0 1 0 0,0 0 0 0 0,12 3 0 0 0,-14-2-7 0 0,0 0 0 0 0,0 0 0 0 0,1-1-1 0 0,-1 0 1 0 0,0 0 0 0 0,0 0 0 0 0,7-1 0 0 0,-9 0-8 0 0,0 1 0 0 0,0 0 0 0 0,1-1-1 0 0,-1 1 1 0 0,1 1 0 0 0,4 0 0 0 0,16 0 132 0 0,-9-4-75 0 0,-6 2-23 0 0,0-1 0 0 0,0 2 0 0 0,0-1 0 0 0,13 2 0 0 0,-10 0 6 0 0,-4 0 4 0 0,28-2 86 0 0,-22 0-89 0 0,1-2 8 0 0,-1 3-4 0 0,-2-2-7 0 0,10 0 17 0 0,-20 2-76 0 0,0 0 1 0 0,-1 0-1 0 0,1 0 0 0 0,0 0 1 0 0,0 0-1 0 0,-1 0 0 0 0,1-1 1 0 0,3 0-1 0 0,-2-1 24 0 0,1 1-7 0 0,-3 1-17 0 0,1 1 1 0 0,0-1 0 0 0,0 0 0 0 0,0 0 0 0 0,0 1 0 0 0,-1-1-1 0 0,1-1 1 0 0,0 1 0 0 0,0 0 0 0 0,3-1 0 0 0,9-1 36 0 0,6-1-33 0 0,-19 3-13 0 0,23 2 70 0 0,4-2-13 0 0,-24 0-52 0 0,27-1 2 0 0,-2-1 53 0 0,-22 2-61 0 0,20-2 44 0 0,31-5-1 0 0,-49 6-33 0 0,7-1 37 0 0,22 0-17 0 0,-30 1-4 0 0,-4 1-11 0 0,0-1 1 0 0,1 1 0 0 0,-1 0 0 0 0,0 0 0 0 0,0 0-1 0 0,1 0 1 0 0,-1 1 0 0 0,7 1 0 0 0,-11-1-10 0 0,1-1 0 0 0,-1 0 1 0 0,1 0-1 0 0,-1 0 0 0 0,0 0 1 0 0,1 0-1 0 0,-1 0 0 0 0,1 1 1 0 0,-1-1-1 0 0,0 0 0 0 0,1 0 1 0 0,-1 0-1 0 0,1 0 0 0 0,-1 0 1 0 0,0-1-1 0 0,1 1 0 0 0,-1 0 1 0 0,1 0-1 0 0,-1 0 0 0 0,0 0 1 0 0,1 0-1 0 0,0-1 0 0 0,14-4 9 0 0,-11 3 31 0 0,7-1-31 0 0,2 2-11 0 0,6-5 24 0 0,-17 6 1 0 0,14 3 1 0 0,-14-3-20 0 0,0 0-1 0 0,0 0 1 0 0,0 0 0 0 0,0 0-1 0 0,0-1 1 0 0,-1 1 0 0 0,1-1-1 0 0,2 0 1 0 0,2-1-16 0 0,-4 2-51 0 0,9 0-1075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07.9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67 3223 0 0,'6'-8'7767'0'0,"6"4"-7412"0"0,-6 5 86 0 0,0 0 1 0 0,0-1-1 0 0,12 0 1 0 0,-9 0-162 0 0,-4-1-114 0 0,1 1-1 0 0,0-1 0 0 0,-1 0 1 0 0,1 0-1 0 0,6-3 0 0 0,-6 2-36 0 0,0 0-1 0 0,0 1 1 0 0,1 0-1 0 0,10-1 1 0 0,12-2 164 0 0,-5 0-80 0 0,0 2 0 0 0,0 0 0 0 0,0 1 1 0 0,27 4-1 0 0,-28-2-26 0 0,-9 1 128 0 0,-1-1 1 0 0,26-2-1 0 0,-13-1-72 0 0,13-2 139 0 0,-35 3-346 0 0,1 1 1 0 0,-1-1-1 0 0,0 1 0 0 0,7 1 0 0 0,12-2 103 0 0,7-4-16 0 0,13 0 56 0 0,-13 0 33 0 0,-1 1 0 0 0,39 1 1 0 0,-55 2-122 0 0,-11 1-25 0 0,1-1 14 0 0,13-1 4 0 0,-12 2-103 0 0,16 4 256 0 0,-10-2-152 0 0,-6-2-26 0 0,5-2-38 0 0,-5 2 22 0 0,8 2-21 0 0,18-2 83 0 0,-2 3-78 0 0,-18 0-16 0 0,-7-2 32 0 0,5 0-22 0 0,8 0-995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08.9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1 126 5983 0 0,'0'0'464'0'0,"1"-1"-305"0"0,52-40 3580 0 0,-46 36-3487 0 0,1 0-1 0 0,-1 0 1 0 0,1 1 0 0 0,0 0 0 0 0,16-5 0 0 0,-6 2 57 0 0,-9 3-107 0 0,0 2 0 0 0,1-1 0 0 0,-1 1 0 0 0,1 0 0 0 0,14 0 0 0 0,0 0 182 0 0,-6-4 134 0 0,-15 5-437 0 0,-1 0 0 0 0,0 0 0 0 0,0 0 0 0 0,1 1 0 0 0,-1-1 0 0 0,0 1-1 0 0,1-1 1 0 0,2 1 0 0 0,80-5 1906 0 0,-83 5-1807 0 0,16-1 385 0 0,-16 0-467 0 0,1 0 1 0 0,0 1-1 0 0,0 0 1 0 0,0 0 0 0 0,-1 0-1 0 0,1 0 1 0 0,3 0-1 0 0,8 3 147 0 0,0-1-1 0 0,25 1 1 0 0,51 3 65 0 0,-87-5-292 0 0,0-1-1 0 0,0 0 0 0 0,0 0 0 0 0,0 0 1 0 0,0 0-1 0 0,0 0 0 0 0,0-1 1 0 0,3 0-1 0 0,3-1 21 0 0,63-4 716 0 0,-61 4-650 0 0,22-3 259 0 0,-30 5-353 0 0,19-2 65 0 0,-1-1-75 0 0,0 3 0 0 0,-8-1-250 0 0,0 1 1 0 0,1 1-1 0 0,-1 0 0 0 0,0 0 0 0 0,17 5 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20.6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2759 0 0,'0'0'12066'0'0,"4"1"-11996"0"0,14 3 2 0 0,-14-3 330 0 0,9-1-129 0 0,-11 0-124 0 0,30-3 648 0 0,-1 2 0 0 0,40 2 0 0 0,68 9 39 0 0,-127-10-752 0 0,-1 1 0 0 0,0-2 1 0 0,13-1-1 0 0,-12 1-8 0 0,157-9 912 0 0,-151 10-834 0 0,0-1-35 0 0,0 2 1 0 0,0 0-1 0 0,0 0 0 0 0,21 6 1 0 0,-33-5-82 0 0,-2-2-23 0 0,20 2 39 0 0,5 1 16 0 0,0-3-4 0 0,11 0-18 0 0,78 2 230 0 0,-78-4-154 0 0,4 2 20 0 0,-41 0-126 0 0,0-1 0 0 0,0 1 0 0 0,0 0 0 0 0,0 0 0 0 0,0 0 0 0 0,0 0 0 0 0,0 1-1 0 0,4 1 1 0 0,7 0 77 0 0,68-4 313 0 0,-72 2-397 0 0,-5 0 31 0 0,30-3 44 0 0,-31 2-44 0 0,3-1-20 0 0,-5 1 32 0 0,0 1 5 0 0,8 0-47 0 0,3-1-12 0 0,0 1 0 0 0,-1 0-21 0 0,-7 0-210 0 0,0 1 1 0 0,0 0-1 0 0,0 0 1 0 0,-1 0-1 0 0,1 1 1 0 0,8 3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25.2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92 5551 0 0,'0'0'8999'0'0,"23"0"-8174"0"0,27-13-417 0 0,-38 9-245 0 0,0 0 1 0 0,0 1-1 0 0,1 1 1 0 0,13-1 0 0 0,-12 2 15 0 0,1 0 1 0 0,15-3 0 0 0,30-4 346 0 0,-49 7-451 0 0,6 0 140 0 0,28-7 0 0 0,-34 5-116 0 0,0 1-1 0 0,1 1 0 0 0,17-1 1 0 0,-22 2-8 0 0,0-1 0 0 0,0 0 0 0 0,10-3 1 0 0,-14 3-55 0 0,0 1-38 0 0,3-2 63 0 0,1 1-1 0 0,0 0 1 0 0,-1 1-1 0 0,1 0 1 0 0,7 0-1 0 0,11 0-61 0 0,-21 1-1 0 0,10-3 30 0 0,5 0 18 0 0,27-1 156 0 0,-36 4-135 0 0,-2-2 19 0 0,-7 1-81 0 0,0-1 1 0 0,0 1-1 0 0,0 0 0 0 0,0-1 1 0 0,0 1-1 0 0,0 0 0 0 0,0 0 1 0 0,0-1-1 0 0,0 1 0 0 0,0 0 1 0 0,0 0-1 0 0,0 0 1 0 0,0 0-1 0 0,2 1 0 0 0,34-8 302 0 0,-13 2 310 0 0,-22 6-818 0 0,9 0 50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39.6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 4 11719 0 0,'-11'-3'1960'0'0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41.6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3679 0 0,'2'1'8587'0'0,"44"18"-5926"0"0,-43-19-2449 0 0,15 4 200 0 0,0-2 0 0 0,0 0 0 0 0,0-1 0 0 0,23-2 0 0 0,20 2 212 0 0,-44-1-352 0 0,-1 0 0 0 0,29 5-1 0 0,-29-3 11 0 0,0 0 1 0 0,29-2-1 0 0,-35 0-192 0 0,-1 0 1 0 0,1 0 0 0 0,10 2-1 0 0,7 1 70 0 0,18-5 192 0 0,45-8 1 0 0,-3 1 110 0 0,-64 10-313 0 0,11-3 132 0 0,-32 2-218 0 0,12 2 0 0 0,42 4 83 0 0,-42-5-105 0 0,-3-1-20 0 0,-6 0 21 0 0,6 1-22 0 0,2 0 34 0 0,-1 0 15 0 0,-6-1-7 0 0,-4 1-56 0 0,19 5 134 0 0,-14-3-126 0 0,-2-2 38 0 0,-1 0-1 0 0,0 1 1 0 0,1-1-1 0 0,-1-1 0 0 0,1 1 1 0 0,0-1-1 0 0,8 0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51.3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1 102 9671 0 0,'2'-3'1638'0'0,"7"-9"-284"0"0,-7 11-1290 0 0,-1 0 0 0 0,0 0 1 0 0,1 0-1 0 0,-1 0 0 0 0,1 0 0 0 0,-1 0 0 0 0,1 0 0 0 0,-1 0 0 0 0,1 1 0 0 0,0-1 0 0 0,-1 1 0 0 0,1-1 0 0 0,0 1 0 0 0,2-1 0 0 0,23-5 69 0 0,-23 5-129 0 0,3-1 9 0 0,0 0 0 0 0,0 0 0 0 0,0 1 0 0 0,1 0 0 0 0,13 0 0 0 0,9 1 111 0 0,1-2 0 0 0,-1-1 0 0 0,50-12 1 0 0,-7 2 100 0 0,-24 5 724 0 0,42-6 527 0 0,-75 13-1186 0 0,0 0 1 0 0,0 1-1 0 0,24 3 0 0 0,-38-3-222 0 0,50-5 299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52.6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 11 3679 0 0,'-22'17'10011'0'0,"22"-16"-9878"0"0,6 5-1003 0 0,4 1 1167 0 0,1 0 0 0 0,0-1 0 0 0,0 0 0 0 0,1-1 0 0 0,21 7 0 0 0,18 1 243 0 0,-1-2-1 0 0,2-2 1 0 0,-1-3-1 0 0,1-2 0 0 0,0-2 1 0 0,55-6-1 0 0,-48 1-298 0 0,11-1 179 0 0,73-13-1 0 0,-131 14-393 0 0,97-22 327 0 0,-59 10-101 0 0,80-15 0 0 0,-128 30-251 0 0,135-16 75 0 0,-30 18-22 0 0,-81-2-16 0 0,4-2 52 0 0,-20 0-80 0 0,2 1-10 0 0,-10 0-63 0 0,0 1-1 0 0,0-1 0 0 0,0 1 1 0 0,0-1-1 0 0,0 1 0 0 0,0 0 1 0 0,0 0-1 0 0,1 0 1 0 0,-1 1-1 0 0,0-1 0 0 0,0 0 1 0 0,0 1-1 0 0,0-1 1 0 0,2 2-1 0 0,0-1-374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56.5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1 125 2303 0 0,'2'0'3990'0'0,"11"-4"-2574"0"0,-10 2-983 0 0,1 1-1 0 0,0 0 0 0 0,-1 0 1 0 0,1 0-1 0 0,6 0 296 0 0,-8 0-466 0 0,20-7 1156 0 0,-20 8-1192 0 0,66-9 1369 0 0,-43 7-1288 0 0,15 2 391 0 0,55-10 711 0 0,26-3-556 0 0,29-10 27 0 0,-73 5-576 0 0,25 2-77 0 0,-27 10-120 0 0,18-2-97 0 0,-50 8 78 0 0,38 0 198 0 0,-73 1-188 0 0,14 5-55 0 0,5-3 10 0 0,11 0-53 0 0,-23-1 0 0 0,17 3 54 0 0,-30-3-45 0 0,1-1-14 0 0,18-1 193 0 0,-18-1-180 0 0,0 0-9 0 0,19 4 122 0 0,-14-2-100 0 0,-3-1 22 0 0,7 3-33 0 0,2 0-10 0 0,5 2 24 0 0,-14-6 3 0 0,32 7-3 0 0,-9 0 4 0 0,1 0 2 0 0,-1-1 0 0 0,45 1-1 0 0,-63-5-29 0 0,-1 0 0 0 0,15 3-1 0 0,-15-2 5 0 0,0 0 0 0 0,16 0 0 0 0,198 6 347 0 0,-103-2-179 0 0,206 4 214 0 0,-252-1-292 0 0,26 2 20 0 0,-42-13 4 0 0,-13 2-44 0 0,14-3 62 0 0,-44 3-122 0 0,-1-3 50 0 0,1 1-8 0 0,-1 0-46 0 0,1 0-10 0 0,3-1 51 0 0,16 1 37 0 0,-30 1-45 0 0,5 1-22 0 0,4 3-842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4:59.1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27 4607 0 0,'21'-26'7870'0'0,"-18"26"-7780"0"0,-1 1 0 0 0,1-1 1 0 0,-1 1-1 0 0,1-1 1 0 0,-1 0-1 0 0,1 0 0 0 0,-1 0 1 0 0,1 0-1 0 0,-1 0 1 0 0,5-1-1 0 0,8 0 310 0 0,153 5 3127 0 0,-36-8-2518 0 0,-76 4-753 0 0,50 3 432 0 0,-104-3-616 0 0,0 0-1 0 0,5 1-30 0 0,36 3 255 0 0,-32-3-218 0 0,-2 0-12 0 0,27-2-2 0 0,1 1 176 0 0,-34 0-149 0 0,-1 0-22 0 0,7-1-2 0 0,-7 1 8 0 0,11 0 55 0 0,-11 0-76 0 0,9 1-33 0 0,0-1 32 0 0,-7 1 1 0 0,8 0-44 0 0,3-1-10 0 0,-1 2 0 0 0,-3-1-12 0 0,-9-1-48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5:01.8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67 4143 0 0,'29'-40'7046'0'0,"-28"40"-6958"0"0,-1 0 1 0 0,1 0-1 0 0,0 0 1 0 0,0-1-1 0 0,44 7 1377 0 0,-7-3-778 0 0,-29-2-523 0 0,-1-1 0 0 0,1 0-1 0 0,-1 0 1 0 0,1-1 0 0 0,15-4-1 0 0,17-1 383 0 0,50-2 606 0 0,-60 1-781 0 0,-23 4-227 0 0,1 1 1 0 0,14-1-1 0 0,6 2 126 0 0,1 2 0 0 0,34 5 0 0 0,-54-4-254 0 0,-5 0 10 0 0,-1 0 0 0 0,0-1 0 0 0,0 0 1 0 0,1 0-1 0 0,4 0 0 0 0,9 2 52 0 0,-1-1 0 0 0,1-1 0 0 0,19-1 0 0 0,-28 0-2 0 0,1 1 0 0 0,-1 0 1 0 0,15 3-1 0 0,0 1 104 0 0,59 3 627 0 0,-70-9-662 0 0,-10 1-131 0 0,-1-1 0 0 0,1 1 1 0 0,0-1-1 0 0,0 1 0 0 0,-1 0 0 0 0,1 0 0 0 0,0 1 0 0 0,0-1 0 0 0,2 1 1 0 0,32 7 143 0 0,-26-5-91 0 0,1 0 0 0 0,-1-1 0 0 0,1-1 0 0 0,22 1 0 0 0,-30-2-57 0 0,19 1 64 0 0,4 3 48 0 0,15-1 41 0 0,-37-2-105 0 0,0-1-1 0 0,0 0 1 0 0,-1 0-1 0 0,1-1 0 0 0,0 1 1 0 0,6-3-1 0 0,-1 1 49 0 0,-7 2-42 0 0,-1 0 0 0 0,7-1 0 0 0,-7 1 0 0 0,0 0-10 0 0,7 0-32 0 0,-5 0 38 0 0,5-2 11 0 0,-1 2-5 0 0,-6-1-68 0 0,14-3 15 0 0,-6 3 47 0 0,-6 0 0 0 0,7 0-37 0 0,12-4 41 0 0,-21 5-11 0 0,0 0 0 0 0,9 0-42 0 0,2 0-11 0 0,0-1 0 0 0,0 1 0 0 0,8-3 1 0 0,-19 5-14 0 0,0-2-263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5:12.1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0 110 5063 0 0,'14'-23'6976'0'0,"-11"19"-6780"0"0,0 0 0 0 0,1 0-1 0 0,-1 0 1 0 0,1 0-1 0 0,10-7 747 0 0,-12 10-694 0 0,2-2-69 0 0,0 1 0 0 0,0 0-1 0 0,1 0 1 0 0,-1 0 0 0 0,1 1-1 0 0,0-1 1 0 0,0 1-1 0 0,-1 0 1 0 0,1 1 0 0 0,5-1-1 0 0,55 1 671 0 0,-32 1-671 0 0,143-10 922 0 0,-20-1-685 0 0,11-2 334 0 0,-127 8-205 0 0,48 2-1 0 0,-86 2-398 0 0,0 0-73 0 0,7 0 4 0 0,-1 1 46 0 0,15-2 390 0 0,-15 0-430 0 0,-5 0 41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5:13.5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54 4607 0 0,'23'-35'8298'0'0,"-10"28"-7451"0"0,-3 4-550 0 0,-3 1-185 0 0,1 0 1 0 0,-1 0 0 0 0,1 1 0 0 0,-1 0-1 0 0,16 1 1 0 0,-7-1-7 0 0,157 2 1323 0 0,-69 1-223 0 0,-43-3-585 0 0,105 4 659 0 0,3 6-685 0 0,72-4-249 0 0,36 2 92 0 0,-140-1-232 0 0,-85-5-95 0 0,-5 0-17 0 0,158 1 276 0 0,-153-5-214 0 0,87-1 352 0 0,-59 2-36 0 0,-69 1-403 0 0,-4-1 24 0 0,26-1 1 0 0,-7 1-30 0 0,-12 2-64 0 0,-1 0 0 0 0,-10 0-69 0 0,1-1-1 0 0,0 1 1 0 0,-1 0-1 0 0,1-1 1 0 0,-1 2-1 0 0,1-1 1 0 0,0 0-1 0 0,-1 1 1 0 0,1 0-1 0 0,-1 0 1 0 0,4 1-1 0 0,-1 0-123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5:16.5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1 261 6911 0 0,'1'-2'5770'0'0,"0"0"-5719"0"0,0 0 1 0 0,1 0-1 0 0,0-1 1 0 0,-1 1-1 0 0,1 0 1 0 0,0 1-1 0 0,0-1 1 0 0,0 0-1 0 0,0 0 1 0 0,0 1-1 0 0,0 0 1 0 0,1-1-1 0 0,-1 1 0 0 0,0 0 1 0 0,1 0-1 0 0,-1 0 1 0 0,5-1-1 0 0,5 0 8 0 0,-1 0 0 0 0,23-1 0 0 0,-4 1 172 0 0,110-8 616 0 0,-7 0 138 0 0,67-1 375 0 0,-161 9-1232 0 0,107-9 208 0 0,-46 3-159 0 0,8-1 30 0 0,141-18 289 0 0,-157 21-269 0 0,-72 5-150 0 0,81 1 154 0 0,-51 1-66 0 0,60-7-1 0 0,-25-4 20 0 0,103-15 243 0 0,-88 5-94 0 0,-46 13-114 0 0,-48 6-177 0 0,0 0 0 0 0,-1 1 0 0 0,11-1 0 0 0,10 0 75 0 0,-1-1 36 0 0,31 0-1 0 0,-15 1-117 0 0,-19 0 21 0 0,33-8 1 0 0,-31 4 1 0 0,-1 2 0 0 0,44-2 0 0 0,39-1 123 0 0,-80 6-117 0 0,-21-1-57 0 0,17 3 57 0 0,-10-1 4 0 0,1-1 10 0 0,0 1 10 0 0,-3-2 4 0 0,8-2 41 0 0,-14 3-107 0 0,0 0-1 0 0,0-1 1 0 0,0 1 0 0 0,0-1-1 0 0,6-2 1 0 0,-6 2 22 0 0,10 1-33 0 0,-14 0-18 0 0,33-6 67 0 0,-32 6-64 0 0,0-1 1 0 0,0 1-1 0 0,0 0 0 0 0,0 0 1 0 0,1-1-1 0 0,-1 1 0 0 0,0 0 1 0 0,0 0-1 0 0,0 0 0 0 0,0 0 1 0 0,0 1-1 0 0,0-1 0 0 0,0 0 1 0 0,0 0-1 0 0,0 0 0 0 0,2 1 0 0 0,0 0-7 0 0,13-6-58 0 0,-9 2-202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5:21.6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21 5527 0 0,'19'-11'5254'0'0,"-10"8"-4384"0"0,19-3 169 0 0,-14 5-1064 0 0,0 1 0 0 0,20 3 0 0 0,-31-4 26 0 0,10 3 62 0 0,-7 0-21 0 0,-1 0-25 0 0,19 0 84 0 0,13-1 661 0 0,38-6 1 0 0,-33 2-48 0 0,-14 3-24 0 0,36 4 1 0 0,-23-1-363 0 0,139-1 615 0 0,6-6 134 0 0,-171 4-973 0 0,32 2 222 0 0,40-2 54 0 0,-71 0-323 0 0,13 0 29 0 0,35-5 0 0 0,-44 5-40 0 0,11 1 311 0 0,7-1 14 0 0,-28 0-360 0 0,1-1-12 0 0,0 1 0 0 0,9 0 0 0 0,0 3 0 0 0,53 0 0 0 0,-17-3 160 0 0,-47 0-152 0 0,85 5 0 0 0,-22 0-8 0 0,-62-4 0 0 0,-1 1 0 0 0,0-1 0 0 0,1-1 0 0 0,-1 0 0 0 0,15-2 0 0 0,4 0 0 0 0,115-3 182 0 0,-83 4-94 0 0,-34-3-22 0 0,-15 3-66 0 0,-5 0 0 0 0,-2 2 0 0 0,22 0 0 0 0,6 2-1565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5:24.8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33 2303 0 0,'0'0'9704'0'0,"2"0"-9552"0"0,22-4 176 0 0,-22 4-158 0 0,2 0-33 0 0,0 0 0 0 0,0-1-1 0 0,0 1 1 0 0,0 0 0 0 0,4-2 0 0 0,7-1 296 0 0,63-1 1217 0 0,-67 3-1435 0 0,1 0 0 0 0,-1 0 0 0 0,13-4 0 0 0,18-2 395 0 0,-20 4-402 0 0,-21 3-108 0 0,14 0 56 0 0,-7 0-109 0 0,42 3 210 0 0,-26 0-154 0 0,50 4 237 0 0,1-8 147 0 0,2 0-25 0 0,-65 2-384 0 0,-8 0 4 0 0,5-1-2 0 0,32 0 392 0 0,-39 0-384 0 0,0 0 0 0 0,9 0-14 0 0,4 0-60 0 0,-2 0-14 0 0,0-1 11 0 0,0 1 42 0 0,-3 0 13 0 0,-8 1 3 0 0,26-3 344 0 0,-25 2-344 0 0,-4 1 75 0 0,6-2 124 0 0,22-2-177 0 0,-17 1-181 0 0,5 1-1716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5:28.3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3 104 5983 0 0,'-2'-2'4854'0'0,"71"18"-3594"0"0,-45-9-706 0 0,0-1 0 0 0,49 5 0 0 0,-67-10-469 0 0,12 0 298 0 0,0-1 0 0 0,-1 0 0 0 0,31-5-1 0 0,284-44 1626 0 0,-107 36-1510 0 0,-109 7-172 0 0,-93 5-248 0 0,210-19 804 0 0,-101 7-448 0 0,-71 8-334 0 0,269-18 942 0 0,-271 19-917 0 0,-26 1-71 0 0,0 2 0 0 0,0 1-1 0 0,39 5 1 0 0,29 2 223 0 0,-78-6-200 0 0,-8-1-67 0 0,89 8 118 0 0,15 2 404 0 0,-74-8-301 0 0,-35-1-157 0 0,-6 0-27 0 0,-1-1-3 0 0,1-1-46 0 0,25 0 164 0 0,-21 1-107 0 0,26-5 129 0 0,0 0 93 0 0,-32 5-384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5:29.9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3 109 8407 0 0,'0'0'2970'0'0,"-2"-23"150"0"0,3 22-3043 0 0,17-9 574 0 0,24 0-453 0 0,-1 4 394 0 0,67 0-1 0 0,43 10 680 0 0,-15 0-525 0 0,-21-2-304 0 0,115-4 428 0 0,-73-23-82 0 0,-7 1 55 0 0,-36 14-269 0 0,-109 9-565 0 0,16 1 47 0 0,77 8 218 0 0,-70-9-38 0 0,-19 0-129 0 0,0 1 0 0 0,0 0 0 0 0,19 3 0 0 0,-26-3-43 0 0,1 0 0 0 0,0 1-41 0 0,19-4 146 0 0,-1-1-1156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6:40.8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81 2303 0 0,'0'0'10904'0'0,"0"-3"-10648"0"0,0 1-241 0 0,0 2-2 0 0,0-1 0 0 0,0 1 0 0 0,0-1 1 0 0,0 1-1 0 0,0-1 0 0 0,0 1 0 0 0,0-1 0 0 0,0 1 1 0 0,0-1-1 0 0,0 1 0 0 0,0-1 0 0 0,0 1 0 0 0,0-1 1 0 0,1 1-1 0 0,-1-1 0 0 0,0 1 0 0 0,0-1 1 0 0,1 0-1 0 0,13 1 424 0 0,74 5 2178 0 0,9 2-933 0 0,-75-6-1512 0 0,-1-1 0 0 0,1 0-1 0 0,-1-2 1 0 0,28-5 0 0 0,9 0 65 0 0,114-16 257 0 0,-13 5 36 0 0,-140 17-459 0 0,1 1 1 0 0,-1 1-1 0 0,0 0 0 0 0,0 1 0 0 0,25 7 0 0 0,-13-3-76 0 0,3-2 45 0 0,0-1-1 0 0,50-3 0 0 0,-39 0 33 0 0,-26-1-29 0 0,34-6 1 0 0,-1 0 59 0 0,259-16 762 0 0,-213 21-705 0 0,-46 2-29 0 0,-28 1-72 0 0,-9 0 97 0 0,29-1-1 0 0,-15-3-100 0 0,51 1 33 0 0,-50 0-33 0 0,52 1 315 0 0,-68 1-368 0 0,-2 0 17 0 0,28 0 270 0 0,-3 0-375 0 0,-35 0 12 0 0,1 0 12 0 0,5 1 40 0 0,-5-1-57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6:44.5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35 3679 0 0,'2'0'8575'0'0,"39"-2"-5238"0"0,-23 2-2081 0 0,41-2 150 0 0,0 0-573 0 0,-53 2-756 0 0,0 0-1 0 0,0 0 1 0 0,0 1 0 0 0,7 1 0 0 0,12 2 163 0 0,-12-3-85 0 0,0 1-1 0 0,20 6 1 0 0,-18-4-30 0 0,23 3 1 0 0,-6-3 35 0 0,45 2 260 0 0,-64-6-347 0 0,-5 0-17 0 0,1 0 1 0 0,-1 0 0 0 0,15-4-1 0 0,-15 3-1 0 0,-1 0 0 0 0,1 0 1 0 0,7 1-1 0 0,23-3 198 0 0,83-17 384 0 0,-116 19-629 0 0,20-3 73 0 0,55-3 174 0 0,-44 6-174 0 0,61 4 0 0 0,-73-4-25 0 0,-20 1-49 0 0,0-1 0 0 0,0 1 0 0 0,-1 0 0 0 0,1 0 0 0 0,0 1 0 0 0,5 0 0 0 0,-1 1 8 0 0,1-1-1 0 0,-1 0 1 0 0,13-1-1 0 0,0 1-2 0 0,66-1 318 0 0,-12-1-99 0 0,-51 1-126 0 0,-6 1-34 0 0,0-1-1 0 0,20-4 0 0 0,-16 1 2 0 0,18-1 99 0 0,23-3 220 0 0,-46 6-329 0 0,21-3 0 0 0,-15 1-50 0 0,-4 0 32 0 0,-12 1-27 0 0,1 1 0 0 0,-1 1 0 0 0,0-1 0 0 0,1 1 0 0 0,-1 0 0 0 0,11 2-1 0 0,-9-1-9 0 0,11 1 131 0 0,24 0 0 0 0,-42-2-86 0 0,0-1 0 0 0,6-1-59 0 0,-6 2-86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6:49.1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65 3223 0 0,'22'-23'4044'0'0,"-17"20"-3637"0"0,-4 2-543 0 0,47-34 6555 0 0,-46 34-6253 0 0,9 0 638 0 0,-9 1-546 0 0,32 10 942 0 0,-24-7-957 0 0,0 0 1 0 0,0 0-1 0 0,1-1 1 0 0,-1 0-1 0 0,11 0 1 0 0,52-7 605 0 0,-24 1-529 0 0,136 1 240 0 0,-87 6 248 0 0,-96-3-680 0 0,12 0 264 0 0,-1 0 1016 0 0,-11 1-1355 0 0,5 1-31 0 0,-5-2 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6:51.0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 2759 0 0,'2'0'9810'0'0,"10"4"-9275"0"0,0-1 0 0 0,0 0 1 0 0,0-1-1 0 0,17 1 0 0 0,27 4 507 0 0,-36-3-715 0 0,1-1 0 0 0,22 0-1 0 0,7 1 94 0 0,174 12 1542 0 0,-138-17-1215 0 0,64 1 128 0 0,-53 3-328 0 0,187-16-1 0 0,-280 12-537 0 0,18 0 60 0 0,15 1 45 0 0,67 1 133 0 0,-62 0-164 0 0,89-7 291 0 0,-100 3-299 0 0,-5 0 0 0 0,-16 1-43 0 0,0 0 0 0 0,0 1 0 0 0,12 1 0 0 0,-18 1-20 0 0,17-4 29 0 0,17-3 23 0 0,-22 5-70 0 0,-11 0 19 0 0,32-8 97 0 0,-26 6-88 0 0,-1 1 31 0 0,1 0 0 0 0,-1-1-42 0 0,-2 1-24 0 0,23 2-2011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6:57.6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0 178 2759 0 0,'8'-9'9696'0'0,"14"3"-8698"0"0,-16 3-831 0 0,-1 1-1 0 0,1 1 1 0 0,9-3-1 0 0,51-5 432 0 0,59-6 852 0 0,-27 1-525 0 0,16 0-67 0 0,126-14 214 0 0,-149 15-824 0 0,57 1 34 0 0,-5 1-72 0 0,-100 8 130 0 0,73 2-1 0 0,-8 2 267 0 0,260-23 841 0 0,-258 12-974 0 0,-53 10-232 0 0,16-1 78 0 0,-65 0-266 0 0,1 1-1 0 0,16 3 1 0 0,-16-2-28 0 0,-1 0 1 0 0,18-1 0 0 0,-10-1 20 0 0,-1 1 1 0 0,17 2 0 0 0,0 1 42 0 0,13-1-85 0 0,179 4 355 0 0,-219-6-334 0 0,1 0 0 0 0,0 1 0 0 0,11 2 0 0 0,21 4 16 0 0,-34-6-41 0 0,30 4 0 0 0,-6-4 0 0 0,-1 1 12 0 0,12 1 125 0 0,-26-3-81 0 0,0 0-45 0 0,-1 1-11 0 0,0 0 0 0 0,-2 0 11 0 0,-8-1 45 0 0,0 1 21 0 0,8 0-10 0 0,1 0-54 0 0,0 0-13 0 0,0 3 0 0 0,0 0 0 0 0,1-1 0 0 0,-1 0 0 0 0,0 1 0 0 0,1-1 0 0 0,-2 1 0 0 0,-1-2-15 0 0,-7-1-61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7:05.7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40 7199 0 0,'0'0'652'0'0,"-4"-30"3627"0"0,31 21-2218 0 0,-25 8-1829 0 0,7 1 226 0 0,0 1 0 0 0,17 2 0 0 0,85 17 1960 0 0,-33-5-1574 0 0,28 4 408 0 0,31-15 194 0 0,-99-5-1156 0 0,-35 1-275 0 0,-1 0 1 0 0,1 0-1 0 0,0 1 0 0 0,-1-1 0 0 0,1 0 0 0 0,0 1 1 0 0,4 1-1 0 0,28 7 127 0 0,-10-3-44 0 0,-9-2-4 0 0,0 0-1 0 0,17 0 1 0 0,-25-3-26 0 0,0 1 0 0 0,0-1 1 0 0,15 6-1 0 0,9 2 104 0 0,-25-8-104 0 0,1 0 0 0 0,-1 0 0 0 0,0-1 0 0 0,1 0 0 0 0,11-1 0 0 0,27 1 312 0 0,-42 0-332 0 0,5 3-25 0 0,3-1 19 0 0,-4-1-19 0 0,-4-1 25 0 0,5 0-23 0 0,1 0 39 0 0,31 4 184 0 0,5-5 51 0 0,-32 0-299 0 0,1 1 0 0 0,0-2 13 0 0,28-1 150 0 0,-16-2-146 0 0,6 1 206 0 0,-29 4-212 0 0,0 0 0 0 0,0-1 0 0 0,0 1-1 0 0,1-1 1 0 0,6-2 0 0 0,-7 2-2 0 0,0 0-1 0 0,0 1 1 0 0,0-1 0 0 0,0 1 0 0 0,7-1-1 0 0,76-3 56 0 0,-5 11-53 0 0,-19-6-16 0 0,68-2 173 0 0,-116 0-122 0 0,-4 0-26 0 0,0 1 0 0 0,19 1 0 0 0,12 2 38 0 0,-22-2-14 0 0,38 8 1 0 0,-50-7-46 0 0,-4-1 3 0 0,1-1-1 0 0,0 1 1 0 0,-1-1 0 0 0,1 0-1 0 0,-1-1 1 0 0,6 0 0 0 0,59 5 104 0 0,-57-4-99 0 0,83 3-3 0 0,-80-2 29 0 0,-1-2 0 0 0,1 1-1 0 0,14-4 1 0 0,28-1 71 0 0,-8 9-19 0 0,-35-3-57 0 0,0 0 1 0 0,19 0-1 0 0,-27-2-20 0 0,1 1-7 0 0,0 0-1 0 0,1 0 1 0 0,12 3 0 0 0,-6 0 0 0 0,-10-2 4 0 0,-1 0 1 0 0,1 0-1 0 0,0-1 0 0 0,0 1 0 0 0,-1-1 1 0 0,1 0-1 0 0,0 0 0 0 0,0 0 0 0 0,7-1 0 0 0,7-2-6 0 0,-6 2 39 0 0,0-1 0 0 0,0 2-1 0 0,19 0 1 0 0,-27 1-28 0 0,19-6 46 0 0,-18 3-42 0 0,14-1-6 0 0,1 1 57 0 0,24-5 6 0 0,-39 6-58 0 0,-3 0-10 0 0,0 0 1 0 0,0 1-1 0 0,-1-1 0 0 0,1 1 1 0 0,0 0-1 0 0,0 0 0 0 0,0-1 1 0 0,0 1-1 0 0,0 0 0 0 0,0 1 1 0 0,2-1-1 0 0,2 1-3 0 0,-1 0 0 0 0,18-2 0 0 0,1-3 26 0 0,-17 3-17 0 0,1-1 1 0 0,-1 2 0 0 0,11-1-1 0 0,39-4 2 0 0,-14 2 42 0 0,-33 4-49 0 0,-7 0 4 0 0,-1 0-1 0 0,1-1 1 0 0,0 0-1 0 0,0 1 1 0 0,0-1-1 0 0,0 0 1 0 0,5-1-1 0 0,5 0-7 0 0,0 1 11 0 0,0 0 31 0 0,-2 0-20 0 0,-7 0 20 0 0,13 3-30 0 0,11 0-13 0 0,-16-1 1 0 0,0 1 0 0 0,6-2-1 0 0,-1-2 13 0 0,-5 2 30 0 0,5-2-29 0 0,-14-1-16 0 0,0 0 11 0 0,11 2 38 0 0,-2 2-35 0 0,-2-2 0 0 0,-6 0 31 0 0,4-1-19 0 0,-6 1 36 0 0,0-1-5 0 0,5-1-31 0 0,-5 1 109 0 0,0 1-61 0 0,7-1-141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7:27.0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19 4143 0 0,'2'0'1504'0'0,"45"-8"4491"0"0,0 1-3206 0 0,-3 9-1301 0 0,-29-3-1164 0 0,0 1-1 0 0,0 1 0 0 0,25 4 0 0 0,-17-1-97 0 0,113 4 1039 0 0,-54-5-639 0 0,66 5 292 0 0,-78-3-639 0 0,23 0 36 0 0,154-2 768 0 0,-165-5-806 0 0,97 5 137 0 0,-119 0-160 0 0,75-6-1 0 0,-71 0-72 0 0,24-6 3 0 0,-25 2-123 0 0,-18 3-13 0 0,135-8 310 0 0,69 10-299 0 0,-172 2 47 0 0,111-10-13 0 0,-120 10 80 0 0,-11 0-119 0 0,19 3-54 0 0,100-1 304 0 0,-139-4-216 0 0,91-1 84 0 0,-106 4-112 0 0,-1 1 0 0 0,6-4 16 0 0,28 6 151 0 0,10-6-214 0 0,-57 1-12 0 0,-5 1 8 0 0,1 0 0 0 0,0 0 0 0 0,0 0 0 0 0,-1 0 0 0 0,1 0 0 0 0,5 2 0 0 0,4 0-9 0 0,2 0 0 0 0,-2-1 0 0 0,0 0 0 0 0,0 0 0 0 0,9 1 0 0 0,-2-3 0 0 0,17 2 0 0 0,-24-1 0 0 0,28 4 76 0 0,7-3 272 0 0,-35 0-388 0 0,-5 0 2 0 0,1-1 1 0 0,15-1 0 0 0,-15 0 53 0 0,-7 1 107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7:30.9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37 2759 0 0,'18'-35'15983'0'0,"-3"34"-15622"0"0,-3 2-121 0 0,-9-1-120 0 0,10 2 120 0 0,-10-2 0 0 0,0 1-118 0 0,24 0 260 0 0,-24-1-258 0 0,26 6 320 0 0,0-1-1 0 0,32 1 1 0 0,-24-3-3 0 0,8 1 100 0 0,-43-4-458 0 0,1 0-3 0 0,1-1-44 0 0,5-1 72 0 0,-1 1 1 0 0,1 1 0 0 0,0-1 0 0 0,-1 1-1 0 0,15 2 1 0 0,-10-1-93 0 0,4-2 20 0 0,-17 0 44 0 0,4 1 7 0 0,35 6-34 0 0,-30-3-42 0 0,-6-3 42 0 0,6 0 11 0 0,-2-1 1 0 0,11 1-2 0 0,-11 2-52 0 0,-5-1 70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7:32.3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78 3679 0 0,'17'-20'8406'0'0,"-16"18"-8208"0"0,16-13 414 0 0,-15 14-516 0 0,0 0 0 0 0,12-4 483 0 0,1 2 0 0 0,0-1 0 0 0,0 2 0 0 0,19-2 0 0 0,66 1 929 0 0,72-3-420 0 0,-87 1-611 0 0,-8 6-54 0 0,-50 0-142 0 0,-1-1-1 0 0,30-3 0 0 0,-27 2 135 0 0,-27 1-319 0 0,0 0-7 0 0,38-2 349 0 0,-31 0-348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7:34.5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5983 0 0,'0'0'8056'0'0,"2"0"-7824"0"0,58 7 1322 0 0,-16-5-1028 0 0,112 29 814 0 0,-142-29-1147 0 0,0-1 1 0 0,20 0-1 0 0,3 0 62 0 0,6 0 97 0 0,58-5 0 0 0,-63 1-195 0 0,196-13 767 0 0,-215 16-708 0 0,33 4-1 0 0,-14 0 114 0 0,-14-3-101 0 0,-2 0 333 0 0,35 7 1 0 0,12-1 111 0 0,-38-5-357 0 0,-10-2-169 0 0,-10 1-48 0 0,0-1 0 0 0,15-1 0 0 0,1 0-22 0 0,1 2 1 0 0,-14 0 19 0 0,0-1-1 0 0,14-1 1 0 0,14-2 186 0 0,-28 2-216 0 0,0-1 10 0 0,4-2 18 0 0,0 3-38 0 0,-15 3-33 0 0,26-5-4 0 0,-27 2-115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7:38.5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30 2303 0 0,'2'-2'10224'0'0,"15"-6"-9290"0"0,-15 8-768 0 0,12-4 254 0 0,-5 2-85 0 0,0 0-1 0 0,-1 1 1 0 0,1 0-1 0 0,1 1 0 0 0,14 0 1 0 0,50 9 1209 0 0,-25-2-935 0 0,60-3 349 0 0,-35-3-468 0 0,36 11 214 0 0,-79-8-544 0 0,9 0 88 0 0,33 2 84 0 0,44-14 448 0 0,-35 0-492 0 0,-31 8-187 0 0,22-3 38 0 0,79-7-22 0 0,-46 3 61 0 0,-51 4-25 0 0,-23 2-30 0 0,49-4 183 0 0,-68 3-283 0 0,8 4 37 0 0,16-4 12 0 0,69-6 496 0 0,-95 8-557 0 0,-4 1 68 0 0,28-3 87 0 0,-21 2-166 0 0,-2 0 0 0 0,1 1 0 0 0,0 0 0 0 0,-2-1 11 0 0,18 2 191 0 0,-15-2-191 0 0,0-1-11 0 0,-1 0 0 0 0,0 1 0 0 0,-2 0-20 0 0,-9 0-77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7:45.2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9 3679 0 0,'0'0'10760'0'0,"9"0"-9944"0"0,2 4-257 0 0,1-1 0 0 0,-1-1 0 0 0,15 2-1 0 0,-15-3-371 0 0,107 12 1271 0 0,-73-10-1036 0 0,-33-2-273 0 0,1-1 1 0 0,20 5 0 0 0,0 1 205 0 0,0-1 0 0 0,65 0 0 0 0,19-15 492 0 0,-82 6-528 0 0,67-1 0 0 0,-45 7-173 0 0,76 5 87 0 0,-109-6-147 0 0,36-3 1 0 0,-28 0-17 0 0,62-3 135 0 0,-29-5-65 0 0,2 5 0 0 0,-31 5-37 0 0,52 8-1 0 0,-32-3 114 0 0,0-2 0 0 0,104-10 0 0 0,-152 7-193 0 0,6 0 8 0 0,-9 1-15 0 0,-1-1 1 0 0,1 0-1 0 0,0 0 1 0 0,-1-1-1 0 0,6-1 0 0 0,-4 1 4 0 0,26 0 99 0 0,10 6 137 0 0,-38-5-192 0 0,7-1 0 0 0,0-1 0 0 0,-7 2-11 0 0,46-2 22 0 0,-36 0-64 0 0,7-2 41 0 0,-19 3-55 0 0,39-2 60 0 0,-18 0-45 0 0,-11 1-9 0 0,1 0 0 0 0,22 1 1 0 0,-3 0 49 0 0,-23 0-50 0 0,7-1 28 0 0,26 1-1 0 0,-38 2-30 0 0,1-1 0 0 0,0 0 0 0 0,-1 0 0 0 0,1 0 0 0 0,8-2 0 0 0,0 0 0 0 0,26 0 0 0 0,-26 1 0 0 0,1 0 0 0 0,15 2 0 0 0,-6 0 13 0 0,32-2 1 0 0,-4-1 12 0 0,-24 1-15 0 0,-15 1-11 0 0,26 11 64 0 0,-5-6 11 0 0,-31-5-22 0 0,0 0 0 0 0,8 3 278 0 0,-8-2-278 0 0,7 1-53 0 0,-3 0-88 0 0,0-1-1 0 0,0 0 1 0 0,1 0-1 0 0,11 0 1 0 0,-10-2-858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7:49.6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1 153 8751 0 0,'10'-8'3242'0'0,"-3"1"-3030"0"0,1 1 0 0 0,0-1 1 0 0,0 2-1 0 0,0-1 0 0 0,1 1 1 0 0,0 1-1 0 0,0 0 0 0 0,0 0 1 0 0,0 0-1 0 0,1 1 0 0 0,18-3 1 0 0,7 1 121 0 0,0 2 1 0 0,39 1 0 0 0,3 0 303 0 0,-31 1-106 0 0,54 5-1 0 0,-67-3-208 0 0,54-7 0 0 0,-52 3-200 0 0,300-6 399 0 0,-143 7 150 0 0,127 6 758 0 0,-60 6-710 0 0,-174-8-512 0 0,152 6 488 0 0,-79-8-48 0 0,-106-3-512 0 0,114 6 197 0 0,-41 1 134 0 0,-20-1-227 0 0,-80 0-153 0 0,14-1 15 0 0,51-3 96 0 0,20-1-20 0 0,129-4 231 0 0,-176 7-275 0 0,83 2 1 0 0,259-19 305 0 0,-400 16-432 0 0,120-10 202 0 0,316-15-23 0 0,7 5 218 0 0,-248 10-313 0 0,-137 9-45 0 0,63-1-27 0 0,43-1 160 0 0,-47 5-129 0 0,-37 1 109 0 0,99 6-42 0 0,-80-1-108 0 0,-39-1 79 0 0,-30-2-61 0 0,-9 2 25 0 0,25 3 18 0 0,-19-5-14 0 0,-5 1-35 0 0,82 12 95 0 0,-100-15-117 0 0,0-2 0 0 0,-1 1 0 0 0,1-1 0 0 0,0 0 0 0 0,0-1 0 0 0,0 0 0 0 0,0-1 0 0 0,13-2 0 0 0,-12 2 8 0 0,0 0 0 0 0,0 0 0 0 0,1 1 0 0 0,-1 0-1 0 0,0 0 1 0 0,0 1 0 0 0,16 4 0 0 0,25 2 57 0 0,15 0-37 0 0,28 2 72 0 0,-66-6-100 0 0,57 4 64 0 0,-73-5-64 0 0,39-1 11 0 0,-23-1 42 0 0,0 3-42 0 0,0-1 42 0 0,0-2-42 0 0,-1 0 42 0 0,-1-2 11 0 0,-2 4-30 0 0,2-4 34 0 0,10-3-53 0 0,-25 4 7 0 0,-7 1 20 0 0,7 1-31 0 0,0-2 0 0 0,-7 1 31 0 0,42 0 22 0 0,-45 0-117 0 0,6-1 480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7:55.3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 25 2303 0 0,'-9'-24'13098'0'0,"11"27"-12950"0"0,1 0 1 0 0,-1 0-1 0 0,0 0 1 0 0,1 0-1 0 0,-1 0 1 0 0,1-1-1 0 0,0 1 0 0 0,0-1 1 0 0,0 0-1 0 0,0 0 1 0 0,5 3-1 0 0,-2-2-51 0 0,-4-1 157 0 0,1-1-12 0 0,39 15 861 0 0,-39-15-918 0 0,0-1-5 0 0,85 18 808 0 0,-63-14-712 0 0,-1-1 0 0 0,46-1 0 0 0,51-9 471 0 0,-78 3-570 0 0,66-9 359 0 0,-31 3-248 0 0,40-7 345 0 0,-13 2 30 0 0,-71 8-348 0 0,-15 4-1199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7:58.2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1 194 3223 0 0,'4'-23'15307'0'0,"5"26"-16402"0"0,-7-2 1379 0 0,25 2 253 0 0,-1-1-1 0 0,0-1 1 0 0,0-2-1 0 0,29-3 1 0 0,-6 0-117 0 0,11-2 129 0 0,87-21-1 0 0,-62 10-276 0 0,10-4 14 0 0,-45 10-105 0 0,67-8 0 0 0,-47 11-2 0 0,39-2 173 0 0,-58 6-134 0 0,57-12 1 0 0,-56 8-135 0 0,0 1 1 0 0,55 1-1 0 0,16 1 214 0 0,-74 2-68 0 0,29 2 57 0 0,49-2 141 0 0,-115 4-412 0 0,7-1 19 0 0,-5 2-52 0 0,-11-1 10 0 0,7 0-656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8:00.7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9 3223 0 0,'2'1'11330'0'0,"1"-1"-11211"0"0,1 1 1 0 0,-1-1-1 0 0,0 0 1 0 0,1 0 0 0 0,-1 0-1 0 0,0 0 1 0 0,1 0-1 0 0,-1-1 1 0 0,5-1 0 0 0,24-2 732 0 0,287 12 2745 0 0,-137 2-2452 0 0,-150-9-967 0 0,83 2 572 0 0,-25-4-131 0 0,-2 2-86 0 0,131-15 371 0 0,-187 9-681 0 0,-22 3-133 0 0,0 0 0 0 0,1 1-1 0 0,-1 0 1 0 0,12 1 0 0 0,-11 0-26 0 0,-2 0-9 0 0,0 0 0 0 0,15 3 0 0 0,-21-3-31 0 0,4 1-2 0 0,-3 0 20 0 0,7 2-31 0 0,2 0-11 0 0,-2-1-16 0 0,-9-2-165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8:06.8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2 9183 0 0,'0'0'5048'0'0,"-2"-2"-4918"0"0,18 4 315 0 0,25 6 222 0 0,12 1 125 0 0,46 4 630 0 0,68 11-102 0 0,-42-9-675 0 0,-35-6-138 0 0,12-1 262 0 0,-91-8-682 0 0,184 1 1049 0 0,-85-3-696 0 0,76-3 224 0 0,-136 3-463 0 0,87-7 581 0 0,-106 4-685 0 0,-16 2-18 0 0,0 1 0 0 0,29 0 0 0 0,110-3 425 0 0,-111 5-242 0 0,-33 0-249 0 0,-3-1-144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8:11.6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25 4143 0 0,'0'0'8231'0'0,"2"-1"-7966"0"0,3-1-92 0 0,0-1 0 0 0,1 2 0 0 0,-1-1-1 0 0,1 0 1 0 0,0 1 0 0 0,-1 0 0 0 0,12 0-1 0 0,50 1 1042 0 0,-34 1-786 0 0,736-12 3232 0 0,-419 11-2832 0 0,-84 17-154 0 0,-119-7-220 0 0,-95-7-275 0 0,50 4 344 0 0,24 4 82 0 0,15-8-232 0 0,-99-4-302 0 0,5 1 91 0 0,66 1 334 0 0,-49 1-208 0 0,18 2-113 0 0,-45-1-62 0 0,44-2 0 0 0,-46-2 109 0 0,-16 2-98 0 0,50-4-61 0 0,-15 2 73 0 0,-50 0-124 0 0,29 0 242 0 0,-24 1-211 0 0,-5 0 10 0 0,2-1-53 0 0,-2 1-42 0 0,4 0 31 0 0,8-1 14 0 0,14 4-70 0 0,-12-3 302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8:17.1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1 143 2759 0 0,'8'-15'10439'0'0,"-6"12"-10266"0"0,0 1-129 0 0,-1 0-1 0 0,1 0 1 0 0,0 0 0 0 0,0 1-1 0 0,0-1 1 0 0,0 0-1 0 0,0 1 1 0 0,0 0 0 0 0,1-1-1 0 0,-1 1 1 0 0,0 0-1 0 0,5-1 1 0 0,3-1 151 0 0,0 0 1 0 0,0 0-1 0 0,1 1 1 0 0,-1 1-1 0 0,1 0 0 0 0,-1 0 1 0 0,1 1-1 0 0,10 1 1 0 0,20-1 426 0 0,100-2 1098 0 0,-1-1-931 0 0,50-2-218 0 0,-60 2-91 0 0,11-6 91 0 0,48 0 194 0 0,-126 9-508 0 0,156-2 701 0 0,-189 1-806 0 0,131-9 610 0 0,-54 0-310 0 0,257-12 244 0 0,-310 20-541 0 0,13 0 15 0 0,198-5 417 0 0,-63 8-269 0 0,-175 0-289 0 0,-10 0 34 0 0,1-1-1 0 0,20-4 1 0 0,-31 4-60 0 0,15-1 52 0 0,27 1 99 0 0,-39 0-143 0 0,-6 0 31 0 0,5 0-20 0 0,-5 0 20 0 0,5 0-20 0 0,-2-1 35 0 0,-8 1 48 0 0,37 7 42 0 0,-27-8-136 0 0,-5 1 42 0 0,5 0-13 0 0,-5 0-83 0 0,8 2 30 0 0,2 0 1 0 0,-1 0-36 0 0,2-1 36 0 0,1 2 12 0 0,17 1 0 0 0,2 3 0 0 0,-6 0 0 0 0,49 13 0 0 0,136 17 0 0 0,-135-32 0 0 0,-72-5 0 0 0,0 0 0 0 0,-1 1 0 0 0,1-1 0 0 0,13 4 0 0 0,2-1 0 0 0,168 7 64 0 0,-17-5 64 0 0,7 0-11 0 0,-138-3-106 0 0,0-1 1 0 0,-18 0 127 0 0,0 0 0 0 0,0-2 0 0 0,36-6 0 0 0,-45 3-111 0 0,9 2 8 0 0,-13 1-36 0 0,2 1 0 0 0,0 0 0 0 0,-3 1-13 0 0,-8 0-55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8:20.5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21 3223 0 0,'3'0'10003'0'0,"3"0"-9772"0"0,-1 1 1 0 0,1-1-1 0 0,12 4 486 0 0,24 1 109 0 0,-14-3-119 0 0,39-2-1 0 0,-27-1-200 0 0,69-6 559 0 0,115 5 569 0 0,-186 5-1216 0 0,3-1-86 0 0,59-16 645 0 0,-96 13-922 0 0,20-4 158 0 0,-13 3-91 0 0,1-1-1 0 0,0 2 0 0 0,15-1 1 0 0,-16 2-52 0 0,1 0 0 0 0,19 2 146 0 0,-25-2-176 0 0,0 0 0 0 0,0 1 0 0 0,10 3 0 0 0,8 1 846 0 0,-21-6-879 0 0,14 7 153 0 0,-13-5-113 0 0,8 2-5 0 0,-2 1-31 0 0,-3 0-35 0 0,-6-3-91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8:22.6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 4143 0 0,'13'2'10826'0'0,"-6"-3"-10433"0"0,-1 0 0 0 0,1 0 1 0 0,-1 0-1 0 0,9 1 0 0 0,-13 0-121 0 0,9 1 266 0 0,35 10 1080 0 0,-15-8-1185 0 0,0-1 0 0 0,1-1 0 0 0,33-4 0 0 0,-56 2-294 0 0,-1 1 1 0 0,16 1-1 0 0,4 0 38 0 0,157 3 579 0 0,-166-2-646 0 0,113-5 650 0 0,-102 1-453 0 0,-9 1-132 0 0,-1 0 1 0 0,0 2-1 0 0,34 5 0 0 0,-4-4 119 0 0,-41-1-254 0 0,5 0 21 0 0,-1-1-1 0 0,13-2 0 0 0,-13 1 4 0 0,0-1 0 0 0,20-5 17 0 0,-5 3 105 0 0,-20 4-173 0 0,11 2 60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8:24.4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 74 10135 0 0,'0'0'1050'0'0,"-10"-36"3999"0"0,18 29-4221 0 0,-7 7-806 0 0,0 0 1 0 0,-1 0 0 0 0,1 0-1 0 0,-1-1 1 0 0,1 1 0 0 0,-1 0-1 0 0,1 0 1 0 0,-1-1 0 0 0,1 1 0 0 0,-1-1-1 0 0,1 1 1 0 0,-1 0 0 0 0,1-1-1 0 0,-1 1 1 0 0,0-1 0 0 0,1 1-1 0 0,-1-1 1 0 0,0 1 0 0 0,1-1-1 0 0,-1 0 1 0 0,13-8 110 0 0,4-1-96 0 0,-12 9-15 0 0,-1 1-17 0 0,8-1 25 0 0,-1 0 0 0 0,0 1 0 0 0,1 0 0 0 0,-1 0 0 0 0,0 2 0 0 0,1-1 0 0 0,-1 1 0 0 0,13 5 0 0 0,28 3 52 0 0,75 2 81 0 0,56 9 1026 0 0,-148-17-787 0 0,43 1-1 0 0,-40-3-236 0 0,222 10 603 0 0,-4-9-192 0 0,-195-6-430 0 0,13 1-4 0 0,116 7 442 0 0,-162-5-500 0 0,44 5 117 0 0,-54-4-102 0 0,34 0-1 0 0,-33-2-15 0 0,27 3 0 0 0,-29-1-28 0 0,0-1 0 0 0,31-4 0 0 0,-14 0 33 0 0,64-4 307 0 0,-51 4-62 0 0,-33 2-145 0 0,5 2-2569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3:48:27.6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57 9871 0 0,'0'-5'455'0'0,"-1"-14"-12"0"0,1 18-421 0 0,0 0 0 0 0,1-1 0 0 0,-1 1 0 0 0,1 0 0 0 0,0-1 0 0 0,-1 1 0 0 0,1 0 0 0 0,0 0 0 0 0,-1 0 0 0 0,1-1 0 0 0,0 1 0 0 0,0 0 0 0 0,0 0 0 0 0,21-14 3053 0 0,-21 15-2953 0 0,66 19 4634 0 0,-65-19-4611 0 0,11 2 118 0 0,1 0-58 0 0,0 1 0 0 0,0 1-1 0 0,25 10 1 0 0,10 2 117 0 0,151 26 722 0 0,-164-38-814 0 0,55 1-1 0 0,9 0-53 0 0,16 4 170 0 0,156-7 1 0 0,-187-9-148 0 0,-30 2-94 0 0,73-12 170 0 0,7 1-118 0 0,30 6-64 0 0,-76-5 186 0 0,7 0 34 0 0,-7 7 90 0 0,-77 8-403 0 0,-1 2 0 0 0,1-2 0 0 0,0 1 0 0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18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4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9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68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2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75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9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3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98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13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3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C01BE51-EB7D-478B-8E06-2196C016446D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960A0636-E7E6-402E-A81B-D2189905E8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5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1.png"/><Relationship Id="rId18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2" Type="http://schemas.openxmlformats.org/officeDocument/2006/relationships/image" Target="../media/image5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customXml" Target="../ink/ink4.xml"/><Relationship Id="rId19" Type="http://schemas.openxmlformats.org/officeDocument/2006/relationships/image" Target="../media/image14.png"/><Relationship Id="rId4" Type="http://schemas.openxmlformats.org/officeDocument/2006/relationships/customXml" Target="../ink/ink1.xml"/><Relationship Id="rId9" Type="http://schemas.openxmlformats.org/officeDocument/2006/relationships/image" Target="../media/image9.png"/><Relationship Id="rId14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.xml"/><Relationship Id="rId18" Type="http://schemas.openxmlformats.org/officeDocument/2006/relationships/image" Target="../media/image12.png"/><Relationship Id="rId26" Type="http://schemas.openxmlformats.org/officeDocument/2006/relationships/customXml" Target="../ink/ink20.xml"/><Relationship Id="rId39" Type="http://schemas.openxmlformats.org/officeDocument/2006/relationships/image" Target="../media/image25.png"/><Relationship Id="rId21" Type="http://schemas.openxmlformats.org/officeDocument/2006/relationships/customXml" Target="../ink/ink18.xml"/><Relationship Id="rId34" Type="http://schemas.openxmlformats.org/officeDocument/2006/relationships/customXml" Target="../ink/ink24.xml"/><Relationship Id="rId7" Type="http://schemas.openxmlformats.org/officeDocument/2006/relationships/customXml" Target="../ink/ink11.xml"/><Relationship Id="rId2" Type="http://schemas.openxmlformats.org/officeDocument/2006/relationships/image" Target="../media/image5.png"/><Relationship Id="rId16" Type="http://schemas.openxmlformats.org/officeDocument/2006/relationships/image" Target="../media/image16.png"/><Relationship Id="rId20" Type="http://schemas.openxmlformats.org/officeDocument/2006/relationships/image" Target="../media/image13.png"/><Relationship Id="rId29" Type="http://schemas.openxmlformats.org/officeDocument/2006/relationships/image" Target="../media/image20.png"/><Relationship Id="rId41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13.xml"/><Relationship Id="rId24" Type="http://schemas.openxmlformats.org/officeDocument/2006/relationships/customXml" Target="../ink/ink19.xml"/><Relationship Id="rId32" Type="http://schemas.openxmlformats.org/officeDocument/2006/relationships/customXml" Target="../ink/ink23.xml"/><Relationship Id="rId37" Type="http://schemas.openxmlformats.org/officeDocument/2006/relationships/image" Target="../media/image24.png"/><Relationship Id="rId40" Type="http://schemas.openxmlformats.org/officeDocument/2006/relationships/customXml" Target="../ink/ink27.xml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23" Type="http://schemas.openxmlformats.org/officeDocument/2006/relationships/image" Target="../media/image17.png"/><Relationship Id="rId28" Type="http://schemas.openxmlformats.org/officeDocument/2006/relationships/customXml" Target="../ink/ink21.xml"/><Relationship Id="rId36" Type="http://schemas.openxmlformats.org/officeDocument/2006/relationships/customXml" Target="../ink/ink25.xml"/><Relationship Id="rId10" Type="http://schemas.openxmlformats.org/officeDocument/2006/relationships/image" Target="../media/image10.png"/><Relationship Id="rId19" Type="http://schemas.openxmlformats.org/officeDocument/2006/relationships/customXml" Target="../ink/ink17.xml"/><Relationship Id="rId31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customXml" Target="../ink/ink12.xml"/><Relationship Id="rId14" Type="http://schemas.openxmlformats.org/officeDocument/2006/relationships/image" Target="../media/image11.png"/><Relationship Id="rId22" Type="http://schemas.openxmlformats.org/officeDocument/2006/relationships/image" Target="../media/image14.png"/><Relationship Id="rId27" Type="http://schemas.openxmlformats.org/officeDocument/2006/relationships/image" Target="../media/image19.png"/><Relationship Id="rId30" Type="http://schemas.openxmlformats.org/officeDocument/2006/relationships/customXml" Target="../ink/ink22.xml"/><Relationship Id="rId35" Type="http://schemas.openxmlformats.org/officeDocument/2006/relationships/image" Target="../media/image23.png"/><Relationship Id="rId8" Type="http://schemas.openxmlformats.org/officeDocument/2006/relationships/image" Target="../media/image9.png"/><Relationship Id="rId3" Type="http://schemas.openxmlformats.org/officeDocument/2006/relationships/customXml" Target="../ink/ink9.xml"/><Relationship Id="rId12" Type="http://schemas.openxmlformats.org/officeDocument/2006/relationships/image" Target="../media/image15.png"/><Relationship Id="rId17" Type="http://schemas.openxmlformats.org/officeDocument/2006/relationships/customXml" Target="../ink/ink16.xml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38" Type="http://schemas.openxmlformats.org/officeDocument/2006/relationships/customXml" Target="../ink/ink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32.xml"/><Relationship Id="rId18" Type="http://schemas.openxmlformats.org/officeDocument/2006/relationships/image" Target="../media/image36.png"/><Relationship Id="rId3" Type="http://schemas.openxmlformats.org/officeDocument/2006/relationships/image" Target="../media/image28.png"/><Relationship Id="rId21" Type="http://schemas.openxmlformats.org/officeDocument/2006/relationships/customXml" Target="../ink/ink36.xml"/><Relationship Id="rId7" Type="http://schemas.openxmlformats.org/officeDocument/2006/relationships/customXml" Target="../ink/ink29.xml"/><Relationship Id="rId12" Type="http://schemas.openxmlformats.org/officeDocument/2006/relationships/image" Target="../media/image33.png"/><Relationship Id="rId17" Type="http://schemas.openxmlformats.org/officeDocument/2006/relationships/customXml" Target="../ink/ink34.xml"/><Relationship Id="rId2" Type="http://schemas.openxmlformats.org/officeDocument/2006/relationships/image" Target="../media/image29.png"/><Relationship Id="rId16" Type="http://schemas.openxmlformats.org/officeDocument/2006/relationships/image" Target="../media/image35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customXml" Target="../ink/ink31.xml"/><Relationship Id="rId5" Type="http://schemas.openxmlformats.org/officeDocument/2006/relationships/customXml" Target="../ink/ink28.xml"/><Relationship Id="rId15" Type="http://schemas.openxmlformats.org/officeDocument/2006/relationships/customXml" Target="../ink/ink33.xml"/><Relationship Id="rId10" Type="http://schemas.openxmlformats.org/officeDocument/2006/relationships/image" Target="../media/image32.png"/><Relationship Id="rId19" Type="http://schemas.openxmlformats.org/officeDocument/2006/relationships/customXml" Target="../ink/ink35.xml"/><Relationship Id="rId4" Type="http://schemas.openxmlformats.org/officeDocument/2006/relationships/image" Target="../media/image27.png"/><Relationship Id="rId9" Type="http://schemas.openxmlformats.org/officeDocument/2006/relationships/customXml" Target="../ink/ink30.xml"/><Relationship Id="rId14" Type="http://schemas.openxmlformats.org/officeDocument/2006/relationships/image" Target="../media/image34.png"/><Relationship Id="rId22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13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openxmlformats.org/officeDocument/2006/relationships/customXml" Target="../ink/ink4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11" Type="http://schemas.openxmlformats.org/officeDocument/2006/relationships/image" Target="../media/image45.png"/><Relationship Id="rId5" Type="http://schemas.openxmlformats.org/officeDocument/2006/relationships/image" Target="../media/image42.png"/><Relationship Id="rId10" Type="http://schemas.openxmlformats.org/officeDocument/2006/relationships/customXml" Target="../ink/ink40.xml"/><Relationship Id="rId4" Type="http://schemas.openxmlformats.org/officeDocument/2006/relationships/customXml" Target="../ink/ink37.xml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customXml" Target="../ink/ink46.xml"/><Relationship Id="rId18" Type="http://schemas.openxmlformats.org/officeDocument/2006/relationships/image" Target="../media/image56.png"/><Relationship Id="rId26" Type="http://schemas.openxmlformats.org/officeDocument/2006/relationships/image" Target="../media/image60.png"/><Relationship Id="rId3" Type="http://schemas.openxmlformats.org/officeDocument/2006/relationships/image" Target="../media/image48.png"/><Relationship Id="rId21" Type="http://schemas.openxmlformats.org/officeDocument/2006/relationships/customXml" Target="../ink/ink50.xml"/><Relationship Id="rId7" Type="http://schemas.openxmlformats.org/officeDocument/2006/relationships/customXml" Target="../ink/ink43.xml"/><Relationship Id="rId12" Type="http://schemas.openxmlformats.org/officeDocument/2006/relationships/image" Target="../media/image53.png"/><Relationship Id="rId17" Type="http://schemas.openxmlformats.org/officeDocument/2006/relationships/customXml" Target="../ink/ink48.xml"/><Relationship Id="rId25" Type="http://schemas.openxmlformats.org/officeDocument/2006/relationships/customXml" Target="../ink/ink52.xml"/><Relationship Id="rId2" Type="http://schemas.openxmlformats.org/officeDocument/2006/relationships/image" Target="../media/image47.png"/><Relationship Id="rId16" Type="http://schemas.openxmlformats.org/officeDocument/2006/relationships/image" Target="../media/image55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customXml" Target="../ink/ink45.xml"/><Relationship Id="rId24" Type="http://schemas.openxmlformats.org/officeDocument/2006/relationships/image" Target="../media/image59.png"/><Relationship Id="rId5" Type="http://schemas.openxmlformats.org/officeDocument/2006/relationships/customXml" Target="../ink/ink42.xml"/><Relationship Id="rId15" Type="http://schemas.openxmlformats.org/officeDocument/2006/relationships/customXml" Target="../ink/ink47.xml"/><Relationship Id="rId23" Type="http://schemas.openxmlformats.org/officeDocument/2006/relationships/customXml" Target="../ink/ink51.xml"/><Relationship Id="rId10" Type="http://schemas.openxmlformats.org/officeDocument/2006/relationships/image" Target="../media/image52.png"/><Relationship Id="rId19" Type="http://schemas.openxmlformats.org/officeDocument/2006/relationships/customXml" Target="../ink/ink49.xml"/><Relationship Id="rId4" Type="http://schemas.openxmlformats.org/officeDocument/2006/relationships/image" Target="../media/image49.png"/><Relationship Id="rId9" Type="http://schemas.openxmlformats.org/officeDocument/2006/relationships/customXml" Target="../ink/ink44.xml"/><Relationship Id="rId14" Type="http://schemas.openxmlformats.org/officeDocument/2006/relationships/image" Target="../media/image54.png"/><Relationship Id="rId22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3.xm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customXml" Target="../ink/ink54.xml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7.xml"/><Relationship Id="rId13" Type="http://schemas.openxmlformats.org/officeDocument/2006/relationships/customXml" Target="../ink/ink59.xml"/><Relationship Id="rId3" Type="http://schemas.openxmlformats.org/officeDocument/2006/relationships/image" Target="../media/image65.png"/><Relationship Id="rId7" Type="http://schemas.openxmlformats.org/officeDocument/2006/relationships/image" Target="../media/image67.png"/><Relationship Id="rId12" Type="http://schemas.openxmlformats.org/officeDocument/2006/relationships/image" Target="../media/image7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11" Type="http://schemas.openxmlformats.org/officeDocument/2006/relationships/customXml" Target="../ink/ink58.xml"/><Relationship Id="rId5" Type="http://schemas.openxmlformats.org/officeDocument/2006/relationships/image" Target="../media/image66.png"/><Relationship Id="rId10" Type="http://schemas.openxmlformats.org/officeDocument/2006/relationships/image" Target="../media/image69.png"/><Relationship Id="rId4" Type="http://schemas.openxmlformats.org/officeDocument/2006/relationships/customXml" Target="../ink/ink55.xml"/><Relationship Id="rId9" Type="http://schemas.openxmlformats.org/officeDocument/2006/relationships/image" Target="../media/image68.png"/><Relationship Id="rId14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.xml"/><Relationship Id="rId13" Type="http://schemas.openxmlformats.org/officeDocument/2006/relationships/image" Target="../media/image79.png"/><Relationship Id="rId3" Type="http://schemas.openxmlformats.org/officeDocument/2006/relationships/image" Target="../media/image73.png"/><Relationship Id="rId7" Type="http://schemas.openxmlformats.org/officeDocument/2006/relationships/image" Target="../media/image75.png"/><Relationship Id="rId12" Type="http://schemas.openxmlformats.org/officeDocument/2006/relationships/image" Target="../media/image78.png"/><Relationship Id="rId17" Type="http://schemas.openxmlformats.org/officeDocument/2006/relationships/image" Target="../media/image81.png"/><Relationship Id="rId2" Type="http://schemas.openxmlformats.org/officeDocument/2006/relationships/image" Target="../media/image72.png"/><Relationship Id="rId16" Type="http://schemas.openxmlformats.org/officeDocument/2006/relationships/customXml" Target="../ink/ink6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11" Type="http://schemas.openxmlformats.org/officeDocument/2006/relationships/image" Target="../media/image77.png"/><Relationship Id="rId5" Type="http://schemas.openxmlformats.org/officeDocument/2006/relationships/image" Target="../media/image74.png"/><Relationship Id="rId15" Type="http://schemas.openxmlformats.org/officeDocument/2006/relationships/image" Target="../media/image80.png"/><Relationship Id="rId10" Type="http://schemas.openxmlformats.org/officeDocument/2006/relationships/customXml" Target="../ink/ink63.xml"/><Relationship Id="rId4" Type="http://schemas.openxmlformats.org/officeDocument/2006/relationships/customXml" Target="../ink/ink60.xml"/><Relationship Id="rId9" Type="http://schemas.openxmlformats.org/officeDocument/2006/relationships/image" Target="../media/image76.png"/><Relationship Id="rId14" Type="http://schemas.openxmlformats.org/officeDocument/2006/relationships/customXml" Target="../ink/ink64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5.xml"/><Relationship Id="rId21" Type="http://schemas.openxmlformats.org/officeDocument/2006/relationships/image" Target="../media/image94.png"/><Relationship Id="rId42" Type="http://schemas.openxmlformats.org/officeDocument/2006/relationships/customXml" Target="../ink/ink83.xml"/><Relationship Id="rId47" Type="http://schemas.openxmlformats.org/officeDocument/2006/relationships/image" Target="../media/image107.png"/><Relationship Id="rId63" Type="http://schemas.openxmlformats.org/officeDocument/2006/relationships/image" Target="../media/image115.png"/><Relationship Id="rId68" Type="http://schemas.openxmlformats.org/officeDocument/2006/relationships/customXml" Target="../ink/ink96.xml"/><Relationship Id="rId84" Type="http://schemas.openxmlformats.org/officeDocument/2006/relationships/customXml" Target="../ink/ink104.xml"/><Relationship Id="rId89" Type="http://schemas.openxmlformats.org/officeDocument/2006/relationships/image" Target="../media/image128.png"/><Relationship Id="rId16" Type="http://schemas.openxmlformats.org/officeDocument/2006/relationships/customXml" Target="../ink/ink70.xml"/><Relationship Id="rId11" Type="http://schemas.openxmlformats.org/officeDocument/2006/relationships/image" Target="../media/image89.png"/><Relationship Id="rId32" Type="http://schemas.openxmlformats.org/officeDocument/2006/relationships/customXml" Target="../ink/ink78.xml"/><Relationship Id="rId37" Type="http://schemas.openxmlformats.org/officeDocument/2006/relationships/image" Target="../media/image102.png"/><Relationship Id="rId53" Type="http://schemas.openxmlformats.org/officeDocument/2006/relationships/image" Target="../media/image110.png"/><Relationship Id="rId58" Type="http://schemas.openxmlformats.org/officeDocument/2006/relationships/customXml" Target="../ink/ink91.xml"/><Relationship Id="rId74" Type="http://schemas.openxmlformats.org/officeDocument/2006/relationships/customXml" Target="../ink/ink99.xml"/><Relationship Id="rId79" Type="http://schemas.openxmlformats.org/officeDocument/2006/relationships/image" Target="../media/image123.png"/><Relationship Id="rId5" Type="http://schemas.openxmlformats.org/officeDocument/2006/relationships/image" Target="../media/image85.png"/><Relationship Id="rId90" Type="http://schemas.openxmlformats.org/officeDocument/2006/relationships/customXml" Target="../ink/ink107.xml"/><Relationship Id="rId95" Type="http://schemas.openxmlformats.org/officeDocument/2006/relationships/image" Target="../media/image131.png"/><Relationship Id="rId22" Type="http://schemas.openxmlformats.org/officeDocument/2006/relationships/customXml" Target="../ink/ink73.xml"/><Relationship Id="rId27" Type="http://schemas.openxmlformats.org/officeDocument/2006/relationships/image" Target="../media/image97.png"/><Relationship Id="rId43" Type="http://schemas.openxmlformats.org/officeDocument/2006/relationships/image" Target="../media/image105.png"/><Relationship Id="rId48" Type="http://schemas.openxmlformats.org/officeDocument/2006/relationships/customXml" Target="../ink/ink86.xml"/><Relationship Id="rId64" Type="http://schemas.openxmlformats.org/officeDocument/2006/relationships/customXml" Target="../ink/ink94.xml"/><Relationship Id="rId69" Type="http://schemas.openxmlformats.org/officeDocument/2006/relationships/image" Target="../media/image118.png"/><Relationship Id="rId80" Type="http://schemas.openxmlformats.org/officeDocument/2006/relationships/customXml" Target="../ink/ink102.xml"/><Relationship Id="rId85" Type="http://schemas.openxmlformats.org/officeDocument/2006/relationships/image" Target="../media/image126.png"/><Relationship Id="rId3" Type="http://schemas.openxmlformats.org/officeDocument/2006/relationships/image" Target="../media/image83.png"/><Relationship Id="rId12" Type="http://schemas.openxmlformats.org/officeDocument/2006/relationships/customXml" Target="../ink/ink68.xml"/><Relationship Id="rId17" Type="http://schemas.openxmlformats.org/officeDocument/2006/relationships/image" Target="../media/image92.png"/><Relationship Id="rId25" Type="http://schemas.openxmlformats.org/officeDocument/2006/relationships/image" Target="../media/image96.png"/><Relationship Id="rId33" Type="http://schemas.openxmlformats.org/officeDocument/2006/relationships/image" Target="../media/image100.png"/><Relationship Id="rId38" Type="http://schemas.openxmlformats.org/officeDocument/2006/relationships/customXml" Target="../ink/ink81.xml"/><Relationship Id="rId46" Type="http://schemas.openxmlformats.org/officeDocument/2006/relationships/customXml" Target="../ink/ink85.xml"/><Relationship Id="rId59" Type="http://schemas.openxmlformats.org/officeDocument/2006/relationships/image" Target="../media/image113.png"/><Relationship Id="rId67" Type="http://schemas.openxmlformats.org/officeDocument/2006/relationships/image" Target="../media/image117.png"/><Relationship Id="rId20" Type="http://schemas.openxmlformats.org/officeDocument/2006/relationships/customXml" Target="../ink/ink72.xml"/><Relationship Id="rId41" Type="http://schemas.openxmlformats.org/officeDocument/2006/relationships/image" Target="../media/image104.png"/><Relationship Id="rId54" Type="http://schemas.openxmlformats.org/officeDocument/2006/relationships/customXml" Target="../ink/ink89.xml"/><Relationship Id="rId62" Type="http://schemas.openxmlformats.org/officeDocument/2006/relationships/customXml" Target="../ink/ink93.xml"/><Relationship Id="rId70" Type="http://schemas.openxmlformats.org/officeDocument/2006/relationships/customXml" Target="../ink/ink97.xml"/><Relationship Id="rId75" Type="http://schemas.openxmlformats.org/officeDocument/2006/relationships/image" Target="../media/image121.png"/><Relationship Id="rId83" Type="http://schemas.openxmlformats.org/officeDocument/2006/relationships/image" Target="../media/image125.png"/><Relationship Id="rId88" Type="http://schemas.openxmlformats.org/officeDocument/2006/relationships/customXml" Target="../ink/ink106.xml"/><Relationship Id="rId91" Type="http://schemas.openxmlformats.org/officeDocument/2006/relationships/image" Target="../media/image129.png"/><Relationship Id="rId96" Type="http://schemas.openxmlformats.org/officeDocument/2006/relationships/customXml" Target="../ink/ink1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5" Type="http://schemas.openxmlformats.org/officeDocument/2006/relationships/image" Target="../media/image91.png"/><Relationship Id="rId23" Type="http://schemas.openxmlformats.org/officeDocument/2006/relationships/image" Target="../media/image95.png"/><Relationship Id="rId28" Type="http://schemas.openxmlformats.org/officeDocument/2006/relationships/customXml" Target="../ink/ink76.xml"/><Relationship Id="rId36" Type="http://schemas.openxmlformats.org/officeDocument/2006/relationships/customXml" Target="../ink/ink80.xml"/><Relationship Id="rId49" Type="http://schemas.openxmlformats.org/officeDocument/2006/relationships/image" Target="../media/image108.png"/><Relationship Id="rId57" Type="http://schemas.openxmlformats.org/officeDocument/2006/relationships/image" Target="../media/image112.png"/><Relationship Id="rId10" Type="http://schemas.openxmlformats.org/officeDocument/2006/relationships/customXml" Target="../ink/ink67.xml"/><Relationship Id="rId31" Type="http://schemas.openxmlformats.org/officeDocument/2006/relationships/image" Target="../media/image99.png"/><Relationship Id="rId44" Type="http://schemas.openxmlformats.org/officeDocument/2006/relationships/customXml" Target="../ink/ink84.xml"/><Relationship Id="rId52" Type="http://schemas.openxmlformats.org/officeDocument/2006/relationships/customXml" Target="../ink/ink88.xml"/><Relationship Id="rId60" Type="http://schemas.openxmlformats.org/officeDocument/2006/relationships/customXml" Target="../ink/ink92.xml"/><Relationship Id="rId65" Type="http://schemas.openxmlformats.org/officeDocument/2006/relationships/image" Target="../media/image116.png"/><Relationship Id="rId73" Type="http://schemas.openxmlformats.org/officeDocument/2006/relationships/image" Target="../media/image120.png"/><Relationship Id="rId78" Type="http://schemas.openxmlformats.org/officeDocument/2006/relationships/customXml" Target="../ink/ink101.xml"/><Relationship Id="rId81" Type="http://schemas.openxmlformats.org/officeDocument/2006/relationships/image" Target="../media/image124.png"/><Relationship Id="rId86" Type="http://schemas.openxmlformats.org/officeDocument/2006/relationships/customXml" Target="../ink/ink105.xml"/><Relationship Id="rId94" Type="http://schemas.openxmlformats.org/officeDocument/2006/relationships/customXml" Target="../ink/ink109.xml"/><Relationship Id="rId4" Type="http://schemas.openxmlformats.org/officeDocument/2006/relationships/image" Target="../media/image84.png"/><Relationship Id="rId9" Type="http://schemas.openxmlformats.org/officeDocument/2006/relationships/image" Target="../media/image88.png"/><Relationship Id="rId13" Type="http://schemas.openxmlformats.org/officeDocument/2006/relationships/image" Target="../media/image90.png"/><Relationship Id="rId18" Type="http://schemas.openxmlformats.org/officeDocument/2006/relationships/customXml" Target="../ink/ink71.xml"/><Relationship Id="rId39" Type="http://schemas.openxmlformats.org/officeDocument/2006/relationships/image" Target="../media/image103.png"/><Relationship Id="rId34" Type="http://schemas.openxmlformats.org/officeDocument/2006/relationships/customXml" Target="../ink/ink79.xml"/><Relationship Id="rId50" Type="http://schemas.openxmlformats.org/officeDocument/2006/relationships/customXml" Target="../ink/ink87.xml"/><Relationship Id="rId55" Type="http://schemas.openxmlformats.org/officeDocument/2006/relationships/image" Target="../media/image111.png"/><Relationship Id="rId76" Type="http://schemas.openxmlformats.org/officeDocument/2006/relationships/customXml" Target="../ink/ink100.xml"/><Relationship Id="rId97" Type="http://schemas.openxmlformats.org/officeDocument/2006/relationships/image" Target="../media/image132.png"/><Relationship Id="rId7" Type="http://schemas.openxmlformats.org/officeDocument/2006/relationships/image" Target="../media/image87.png"/><Relationship Id="rId71" Type="http://schemas.openxmlformats.org/officeDocument/2006/relationships/image" Target="../media/image119.png"/><Relationship Id="rId92" Type="http://schemas.openxmlformats.org/officeDocument/2006/relationships/customXml" Target="../ink/ink108.xml"/><Relationship Id="rId2" Type="http://schemas.openxmlformats.org/officeDocument/2006/relationships/image" Target="../media/image82.png"/><Relationship Id="rId29" Type="http://schemas.openxmlformats.org/officeDocument/2006/relationships/image" Target="../media/image98.png"/><Relationship Id="rId24" Type="http://schemas.openxmlformats.org/officeDocument/2006/relationships/customXml" Target="../ink/ink74.xml"/><Relationship Id="rId40" Type="http://schemas.openxmlformats.org/officeDocument/2006/relationships/customXml" Target="../ink/ink82.xml"/><Relationship Id="rId45" Type="http://schemas.openxmlformats.org/officeDocument/2006/relationships/image" Target="../media/image106.png"/><Relationship Id="rId66" Type="http://schemas.openxmlformats.org/officeDocument/2006/relationships/customXml" Target="../ink/ink95.xml"/><Relationship Id="rId87" Type="http://schemas.openxmlformats.org/officeDocument/2006/relationships/image" Target="../media/image127.png"/><Relationship Id="rId61" Type="http://schemas.openxmlformats.org/officeDocument/2006/relationships/image" Target="../media/image114.png"/><Relationship Id="rId82" Type="http://schemas.openxmlformats.org/officeDocument/2006/relationships/customXml" Target="../ink/ink103.xml"/><Relationship Id="rId19" Type="http://schemas.openxmlformats.org/officeDocument/2006/relationships/image" Target="../media/image93.png"/><Relationship Id="rId14" Type="http://schemas.openxmlformats.org/officeDocument/2006/relationships/customXml" Target="../ink/ink69.xml"/><Relationship Id="rId30" Type="http://schemas.openxmlformats.org/officeDocument/2006/relationships/customXml" Target="../ink/ink77.xml"/><Relationship Id="rId35" Type="http://schemas.openxmlformats.org/officeDocument/2006/relationships/image" Target="../media/image101.png"/><Relationship Id="rId56" Type="http://schemas.openxmlformats.org/officeDocument/2006/relationships/customXml" Target="../ink/ink90.xml"/><Relationship Id="rId77" Type="http://schemas.openxmlformats.org/officeDocument/2006/relationships/image" Target="../media/image122.png"/><Relationship Id="rId8" Type="http://schemas.openxmlformats.org/officeDocument/2006/relationships/customXml" Target="../ink/ink66.xml"/><Relationship Id="rId51" Type="http://schemas.openxmlformats.org/officeDocument/2006/relationships/image" Target="../media/image109.png"/><Relationship Id="rId72" Type="http://schemas.openxmlformats.org/officeDocument/2006/relationships/customXml" Target="../ink/ink98.xml"/><Relationship Id="rId93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54AB-87FA-8999-5636-19972790D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6</a:t>
            </a:r>
            <a:br>
              <a:rPr lang="en-US" dirty="0"/>
            </a:br>
            <a:r>
              <a:rPr lang="en-US" dirty="0"/>
              <a:t>mid-term revision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23AD3-4B58-957C-D5E7-D5E8A4C58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7" y="4661757"/>
            <a:ext cx="9633681" cy="1239769"/>
          </a:xfrm>
        </p:spPr>
        <p:txBody>
          <a:bodyPr>
            <a:normAutofit/>
          </a:bodyPr>
          <a:lstStyle/>
          <a:p>
            <a:r>
              <a:rPr lang="en-US" sz="2500" dirty="0"/>
              <a:t>Multiple choice questions : The main idea, details, inference</a:t>
            </a:r>
          </a:p>
          <a:p>
            <a:r>
              <a:rPr lang="en-US" sz="2500" dirty="0"/>
              <a:t>Short answer questions/ Open-ended questions</a:t>
            </a:r>
          </a:p>
        </p:txBody>
      </p:sp>
    </p:spTree>
    <p:extLst>
      <p:ext uri="{BB962C8B-B14F-4D97-AF65-F5344CB8AC3E}">
        <p14:creationId xmlns:p14="http://schemas.microsoft.com/office/powerpoint/2010/main" val="2475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AD38-24D9-C53F-EF67-EB686C8A8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0978"/>
            <a:ext cx="10058400" cy="398296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Short answer questions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D4C1D6-B22E-D7A2-B778-48032F401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02" y="606248"/>
            <a:ext cx="6455800" cy="5979675"/>
          </a:xfrm>
        </p:spPr>
      </p:pic>
      <p:pic>
        <p:nvPicPr>
          <p:cNvPr id="7" name="Picture 6" descr="A close up of a text&#10;&#10;AI-generated content may be incorrect.">
            <a:extLst>
              <a:ext uri="{FF2B5EF4-FFF2-40B4-BE49-F238E27FC236}">
                <a16:creationId xmlns:a16="http://schemas.microsoft.com/office/drawing/2014/main" id="{ABE70AC6-A0C9-BB03-CCBA-F7C0D5ADB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509" y="499274"/>
            <a:ext cx="5559328" cy="63145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27D779F-2746-965C-FF2F-BA63DBDC2A4D}"/>
                  </a:ext>
                </a:extLst>
              </p14:cNvPr>
              <p14:cNvContentPartPr/>
              <p14:nvPr/>
            </p14:nvContentPartPr>
            <p14:xfrm>
              <a:off x="3029946" y="1299273"/>
              <a:ext cx="3040200" cy="64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27D779F-2746-965C-FF2F-BA63DBDC2A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75946" y="1191633"/>
                <a:ext cx="31478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9D77AF4-0404-01AA-43AB-591A5E807EFD}"/>
                  </a:ext>
                </a:extLst>
              </p14:cNvPr>
              <p14:cNvContentPartPr/>
              <p14:nvPr/>
            </p14:nvContentPartPr>
            <p14:xfrm>
              <a:off x="455586" y="1598073"/>
              <a:ext cx="1165320" cy="14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9D77AF4-0404-01AA-43AB-591A5E807E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1946" y="1490073"/>
                <a:ext cx="127296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49E2E29-1F78-6385-49DA-FE5CA823014C}"/>
                  </a:ext>
                </a:extLst>
              </p14:cNvPr>
              <p14:cNvContentPartPr/>
              <p14:nvPr/>
            </p14:nvContentPartPr>
            <p14:xfrm>
              <a:off x="1223106" y="1826313"/>
              <a:ext cx="1329840" cy="41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49E2E29-1F78-6385-49DA-FE5CA823014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69466" y="1718673"/>
                <a:ext cx="14374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F866244-2C64-7A24-E2F9-901AE2F3FA3A}"/>
                  </a:ext>
                </a:extLst>
              </p14:cNvPr>
              <p14:cNvContentPartPr/>
              <p14:nvPr/>
            </p14:nvContentPartPr>
            <p14:xfrm>
              <a:off x="2056146" y="3412473"/>
              <a:ext cx="412920" cy="294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F866244-2C64-7A24-E2F9-901AE2F3FA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7146" y="3403833"/>
                <a:ext cx="430560" cy="311760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25AF23-2097-12BD-49B1-5D096EC0A285}"/>
              </a:ext>
            </a:extLst>
          </p:cNvPr>
          <p:cNvCxnSpPr/>
          <p:nvPr/>
        </p:nvCxnSpPr>
        <p:spPr>
          <a:xfrm>
            <a:off x="10372550" y="779764"/>
            <a:ext cx="122854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CFE3A24-D4DA-D9EB-1F04-DC58E3BEEC8C}"/>
              </a:ext>
            </a:extLst>
          </p:cNvPr>
          <p:cNvCxnSpPr/>
          <p:nvPr/>
        </p:nvCxnSpPr>
        <p:spPr>
          <a:xfrm>
            <a:off x="6686902" y="1110744"/>
            <a:ext cx="159879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51417AF-CB3A-D9F3-D149-3F6955F3D297}"/>
              </a:ext>
            </a:extLst>
          </p:cNvPr>
          <p:cNvSpPr txBox="1"/>
          <p:nvPr/>
        </p:nvSpPr>
        <p:spPr>
          <a:xfrm>
            <a:off x="4336387" y="3333367"/>
            <a:ext cx="2586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70C0"/>
                </a:solidFill>
              </a:rPr>
              <a:t>North America’s wetlands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BEB9C62-915F-6DE4-1378-27F1F88C115C}"/>
                  </a:ext>
                </a:extLst>
              </p14:cNvPr>
              <p14:cNvContentPartPr/>
              <p14:nvPr/>
            </p14:nvContentPartPr>
            <p14:xfrm>
              <a:off x="1539186" y="2996313"/>
              <a:ext cx="458280" cy="246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BEB9C62-915F-6DE4-1378-27F1F88C115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30546" y="2987673"/>
                <a:ext cx="4759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B152406-91A7-C817-62F3-710345E02702}"/>
                  </a:ext>
                </a:extLst>
              </p14:cNvPr>
              <p14:cNvContentPartPr/>
              <p14:nvPr/>
            </p14:nvContentPartPr>
            <p14:xfrm>
              <a:off x="2232186" y="3156153"/>
              <a:ext cx="829800" cy="55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B152406-91A7-C817-62F3-710345E027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78546" y="3048153"/>
                <a:ext cx="9374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E50566C-8653-73AD-D0EF-6CCD2F648144}"/>
                  </a:ext>
                </a:extLst>
              </p14:cNvPr>
              <p14:cNvContentPartPr/>
              <p14:nvPr/>
            </p14:nvContentPartPr>
            <p14:xfrm>
              <a:off x="4055586" y="4606593"/>
              <a:ext cx="816840" cy="309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E50566C-8653-73AD-D0EF-6CCD2F64814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01586" y="4498953"/>
                <a:ext cx="9244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ADADD86-BCB5-EC0A-99CA-2BC1A2C8AE7E}"/>
                  </a:ext>
                </a:extLst>
              </p14:cNvPr>
              <p14:cNvContentPartPr/>
              <p14:nvPr/>
            </p14:nvContentPartPr>
            <p14:xfrm>
              <a:off x="2618106" y="5339913"/>
              <a:ext cx="865800" cy="17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ADADD86-BCB5-EC0A-99CA-2BC1A2C8AE7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64106" y="5231913"/>
                <a:ext cx="973440" cy="233280"/>
              </a:xfrm>
              <a:prstGeom prst="rect">
                <a:avLst/>
              </a:prstGeom>
            </p:spPr>
          </p:pic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B94EE1F-6187-9D35-447C-06576E6B4CC8}"/>
              </a:ext>
            </a:extLst>
          </p:cNvPr>
          <p:cNvCxnSpPr/>
          <p:nvPr/>
        </p:nvCxnSpPr>
        <p:spPr>
          <a:xfrm>
            <a:off x="3163936" y="3242553"/>
            <a:ext cx="28070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22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2CD84-7C89-73DF-ADE0-062E2FF0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A098-2809-8987-792A-69F9C9D9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0978"/>
            <a:ext cx="10058400" cy="398296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solidFill>
                  <a:srgbClr val="FF0000"/>
                </a:solidFill>
              </a:rPr>
              <a:t>Short answer questions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76D2DB-4220-518D-8004-74AB22F61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02" y="606248"/>
            <a:ext cx="6455800" cy="5979675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08DB796-9833-4967-3F2D-4FE931A470BB}"/>
                  </a:ext>
                </a:extLst>
              </p14:cNvPr>
              <p14:cNvContentPartPr/>
              <p14:nvPr/>
            </p14:nvContentPartPr>
            <p14:xfrm>
              <a:off x="3029946" y="1299273"/>
              <a:ext cx="3040200" cy="64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08DB796-9833-4967-3F2D-4FE931A470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5946" y="1191633"/>
                <a:ext cx="31478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748B1A4-79D6-F0AD-5921-76211899C573}"/>
                  </a:ext>
                </a:extLst>
              </p14:cNvPr>
              <p14:cNvContentPartPr/>
              <p14:nvPr/>
            </p14:nvContentPartPr>
            <p14:xfrm>
              <a:off x="455586" y="1598073"/>
              <a:ext cx="1165320" cy="14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748B1A4-79D6-F0AD-5921-76211899C5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1946" y="1490073"/>
                <a:ext cx="127296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22D4B3E-F0E3-72EF-67B6-CDD166F1C047}"/>
                  </a:ext>
                </a:extLst>
              </p14:cNvPr>
              <p14:cNvContentPartPr/>
              <p14:nvPr/>
            </p14:nvContentPartPr>
            <p14:xfrm>
              <a:off x="1223106" y="1826313"/>
              <a:ext cx="1329840" cy="41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22D4B3E-F0E3-72EF-67B6-CDD166F1C04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69466" y="1718673"/>
                <a:ext cx="14374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3F2E48C-0795-0616-F8E3-D70631CD257D}"/>
                  </a:ext>
                </a:extLst>
              </p14:cNvPr>
              <p14:cNvContentPartPr/>
              <p14:nvPr/>
            </p14:nvContentPartPr>
            <p14:xfrm>
              <a:off x="2056146" y="3412473"/>
              <a:ext cx="412920" cy="294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3F2E48C-0795-0616-F8E3-D70631CD257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47146" y="3403833"/>
                <a:ext cx="430560" cy="31176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4FA09C1-0819-7B8F-CF15-C15EEC31C4C7}"/>
              </a:ext>
            </a:extLst>
          </p:cNvPr>
          <p:cNvSpPr txBox="1"/>
          <p:nvPr/>
        </p:nvSpPr>
        <p:spPr>
          <a:xfrm>
            <a:off x="4336387" y="3333367"/>
            <a:ext cx="2586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70C0"/>
                </a:solidFill>
              </a:rPr>
              <a:t>North America’s wetlands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02D5C48-E70B-41E5-3F80-A92DD34E6D3D}"/>
                  </a:ext>
                </a:extLst>
              </p14:cNvPr>
              <p14:cNvContentPartPr/>
              <p14:nvPr/>
            </p14:nvContentPartPr>
            <p14:xfrm>
              <a:off x="1638186" y="4167753"/>
              <a:ext cx="379080" cy="246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02D5C48-E70B-41E5-3F80-A92DD34E6D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29546" y="4158753"/>
                <a:ext cx="3967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3A7C014-A274-8472-0598-518AF807420C}"/>
                  </a:ext>
                </a:extLst>
              </p14:cNvPr>
              <p14:cNvContentPartPr/>
              <p14:nvPr/>
            </p14:nvContentPartPr>
            <p14:xfrm>
              <a:off x="1539186" y="2996313"/>
              <a:ext cx="458280" cy="246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3A7C014-A274-8472-0598-518AF807420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30546" y="2987673"/>
                <a:ext cx="4759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4BD6BA6-2264-4556-37B1-233DBCD87279}"/>
                  </a:ext>
                </a:extLst>
              </p14:cNvPr>
              <p14:cNvContentPartPr/>
              <p14:nvPr/>
            </p14:nvContentPartPr>
            <p14:xfrm>
              <a:off x="1517226" y="3760233"/>
              <a:ext cx="429840" cy="213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4BD6BA6-2264-4556-37B1-233DBCD8727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08586" y="3751233"/>
                <a:ext cx="44748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459A0E3-F6B3-45F1-7703-2C250DB795CB}"/>
                  </a:ext>
                </a:extLst>
              </p14:cNvPr>
              <p14:cNvContentPartPr/>
              <p14:nvPr/>
            </p14:nvContentPartPr>
            <p14:xfrm>
              <a:off x="2232186" y="3156153"/>
              <a:ext cx="829800" cy="55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459A0E3-F6B3-45F1-7703-2C250DB795C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78546" y="3048153"/>
                <a:ext cx="9374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2EE95AF-1D81-7558-A0C6-41091F7BA7F7}"/>
                  </a:ext>
                </a:extLst>
              </p14:cNvPr>
              <p14:cNvContentPartPr/>
              <p14:nvPr/>
            </p14:nvContentPartPr>
            <p14:xfrm>
              <a:off x="4055586" y="4606593"/>
              <a:ext cx="816840" cy="309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2EE95AF-1D81-7558-A0C6-41091F7BA7F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01586" y="4498953"/>
                <a:ext cx="9244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9C98357-B1D5-BA42-2BCE-264690D79A67}"/>
                  </a:ext>
                </a:extLst>
              </p14:cNvPr>
              <p14:cNvContentPartPr/>
              <p14:nvPr/>
            </p14:nvContentPartPr>
            <p14:xfrm>
              <a:off x="2618106" y="5339913"/>
              <a:ext cx="865800" cy="17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9C98357-B1D5-BA42-2BCE-264690D79A6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564106" y="5231913"/>
                <a:ext cx="973440" cy="233280"/>
              </a:xfrm>
              <a:prstGeom prst="rect">
                <a:avLst/>
              </a:prstGeom>
            </p:spPr>
          </p:pic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220D475-8872-657A-DA2E-FD139A720D1E}"/>
              </a:ext>
            </a:extLst>
          </p:cNvPr>
          <p:cNvCxnSpPr/>
          <p:nvPr/>
        </p:nvCxnSpPr>
        <p:spPr>
          <a:xfrm>
            <a:off x="2372952" y="3973713"/>
            <a:ext cx="68903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text on a page&#10;&#10;AI-generated content may be incorrect.">
            <a:extLst>
              <a:ext uri="{FF2B5EF4-FFF2-40B4-BE49-F238E27FC236}">
                <a16:creationId xmlns:a16="http://schemas.microsoft.com/office/drawing/2014/main" id="{851B2773-908A-684C-C708-5188F976549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819" y="169933"/>
            <a:ext cx="5376902" cy="66500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43E8DB-1304-E1AD-45F2-EA8EF19E9B4A}"/>
                  </a:ext>
                </a:extLst>
              </p14:cNvPr>
              <p14:cNvContentPartPr/>
              <p14:nvPr/>
            </p14:nvContentPartPr>
            <p14:xfrm>
              <a:off x="11165226" y="550833"/>
              <a:ext cx="577800" cy="234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43E8DB-1304-E1AD-45F2-EA8EF19E9B4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156586" y="541833"/>
                <a:ext cx="5954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590D1AE-AB70-F380-0C8B-78F578241243}"/>
                  </a:ext>
                </a:extLst>
              </p14:cNvPr>
              <p14:cNvContentPartPr/>
              <p14:nvPr/>
            </p14:nvContentPartPr>
            <p14:xfrm>
              <a:off x="9082986" y="5871273"/>
              <a:ext cx="653760" cy="283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590D1AE-AB70-F380-0C8B-78F57824124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074346" y="5862633"/>
                <a:ext cx="671400" cy="30132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4F9667-9F12-8FB6-C404-B9B4DC4B9257}"/>
              </a:ext>
            </a:extLst>
          </p:cNvPr>
          <p:cNvCxnSpPr/>
          <p:nvPr/>
        </p:nvCxnSpPr>
        <p:spPr>
          <a:xfrm>
            <a:off x="6922512" y="925620"/>
            <a:ext cx="93684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A371D1-DA5C-3CFA-8514-E546E561E053}"/>
              </a:ext>
            </a:extLst>
          </p:cNvPr>
          <p:cNvCxnSpPr/>
          <p:nvPr/>
        </p:nvCxnSpPr>
        <p:spPr>
          <a:xfrm>
            <a:off x="9794739" y="6109090"/>
            <a:ext cx="117806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60BF615-A7B8-9886-C8FA-2C8776F1C9E5}"/>
              </a:ext>
            </a:extLst>
          </p:cNvPr>
          <p:cNvSpPr txBox="1"/>
          <p:nvPr/>
        </p:nvSpPr>
        <p:spPr>
          <a:xfrm>
            <a:off x="4292498" y="3866041"/>
            <a:ext cx="24627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solidFill>
                  <a:srgbClr val="0070C0"/>
                </a:solidFill>
              </a:rPr>
              <a:t>Robert Lachlan, Andrew Farnsworth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FD9347-005E-6534-F283-4CACA6664552}"/>
              </a:ext>
            </a:extLst>
          </p:cNvPr>
          <p:cNvCxnSpPr/>
          <p:nvPr/>
        </p:nvCxnSpPr>
        <p:spPr>
          <a:xfrm>
            <a:off x="2469066" y="4684196"/>
            <a:ext cx="7621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D04090-3C37-DBA2-7636-93453E5256EE}"/>
              </a:ext>
            </a:extLst>
          </p:cNvPr>
          <p:cNvCxnSpPr/>
          <p:nvPr/>
        </p:nvCxnSpPr>
        <p:spPr>
          <a:xfrm>
            <a:off x="4987126" y="4706636"/>
            <a:ext cx="34780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9BDBFD2-CC4B-139F-C917-865A854642BD}"/>
                  </a:ext>
                </a:extLst>
              </p14:cNvPr>
              <p14:cNvContentPartPr/>
              <p14:nvPr/>
            </p14:nvContentPartPr>
            <p14:xfrm>
              <a:off x="1594266" y="4503633"/>
              <a:ext cx="412200" cy="205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9BDBFD2-CC4B-139F-C917-865A854642B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85266" y="4494993"/>
                <a:ext cx="42984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8D691A3-42BD-5626-49EA-ABD2086C5801}"/>
                  </a:ext>
                </a:extLst>
              </p14:cNvPr>
              <p14:cNvContentPartPr/>
              <p14:nvPr/>
            </p14:nvContentPartPr>
            <p14:xfrm>
              <a:off x="2437026" y="4851753"/>
              <a:ext cx="372960" cy="285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8D691A3-42BD-5626-49EA-ABD2086C580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28386" y="4842753"/>
                <a:ext cx="390600" cy="303120"/>
              </a:xfrm>
              <a:prstGeom prst="rect">
                <a:avLst/>
              </a:prstGeom>
            </p:spPr>
          </p:pic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975EE3A-7F3D-FDEE-A721-3BABE62D97B7}"/>
              </a:ext>
            </a:extLst>
          </p:cNvPr>
          <p:cNvCxnSpPr/>
          <p:nvPr/>
        </p:nvCxnSpPr>
        <p:spPr>
          <a:xfrm>
            <a:off x="9082986" y="2546856"/>
            <a:ext cx="83516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E0E6795-F804-B07C-64FA-EA2455801C81}"/>
              </a:ext>
            </a:extLst>
          </p:cNvPr>
          <p:cNvSpPr txBox="1"/>
          <p:nvPr/>
        </p:nvSpPr>
        <p:spPr>
          <a:xfrm>
            <a:off x="4336387" y="4796868"/>
            <a:ext cx="24627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solidFill>
                  <a:srgbClr val="0070C0"/>
                </a:solidFill>
              </a:rPr>
              <a:t>Between 2008 and 2009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13E1BC2-6AD8-3F15-F441-353305761611}"/>
              </a:ext>
            </a:extLst>
          </p:cNvPr>
          <p:cNvCxnSpPr>
            <a:cxnSpLocks/>
          </p:cNvCxnSpPr>
          <p:nvPr/>
        </p:nvCxnSpPr>
        <p:spPr>
          <a:xfrm>
            <a:off x="2262606" y="5413472"/>
            <a:ext cx="29034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852E2DD-AB51-61FA-8BD8-C3608109589E}"/>
                  </a:ext>
                </a:extLst>
              </p14:cNvPr>
              <p14:cNvContentPartPr/>
              <p14:nvPr/>
            </p14:nvContentPartPr>
            <p14:xfrm>
              <a:off x="1590306" y="5203113"/>
              <a:ext cx="641160" cy="2548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852E2DD-AB51-61FA-8BD8-C3608109589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581306" y="5194113"/>
                <a:ext cx="65880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4808681-058D-1EC2-81D2-1CBBA3CCA3EF}"/>
                  </a:ext>
                </a:extLst>
              </p14:cNvPr>
              <p14:cNvContentPartPr/>
              <p14:nvPr/>
            </p14:nvContentPartPr>
            <p14:xfrm>
              <a:off x="2820066" y="5621433"/>
              <a:ext cx="518400" cy="2368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4808681-058D-1EC2-81D2-1CBBA3CCA3E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11066" y="5612433"/>
                <a:ext cx="536040" cy="254520"/>
              </a:xfrm>
              <a:prstGeom prst="rect">
                <a:avLst/>
              </a:prstGeom>
            </p:spPr>
          </p:pic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7C9A519-F3D7-838D-773A-5789D5EC504C}"/>
              </a:ext>
            </a:extLst>
          </p:cNvPr>
          <p:cNvCxnSpPr/>
          <p:nvPr/>
        </p:nvCxnSpPr>
        <p:spPr>
          <a:xfrm>
            <a:off x="3915652" y="5413472"/>
            <a:ext cx="49366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3573113-C9C0-5260-29FB-C5E8571A2389}"/>
              </a:ext>
            </a:extLst>
          </p:cNvPr>
          <p:cNvCxnSpPr/>
          <p:nvPr/>
        </p:nvCxnSpPr>
        <p:spPr>
          <a:xfrm>
            <a:off x="10064010" y="2546856"/>
            <a:ext cx="167901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7DF5AAA-406D-43FB-C7B9-19D92EB9AE3A}"/>
              </a:ext>
            </a:extLst>
          </p:cNvPr>
          <p:cNvSpPr txBox="1"/>
          <p:nvPr/>
        </p:nvSpPr>
        <p:spPr>
          <a:xfrm>
            <a:off x="4550046" y="5523808"/>
            <a:ext cx="13141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solidFill>
                  <a:srgbClr val="0070C0"/>
                </a:solidFill>
              </a:rPr>
              <a:t>615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078068D-00D2-B6FD-24A8-48F7C8DB55B2}"/>
                  </a:ext>
                </a:extLst>
              </p14:cNvPr>
              <p14:cNvContentPartPr/>
              <p14:nvPr/>
            </p14:nvContentPartPr>
            <p14:xfrm>
              <a:off x="1598946" y="5902233"/>
              <a:ext cx="322920" cy="2642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078068D-00D2-B6FD-24A8-48F7C8DB55B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89946" y="5893233"/>
                <a:ext cx="3405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546CD8B-5AD4-80FD-DB67-C5ED24D4BFA2}"/>
                  </a:ext>
                </a:extLst>
              </p14:cNvPr>
              <p14:cNvContentPartPr/>
              <p14:nvPr/>
            </p14:nvContentPartPr>
            <p14:xfrm>
              <a:off x="3384906" y="6352233"/>
              <a:ext cx="421920" cy="2185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546CD8B-5AD4-80FD-DB67-C5ED24D4BFA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375906" y="6343233"/>
                <a:ext cx="439560" cy="236160"/>
              </a:xfrm>
              <a:prstGeom prst="rect">
                <a:avLst/>
              </a:prstGeom>
            </p:spPr>
          </p:pic>
        </mc:Fallback>
      </mc:AlternateContent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47269F5-9F15-2C79-3D27-75B6798652D4}"/>
              </a:ext>
            </a:extLst>
          </p:cNvPr>
          <p:cNvCxnSpPr/>
          <p:nvPr/>
        </p:nvCxnSpPr>
        <p:spPr>
          <a:xfrm>
            <a:off x="3287352" y="6154953"/>
            <a:ext cx="10490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C16A868-2FC7-DC30-2443-0CB9ECB042DC}"/>
              </a:ext>
            </a:extLst>
          </p:cNvPr>
          <p:cNvCxnSpPr>
            <a:cxnSpLocks/>
          </p:cNvCxnSpPr>
          <p:nvPr/>
        </p:nvCxnSpPr>
        <p:spPr>
          <a:xfrm>
            <a:off x="6905138" y="2996313"/>
            <a:ext cx="114494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2C75416-8746-06A3-1E7A-6A1EA3467352}"/>
                  </a:ext>
                </a:extLst>
              </p14:cNvPr>
              <p14:cNvContentPartPr/>
              <p14:nvPr/>
            </p14:nvContentPartPr>
            <p14:xfrm>
              <a:off x="8048706" y="2839353"/>
              <a:ext cx="221400" cy="2113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2C75416-8746-06A3-1E7A-6A1EA346735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039706" y="2830353"/>
                <a:ext cx="239040" cy="228960"/>
              </a:xfrm>
              <a:prstGeom prst="rect">
                <a:avLst/>
              </a:prstGeom>
            </p:spPr>
          </p:pic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8281B4DD-341E-B70E-6AE9-15BAB63844E4}"/>
              </a:ext>
            </a:extLst>
          </p:cNvPr>
          <p:cNvSpPr txBox="1"/>
          <p:nvPr/>
        </p:nvSpPr>
        <p:spPr>
          <a:xfrm>
            <a:off x="4313228" y="5828400"/>
            <a:ext cx="23897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solidFill>
                  <a:srgbClr val="0070C0"/>
                </a:solidFill>
              </a:rPr>
              <a:t>* To break each song into a collection of notes</a:t>
            </a:r>
          </a:p>
          <a:p>
            <a:pPr algn="l"/>
            <a:r>
              <a:rPr lang="en-US" sz="1500" dirty="0">
                <a:solidFill>
                  <a:srgbClr val="0070C0"/>
                </a:solidFill>
              </a:rPr>
              <a:t>* To break each song into syllables</a:t>
            </a:r>
          </a:p>
        </p:txBody>
      </p:sp>
    </p:spTree>
    <p:extLst>
      <p:ext uri="{BB962C8B-B14F-4D97-AF65-F5344CB8AC3E}">
        <p14:creationId xmlns:p14="http://schemas.microsoft.com/office/powerpoint/2010/main" val="71734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6" grpId="0"/>
      <p:bldP spid="53" grpId="0"/>
      <p:bldP spid="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AE867-BDC9-1CAC-B198-6D58E99B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34636"/>
            <a:ext cx="10058400" cy="426346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MCQ – main idea/ details/ inference</a:t>
            </a:r>
          </a:p>
        </p:txBody>
      </p:sp>
      <p:pic>
        <p:nvPicPr>
          <p:cNvPr id="7" name="Content Placeholder 6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2A3974BA-E669-F42A-3212-C5876C66B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51"/>
          <a:stretch>
            <a:fillRect/>
          </a:stretch>
        </p:blipFill>
        <p:spPr>
          <a:xfrm>
            <a:off x="59484" y="2776859"/>
            <a:ext cx="9056467" cy="3781015"/>
          </a:xfrm>
        </p:spPr>
      </p:pic>
      <p:pic>
        <p:nvPicPr>
          <p:cNvPr id="5" name="Picture 4" descr="A close up of black text&#10;&#10;AI-generated content may be incorrect.">
            <a:extLst>
              <a:ext uri="{FF2B5EF4-FFF2-40B4-BE49-F238E27FC236}">
                <a16:creationId xmlns:a16="http://schemas.microsoft.com/office/drawing/2014/main" id="{985BA740-3D55-8E60-7C03-3CEC25F67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70046"/>
            <a:ext cx="6417629" cy="19619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11E456-7DFF-9FD6-A8F9-D189C7A8C42B}"/>
              </a:ext>
            </a:extLst>
          </p:cNvPr>
          <p:cNvSpPr/>
          <p:nvPr/>
        </p:nvSpPr>
        <p:spPr>
          <a:xfrm>
            <a:off x="179514" y="835862"/>
            <a:ext cx="1183671" cy="3982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29699C-7D37-B766-3048-DBA52E7611DB}"/>
              </a:ext>
            </a:extLst>
          </p:cNvPr>
          <p:cNvSpPr/>
          <p:nvPr/>
        </p:nvSpPr>
        <p:spPr>
          <a:xfrm>
            <a:off x="286101" y="2941044"/>
            <a:ext cx="1189281" cy="357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A3EE34-B642-7B39-15A7-59A1D49B5707}"/>
              </a:ext>
            </a:extLst>
          </p:cNvPr>
          <p:cNvSpPr/>
          <p:nvPr/>
        </p:nvSpPr>
        <p:spPr>
          <a:xfrm>
            <a:off x="286101" y="4751514"/>
            <a:ext cx="1189281" cy="4319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5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1EB9-1691-FA28-3B3E-60C6CB9FF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age of a book&#10;&#10;AI-generated content may be incorrect.">
            <a:extLst>
              <a:ext uri="{FF2B5EF4-FFF2-40B4-BE49-F238E27FC236}">
                <a16:creationId xmlns:a16="http://schemas.microsoft.com/office/drawing/2014/main" id="{4079036A-F369-0974-07F0-1F3E0218E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384" y="103517"/>
            <a:ext cx="7440603" cy="6667530"/>
          </a:xfrm>
        </p:spPr>
      </p:pic>
      <p:pic>
        <p:nvPicPr>
          <p:cNvPr id="6" name="Picture 5" descr="A close up of black text&#10;&#10;AI-generated content may be incorrect.">
            <a:extLst>
              <a:ext uri="{FF2B5EF4-FFF2-40B4-BE49-F238E27FC236}">
                <a16:creationId xmlns:a16="http://schemas.microsoft.com/office/drawing/2014/main" id="{7A8C7520-9378-7A6A-3C69-9CD7936C33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86"/>
          <a:stretch>
            <a:fillRect/>
          </a:stretch>
        </p:blipFill>
        <p:spPr>
          <a:xfrm>
            <a:off x="102848" y="86953"/>
            <a:ext cx="4560536" cy="1887702"/>
          </a:xfrm>
          <a:prstGeom prst="rect">
            <a:avLst/>
          </a:prstGeom>
        </p:spPr>
      </p:pic>
      <p:pic>
        <p:nvPicPr>
          <p:cNvPr id="7" name="Content Placeholder 6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F87C563B-6CEA-A07F-4FA7-30CF50C329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64"/>
          <a:stretch>
            <a:fillRect/>
          </a:stretch>
        </p:blipFill>
        <p:spPr>
          <a:xfrm>
            <a:off x="102847" y="2093975"/>
            <a:ext cx="4724966" cy="47502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4C7CBFC-878A-C839-A680-A3DA4CF09440}"/>
                  </a:ext>
                </a:extLst>
              </p14:cNvPr>
              <p14:cNvContentPartPr/>
              <p14:nvPr/>
            </p14:nvContentPartPr>
            <p14:xfrm>
              <a:off x="1063752" y="1099743"/>
              <a:ext cx="314640" cy="313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4C7CBFC-878A-C839-A680-A3DA4CF094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4752" y="1090743"/>
                <a:ext cx="33228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5BFF573-77FA-5064-1D3E-5AD8036CBCF3}"/>
                  </a:ext>
                </a:extLst>
              </p14:cNvPr>
              <p14:cNvContentPartPr/>
              <p14:nvPr/>
            </p14:nvContentPartPr>
            <p14:xfrm>
              <a:off x="986609" y="2981911"/>
              <a:ext cx="273960" cy="282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5BFF573-77FA-5064-1D3E-5AD8036CBC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7969" y="2973271"/>
                <a:ext cx="29160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19AA0DA-8DB1-0C62-39BF-DE9714BAF717}"/>
                  </a:ext>
                </a:extLst>
              </p14:cNvPr>
              <p14:cNvContentPartPr/>
              <p14:nvPr/>
            </p14:nvContentPartPr>
            <p14:xfrm>
              <a:off x="986609" y="5702708"/>
              <a:ext cx="330480" cy="338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19AA0DA-8DB1-0C62-39BF-DE9714BAF71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7969" y="5694068"/>
                <a:ext cx="348120" cy="35568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D560F4-8D90-223C-F0B6-15997CADAF36}"/>
              </a:ext>
            </a:extLst>
          </p:cNvPr>
          <p:cNvCxnSpPr/>
          <p:nvPr/>
        </p:nvCxnSpPr>
        <p:spPr>
          <a:xfrm>
            <a:off x="8695215" y="734886"/>
            <a:ext cx="226636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0FDA4C-6FDE-F6A1-13F8-E0BC4592FE81}"/>
              </a:ext>
            </a:extLst>
          </p:cNvPr>
          <p:cNvCxnSpPr/>
          <p:nvPr/>
        </p:nvCxnSpPr>
        <p:spPr>
          <a:xfrm>
            <a:off x="5660304" y="347809"/>
            <a:ext cx="22607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BDFCD0-A085-CFF1-C9EA-4A4CA7EF3188}"/>
              </a:ext>
            </a:extLst>
          </p:cNvPr>
          <p:cNvCxnSpPr>
            <a:cxnSpLocks/>
          </p:cNvCxnSpPr>
          <p:nvPr/>
        </p:nvCxnSpPr>
        <p:spPr>
          <a:xfrm>
            <a:off x="8653141" y="6552265"/>
            <a:ext cx="296759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C69A69-11ED-E8DA-4504-4138C68BA4A9}"/>
              </a:ext>
            </a:extLst>
          </p:cNvPr>
          <p:cNvCxnSpPr/>
          <p:nvPr/>
        </p:nvCxnSpPr>
        <p:spPr>
          <a:xfrm>
            <a:off x="10843455" y="6305433"/>
            <a:ext cx="93683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293234-5CA4-FAE9-F259-EFB6DF088928}"/>
              </a:ext>
            </a:extLst>
          </p:cNvPr>
          <p:cNvCxnSpPr/>
          <p:nvPr/>
        </p:nvCxnSpPr>
        <p:spPr>
          <a:xfrm>
            <a:off x="5076883" y="2720761"/>
            <a:ext cx="293393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51A760-4316-B5C3-172E-B094A79E73C7}"/>
              </a:ext>
            </a:extLst>
          </p:cNvPr>
          <p:cNvCxnSpPr/>
          <p:nvPr/>
        </p:nvCxnSpPr>
        <p:spPr>
          <a:xfrm>
            <a:off x="4919808" y="5368595"/>
            <a:ext cx="89757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11042D0-D2B3-1106-62A0-DC32EFFD67F2}"/>
              </a:ext>
            </a:extLst>
          </p:cNvPr>
          <p:cNvCxnSpPr/>
          <p:nvPr/>
        </p:nvCxnSpPr>
        <p:spPr>
          <a:xfrm>
            <a:off x="4998345" y="5576157"/>
            <a:ext cx="238978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CF7C5E6-7137-29CE-2AEF-08C012D55627}"/>
                  </a:ext>
                </a:extLst>
              </p14:cNvPr>
              <p14:cNvContentPartPr/>
              <p14:nvPr/>
            </p14:nvContentPartPr>
            <p14:xfrm>
              <a:off x="1993595" y="2222056"/>
              <a:ext cx="1018875" cy="441139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CF7C5E6-7137-29CE-2AEF-08C012D5562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84594" y="2213413"/>
                <a:ext cx="1036516" cy="458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DA9534B-53FA-5850-6CA4-D046819DB2BD}"/>
                  </a:ext>
                </a:extLst>
              </p14:cNvPr>
              <p14:cNvContentPartPr/>
              <p14:nvPr/>
            </p14:nvContentPartPr>
            <p14:xfrm>
              <a:off x="9224826" y="1412943"/>
              <a:ext cx="1077480" cy="280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DA9534B-53FA-5850-6CA4-D046819DB2B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15826" y="1403943"/>
                <a:ext cx="1095120" cy="298440"/>
              </a:xfrm>
              <a:prstGeom prst="rect">
                <a:avLst/>
              </a:prstGeom>
            </p:spPr>
          </p:pic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3937BC-AF96-74D8-9D23-304F3617EA45}"/>
              </a:ext>
            </a:extLst>
          </p:cNvPr>
          <p:cNvCxnSpPr/>
          <p:nvPr/>
        </p:nvCxnSpPr>
        <p:spPr>
          <a:xfrm>
            <a:off x="8683676" y="1412943"/>
            <a:ext cx="2159779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09074D2-B344-3F86-7A2E-19A7BBA92A65}"/>
              </a:ext>
            </a:extLst>
          </p:cNvPr>
          <p:cNvCxnSpPr/>
          <p:nvPr/>
        </p:nvCxnSpPr>
        <p:spPr>
          <a:xfrm>
            <a:off x="8547306" y="964137"/>
            <a:ext cx="1441722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350AC79-63CA-CF31-3D24-A183F2C9FA67}"/>
                  </a:ext>
                </a:extLst>
              </p14:cNvPr>
              <p14:cNvContentPartPr/>
              <p14:nvPr/>
            </p14:nvContentPartPr>
            <p14:xfrm>
              <a:off x="2229809" y="4594439"/>
              <a:ext cx="979689" cy="390345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350AC79-63CA-CF31-3D24-A183F2C9FA6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221168" y="4585437"/>
                <a:ext cx="997331" cy="4079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E992990-7EA2-CD38-C624-7E9935AA4133}"/>
                  </a:ext>
                </a:extLst>
              </p14:cNvPr>
              <p14:cNvContentPartPr/>
              <p14:nvPr/>
            </p14:nvContentPartPr>
            <p14:xfrm>
              <a:off x="10277466" y="3230583"/>
              <a:ext cx="1484280" cy="411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E992990-7EA2-CD38-C624-7E9935AA413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268826" y="3221583"/>
                <a:ext cx="150192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98AB140-F0B7-4915-60AB-667B4319A9E5}"/>
                  </a:ext>
                </a:extLst>
              </p14:cNvPr>
              <p14:cNvContentPartPr/>
              <p14:nvPr/>
            </p14:nvContentPartPr>
            <p14:xfrm>
              <a:off x="8547306" y="4015743"/>
              <a:ext cx="614880" cy="225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98AB140-F0B7-4915-60AB-667B4319A9E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538666" y="4006743"/>
                <a:ext cx="63252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50ACCAF-D5BE-034E-0FB9-F2AFFE088F0B}"/>
                  </a:ext>
                </a:extLst>
              </p14:cNvPr>
              <p14:cNvContentPartPr/>
              <p14:nvPr/>
            </p14:nvContentPartPr>
            <p14:xfrm>
              <a:off x="11390586" y="4696863"/>
              <a:ext cx="369720" cy="2602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50ACCAF-D5BE-034E-0FB9-F2AFFE088F0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381946" y="4687863"/>
                <a:ext cx="387360" cy="277920"/>
              </a:xfrm>
              <a:prstGeom prst="rect">
                <a:avLst/>
              </a:prstGeom>
            </p:spPr>
          </p:pic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AA10398-0A29-3BEA-32BD-35034A18BC26}"/>
              </a:ext>
            </a:extLst>
          </p:cNvPr>
          <p:cNvCxnSpPr>
            <a:cxnSpLocks/>
          </p:cNvCxnSpPr>
          <p:nvPr/>
        </p:nvCxnSpPr>
        <p:spPr>
          <a:xfrm flipH="1">
            <a:off x="10653040" y="5144201"/>
            <a:ext cx="967693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4478FB7-E1C8-D552-9FDC-B422D6DD6392}"/>
              </a:ext>
            </a:extLst>
          </p:cNvPr>
          <p:cNvCxnSpPr/>
          <p:nvPr/>
        </p:nvCxnSpPr>
        <p:spPr>
          <a:xfrm>
            <a:off x="8653141" y="5368595"/>
            <a:ext cx="1870874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A298A12-CB78-8AE5-061B-1B9FB06AEFAB}"/>
              </a:ext>
            </a:extLst>
          </p:cNvPr>
          <p:cNvCxnSpPr/>
          <p:nvPr/>
        </p:nvCxnSpPr>
        <p:spPr>
          <a:xfrm>
            <a:off x="3304182" y="4955209"/>
            <a:ext cx="82464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3EA1746-6211-10A1-6009-F4C2178BE457}"/>
              </a:ext>
            </a:extLst>
          </p:cNvPr>
          <p:cNvCxnSpPr/>
          <p:nvPr/>
        </p:nvCxnSpPr>
        <p:spPr>
          <a:xfrm>
            <a:off x="1479426" y="2614174"/>
            <a:ext cx="28766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8170C21-8A7F-A26E-9BE5-72437F0BF9EF}"/>
              </a:ext>
            </a:extLst>
          </p:cNvPr>
          <p:cNvCxnSpPr/>
          <p:nvPr/>
        </p:nvCxnSpPr>
        <p:spPr>
          <a:xfrm>
            <a:off x="11064563" y="690007"/>
            <a:ext cx="652046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50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B89E-D7A4-2434-8024-5C4C8F5E9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131" y="1963436"/>
            <a:ext cx="11316869" cy="2041972"/>
          </a:xfrm>
        </p:spPr>
        <p:txBody>
          <a:bodyPr>
            <a:noAutofit/>
          </a:bodyPr>
          <a:lstStyle/>
          <a:p>
            <a:r>
              <a:rPr lang="en-US" sz="7000" dirty="0"/>
              <a:t>Pilot test – midterm revision</a:t>
            </a:r>
          </a:p>
        </p:txBody>
      </p:sp>
    </p:spTree>
    <p:extLst>
      <p:ext uri="{BB962C8B-B14F-4D97-AF65-F5344CB8AC3E}">
        <p14:creationId xmlns:p14="http://schemas.microsoft.com/office/powerpoint/2010/main" val="4155295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BA7E-217A-86AA-9A5B-519E69C3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document&#10;&#10;AI-generated content may be incorrect.">
            <a:extLst>
              <a:ext uri="{FF2B5EF4-FFF2-40B4-BE49-F238E27FC236}">
                <a16:creationId xmlns:a16="http://schemas.microsoft.com/office/drawing/2014/main" id="{964FF940-F1FC-D7B7-EDB0-C8A5BC88C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53" y="304724"/>
            <a:ext cx="11475995" cy="624855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4F825A-CCF5-97EF-E88A-C7DDE07B446B}"/>
              </a:ext>
            </a:extLst>
          </p:cNvPr>
          <p:cNvSpPr txBox="1"/>
          <p:nvPr/>
        </p:nvSpPr>
        <p:spPr>
          <a:xfrm>
            <a:off x="1419283" y="3119058"/>
            <a:ext cx="224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0070C0"/>
                </a:solidFill>
              </a:rPr>
              <a:t>extraordinary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5DBC63-5996-F172-4DB7-CAA1FF7A5406}"/>
              </a:ext>
            </a:extLst>
          </p:cNvPr>
          <p:cNvSpPr txBox="1"/>
          <p:nvPr/>
        </p:nvSpPr>
        <p:spPr>
          <a:xfrm>
            <a:off x="1363185" y="4123571"/>
            <a:ext cx="2496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0070C0"/>
                </a:solidFill>
              </a:rPr>
              <a:t>credit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9E80E4-BBA6-B80A-DFE2-F415FBDF0128}"/>
              </a:ext>
            </a:extLst>
          </p:cNvPr>
          <p:cNvSpPr txBox="1"/>
          <p:nvPr/>
        </p:nvSpPr>
        <p:spPr>
          <a:xfrm>
            <a:off x="8885949" y="4067116"/>
            <a:ext cx="2608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0070C0"/>
                </a:solidFill>
              </a:rPr>
              <a:t>noticed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F899BE-F5BF-6D95-F0F2-7D038C724DDC}"/>
              </a:ext>
            </a:extLst>
          </p:cNvPr>
          <p:cNvSpPr txBox="1"/>
          <p:nvPr/>
        </p:nvSpPr>
        <p:spPr>
          <a:xfrm>
            <a:off x="5828599" y="5065664"/>
            <a:ext cx="1924167" cy="403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0070C0"/>
                </a:solidFill>
              </a:rPr>
              <a:t>continue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33A966-5190-DC84-B713-D75B3090B136}"/>
              </a:ext>
            </a:extLst>
          </p:cNvPr>
          <p:cNvSpPr txBox="1"/>
          <p:nvPr/>
        </p:nvSpPr>
        <p:spPr>
          <a:xfrm>
            <a:off x="2967593" y="5548763"/>
            <a:ext cx="1873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0070C0"/>
                </a:solidFill>
              </a:rPr>
              <a:t>displayed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6CEA04-C3DC-D945-28DE-66CE61A233C9}"/>
              </a:ext>
            </a:extLst>
          </p:cNvPr>
          <p:cNvSpPr txBox="1"/>
          <p:nvPr/>
        </p:nvSpPr>
        <p:spPr>
          <a:xfrm>
            <a:off x="1509040" y="6016390"/>
            <a:ext cx="22046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0070C0"/>
                </a:solidFill>
              </a:rPr>
              <a:t>major</a:t>
            </a:r>
          </a:p>
        </p:txBody>
      </p:sp>
    </p:spTree>
    <p:extLst>
      <p:ext uri="{BB962C8B-B14F-4D97-AF65-F5344CB8AC3E}">
        <p14:creationId xmlns:p14="http://schemas.microsoft.com/office/powerpoint/2010/main" val="356452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7FE33-EC98-1106-E942-95B7450C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3647BC93-DBAE-3B92-E240-37B763500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72" y="162002"/>
            <a:ext cx="5369165" cy="4280971"/>
          </a:xfrm>
          <a:prstGeom prst="rect">
            <a:avLst/>
          </a:prstGeom>
        </p:spPr>
      </p:pic>
      <p:pic>
        <p:nvPicPr>
          <p:cNvPr id="13" name="Picture 12" descr="A close up of text&#10;&#10;AI-generated content may be incorrect.">
            <a:extLst>
              <a:ext uri="{FF2B5EF4-FFF2-40B4-BE49-F238E27FC236}">
                <a16:creationId xmlns:a16="http://schemas.microsoft.com/office/drawing/2014/main" id="{F23FA53B-F609-1E08-9D8A-B96CD50DE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037" y="3619352"/>
            <a:ext cx="8611067" cy="30766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F503C10-6763-676F-662D-F918A31AC771}"/>
                  </a:ext>
                </a:extLst>
              </p14:cNvPr>
              <p14:cNvContentPartPr/>
              <p14:nvPr/>
            </p14:nvContentPartPr>
            <p14:xfrm>
              <a:off x="390426" y="3532263"/>
              <a:ext cx="350280" cy="3866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F503C10-6763-676F-662D-F918A31AC7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1786" y="3523623"/>
                <a:ext cx="367920" cy="40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4D8D1AD-08B0-5A74-E6BE-F1BAB997186C}"/>
              </a:ext>
            </a:extLst>
          </p:cNvPr>
          <p:cNvGrpSpPr/>
          <p:nvPr/>
        </p:nvGrpSpPr>
        <p:grpSpPr>
          <a:xfrm>
            <a:off x="930426" y="2595543"/>
            <a:ext cx="1424520" cy="366480"/>
            <a:chOff x="930426" y="2595543"/>
            <a:chExt cx="142452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FB7C3DD-410B-8226-9D9E-8155D7824A3D}"/>
                    </a:ext>
                  </a:extLst>
                </p14:cNvPr>
                <p14:cNvContentPartPr/>
                <p14:nvPr/>
              </p14:nvContentPartPr>
              <p14:xfrm>
                <a:off x="930426" y="2595543"/>
                <a:ext cx="822600" cy="338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FB7C3DD-410B-8226-9D9E-8155D7824A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1426" y="2586903"/>
                  <a:ext cx="8402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C140DB-6261-CFFB-D7ED-09344C0B3362}"/>
                    </a:ext>
                  </a:extLst>
                </p14:cNvPr>
                <p14:cNvContentPartPr/>
                <p14:nvPr/>
              </p14:nvContentPartPr>
              <p14:xfrm>
                <a:off x="1751946" y="2642343"/>
                <a:ext cx="603000" cy="319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C140DB-6261-CFFB-D7ED-09344C0B33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43306" y="2633703"/>
                  <a:ext cx="620640" cy="3373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7635A4-8737-755E-F8D2-1F3A15B77676}"/>
              </a:ext>
            </a:extLst>
          </p:cNvPr>
          <p:cNvCxnSpPr/>
          <p:nvPr/>
        </p:nvCxnSpPr>
        <p:spPr>
          <a:xfrm>
            <a:off x="3814675" y="2933943"/>
            <a:ext cx="92561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E3023DC-580F-04DF-98C1-D81D26F0D81E}"/>
                  </a:ext>
                </a:extLst>
              </p14:cNvPr>
              <p14:cNvContentPartPr/>
              <p14:nvPr/>
            </p14:nvContentPartPr>
            <p14:xfrm>
              <a:off x="3384546" y="4076943"/>
              <a:ext cx="771840" cy="3888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E3023DC-580F-04DF-98C1-D81D26F0D8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75906" y="4067943"/>
                <a:ext cx="78948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F580BBB-B857-C61E-0FB8-9CAC709A0077}"/>
                  </a:ext>
                </a:extLst>
              </p14:cNvPr>
              <p14:cNvContentPartPr/>
              <p14:nvPr/>
            </p14:nvContentPartPr>
            <p14:xfrm>
              <a:off x="9715506" y="4469703"/>
              <a:ext cx="880200" cy="465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F580BBB-B857-C61E-0FB8-9CAC709A007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06866" y="4460703"/>
                <a:ext cx="897840" cy="482760"/>
              </a:xfrm>
              <a:prstGeom prst="rect">
                <a:avLst/>
              </a:prstGeom>
            </p:spPr>
          </p:pic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70370A-7CED-D521-EEE6-130822D242B6}"/>
              </a:ext>
            </a:extLst>
          </p:cNvPr>
          <p:cNvCxnSpPr/>
          <p:nvPr/>
        </p:nvCxnSpPr>
        <p:spPr>
          <a:xfrm>
            <a:off x="4740294" y="5693963"/>
            <a:ext cx="323125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97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0C1F3-9A48-F5BF-3ADA-012E37857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text&#10;&#10;AI-generated content may be incorrect.">
            <a:extLst>
              <a:ext uri="{FF2B5EF4-FFF2-40B4-BE49-F238E27FC236}">
                <a16:creationId xmlns:a16="http://schemas.microsoft.com/office/drawing/2014/main" id="{BC3C56CE-B5C7-9A66-CDD1-43AA138C6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525" y="237404"/>
            <a:ext cx="6372750" cy="4284108"/>
          </a:xfrm>
        </p:spPr>
      </p:pic>
      <p:pic>
        <p:nvPicPr>
          <p:cNvPr id="11" name="Picture 10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6BAD5B4D-DD92-7ED2-08C6-09C2B8300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11" y="93161"/>
            <a:ext cx="5481413" cy="6655448"/>
          </a:xfrm>
          <a:prstGeom prst="rect">
            <a:avLst/>
          </a:prstGeom>
        </p:spPr>
      </p:pic>
      <p:pic>
        <p:nvPicPr>
          <p:cNvPr id="7" name="Picture 6" descr="A close-up of a text&#10;&#10;AI-generated content may be incorrect.">
            <a:extLst>
              <a:ext uri="{FF2B5EF4-FFF2-40B4-BE49-F238E27FC236}">
                <a16:creationId xmlns:a16="http://schemas.microsoft.com/office/drawing/2014/main" id="{766734BD-87C1-A281-436D-D5D43F0F4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524" y="4639713"/>
            <a:ext cx="6372750" cy="21088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B32150E-9FD5-5E9E-B91E-BED008658BB5}"/>
                  </a:ext>
                </a:extLst>
              </p14:cNvPr>
              <p14:cNvContentPartPr/>
              <p14:nvPr/>
            </p14:nvContentPartPr>
            <p14:xfrm>
              <a:off x="115386" y="1712103"/>
              <a:ext cx="324360" cy="357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B32150E-9FD5-5E9E-B91E-BED008658B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386" y="1703103"/>
                <a:ext cx="34200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830E832-D7AC-1C0C-113D-596388CABC27}"/>
                  </a:ext>
                </a:extLst>
              </p14:cNvPr>
              <p14:cNvContentPartPr/>
              <p14:nvPr/>
            </p14:nvContentPartPr>
            <p14:xfrm>
              <a:off x="160746" y="4315263"/>
              <a:ext cx="271440" cy="350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830E832-D7AC-1C0C-113D-596388CABC2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1746" y="4306263"/>
                <a:ext cx="28908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B59F588-6FA1-D07D-2FE5-0244254322AF}"/>
                  </a:ext>
                </a:extLst>
              </p14:cNvPr>
              <p14:cNvContentPartPr/>
              <p14:nvPr/>
            </p14:nvContentPartPr>
            <p14:xfrm>
              <a:off x="148506" y="5375103"/>
              <a:ext cx="289440" cy="316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B59F588-6FA1-D07D-2FE5-0244254322A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9506" y="5366103"/>
                <a:ext cx="30708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B5D26E8-3C1A-0DCC-FCF8-73443EC13AB6}"/>
                  </a:ext>
                </a:extLst>
              </p14:cNvPr>
              <p14:cNvContentPartPr/>
              <p14:nvPr/>
            </p14:nvContentPartPr>
            <p14:xfrm>
              <a:off x="1353066" y="744063"/>
              <a:ext cx="602280" cy="303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B5D26E8-3C1A-0DCC-FCF8-73443EC13AB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44066" y="735423"/>
                <a:ext cx="61992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739F175-91AA-2C5A-7E17-ECC7C853B038}"/>
                  </a:ext>
                </a:extLst>
              </p14:cNvPr>
              <p14:cNvContentPartPr/>
              <p14:nvPr/>
            </p14:nvContentPartPr>
            <p14:xfrm>
              <a:off x="3696666" y="215943"/>
              <a:ext cx="980280" cy="4014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739F175-91AA-2C5A-7E17-ECC7C853B03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87666" y="207303"/>
                <a:ext cx="997920" cy="419040"/>
              </a:xfrm>
              <a:prstGeom prst="rect">
                <a:avLst/>
              </a:prstGeom>
            </p:spPr>
          </p:pic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524820-F5B2-5E5E-9A37-A36F46CC47B0}"/>
              </a:ext>
            </a:extLst>
          </p:cNvPr>
          <p:cNvCxnSpPr/>
          <p:nvPr/>
        </p:nvCxnSpPr>
        <p:spPr>
          <a:xfrm>
            <a:off x="1873679" y="527323"/>
            <a:ext cx="9704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43DA30-5BB6-FF65-8376-3A7BDE1CF5AF}"/>
              </a:ext>
            </a:extLst>
          </p:cNvPr>
          <p:cNvCxnSpPr/>
          <p:nvPr/>
        </p:nvCxnSpPr>
        <p:spPr>
          <a:xfrm>
            <a:off x="280491" y="1047183"/>
            <a:ext cx="93683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A6B513-E840-9C99-A671-8A4BDFA95CBB}"/>
              </a:ext>
            </a:extLst>
          </p:cNvPr>
          <p:cNvCxnSpPr/>
          <p:nvPr/>
        </p:nvCxnSpPr>
        <p:spPr>
          <a:xfrm>
            <a:off x="7612520" y="1172452"/>
            <a:ext cx="417370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DC2DF1-0E41-D16B-81FC-F46D7BE92B81}"/>
              </a:ext>
            </a:extLst>
          </p:cNvPr>
          <p:cNvCxnSpPr/>
          <p:nvPr/>
        </p:nvCxnSpPr>
        <p:spPr>
          <a:xfrm>
            <a:off x="4975907" y="527323"/>
            <a:ext cx="49927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23C547-D37E-BDCF-27D4-E1834747AA36}"/>
              </a:ext>
            </a:extLst>
          </p:cNvPr>
          <p:cNvCxnSpPr/>
          <p:nvPr/>
        </p:nvCxnSpPr>
        <p:spPr>
          <a:xfrm>
            <a:off x="8784972" y="1514650"/>
            <a:ext cx="205319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F68EFEE-3CAD-7FFD-B7A6-673EC1141DF7}"/>
                  </a:ext>
                </a:extLst>
              </p14:cNvPr>
              <p14:cNvContentPartPr/>
              <p14:nvPr/>
            </p14:nvContentPartPr>
            <p14:xfrm>
              <a:off x="9592026" y="2194503"/>
              <a:ext cx="5760" cy="162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F68EFEE-3CAD-7FFD-B7A6-673EC1141DF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583386" y="2185863"/>
                <a:ext cx="234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792ED53-097F-DD59-72F8-E913CFEF942C}"/>
                  </a:ext>
                </a:extLst>
              </p14:cNvPr>
              <p14:cNvContentPartPr/>
              <p14:nvPr/>
            </p14:nvContentPartPr>
            <p14:xfrm>
              <a:off x="8430306" y="1276143"/>
              <a:ext cx="367560" cy="2966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792ED53-097F-DD59-72F8-E913CFEF942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421666" y="1267503"/>
                <a:ext cx="38520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87AA8AF-449F-9A58-1DAC-14DFE56C22C0}"/>
                  </a:ext>
                </a:extLst>
              </p14:cNvPr>
              <p14:cNvContentPartPr/>
              <p14:nvPr/>
            </p14:nvContentPartPr>
            <p14:xfrm>
              <a:off x="3100146" y="2741343"/>
              <a:ext cx="1078560" cy="4845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87AA8AF-449F-9A58-1DAC-14DFE56C22C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91506" y="2732343"/>
                <a:ext cx="1096200" cy="502200"/>
              </a:xfrm>
              <a:prstGeom prst="rect">
                <a:avLst/>
              </a:prstGeom>
            </p:spPr>
          </p:pic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239F08-1282-6C38-086B-897B28154B81}"/>
              </a:ext>
            </a:extLst>
          </p:cNvPr>
          <p:cNvCxnSpPr/>
          <p:nvPr/>
        </p:nvCxnSpPr>
        <p:spPr>
          <a:xfrm>
            <a:off x="1396844" y="3051740"/>
            <a:ext cx="6787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B187C9F-18BE-F470-E50F-3151291F714B}"/>
                  </a:ext>
                </a:extLst>
              </p14:cNvPr>
              <p14:cNvContentPartPr/>
              <p14:nvPr/>
            </p14:nvContentPartPr>
            <p14:xfrm>
              <a:off x="9799746" y="2375223"/>
              <a:ext cx="1182600" cy="409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B187C9F-18BE-F470-E50F-3151291F714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790746" y="2366583"/>
                <a:ext cx="1200240" cy="427320"/>
              </a:xfrm>
              <a:prstGeom prst="rect">
                <a:avLst/>
              </a:prstGeom>
            </p:spPr>
          </p:pic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33F3148-6146-19ED-AE09-F7B78FFA013E}"/>
              </a:ext>
            </a:extLst>
          </p:cNvPr>
          <p:cNvCxnSpPr/>
          <p:nvPr/>
        </p:nvCxnSpPr>
        <p:spPr>
          <a:xfrm>
            <a:off x="6742999" y="3051740"/>
            <a:ext cx="284902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90811A9-AC17-EFCE-2740-B2C7CDF7E25E}"/>
              </a:ext>
            </a:extLst>
          </p:cNvPr>
          <p:cNvCxnSpPr/>
          <p:nvPr/>
        </p:nvCxnSpPr>
        <p:spPr>
          <a:xfrm>
            <a:off x="7113247" y="2705827"/>
            <a:ext cx="86952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F29EDE-4F82-6194-5639-A306D449409E}"/>
              </a:ext>
            </a:extLst>
          </p:cNvPr>
          <p:cNvCxnSpPr/>
          <p:nvPr/>
        </p:nvCxnSpPr>
        <p:spPr>
          <a:xfrm>
            <a:off x="10748407" y="3051740"/>
            <a:ext cx="6283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100CF66-B435-9AD6-B34B-DACD2A3974EC}"/>
              </a:ext>
            </a:extLst>
          </p:cNvPr>
          <p:cNvCxnSpPr>
            <a:cxnSpLocks/>
          </p:cNvCxnSpPr>
          <p:nvPr/>
        </p:nvCxnSpPr>
        <p:spPr>
          <a:xfrm>
            <a:off x="5746249" y="3385331"/>
            <a:ext cx="1638066" cy="811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D279F68-2ECC-BFCC-FDFA-E90208FCB1B8}"/>
                  </a:ext>
                </a:extLst>
              </p14:cNvPr>
              <p14:cNvContentPartPr/>
              <p14:nvPr/>
            </p14:nvContentPartPr>
            <p14:xfrm>
              <a:off x="2022306" y="4732503"/>
              <a:ext cx="1566360" cy="4798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D279F68-2ECC-BFCC-FDFA-E90208FCB1B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013306" y="4723503"/>
                <a:ext cx="158400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9EC62AE-1FAA-6A05-4EA8-B10EB22A4206}"/>
                  </a:ext>
                </a:extLst>
              </p14:cNvPr>
              <p14:cNvContentPartPr/>
              <p14:nvPr/>
            </p14:nvContentPartPr>
            <p14:xfrm>
              <a:off x="7650186" y="5420103"/>
              <a:ext cx="1590480" cy="434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9EC62AE-1FAA-6A05-4EA8-B10EB22A420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641546" y="5411103"/>
                <a:ext cx="1608120" cy="452160"/>
              </a:xfrm>
              <a:prstGeom prst="rect">
                <a:avLst/>
              </a:prstGeom>
            </p:spPr>
          </p:pic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3216B56-98FC-6D1F-8605-62CF97713587}"/>
              </a:ext>
            </a:extLst>
          </p:cNvPr>
          <p:cNvCxnSpPr>
            <a:cxnSpLocks/>
          </p:cNvCxnSpPr>
          <p:nvPr/>
        </p:nvCxnSpPr>
        <p:spPr>
          <a:xfrm>
            <a:off x="1521751" y="5110542"/>
            <a:ext cx="43359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2EB4503-396F-6D3A-1017-C713B1F87B72}"/>
              </a:ext>
            </a:extLst>
          </p:cNvPr>
          <p:cNvCxnSpPr/>
          <p:nvPr/>
        </p:nvCxnSpPr>
        <p:spPr>
          <a:xfrm>
            <a:off x="11421585" y="5331124"/>
            <a:ext cx="50488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A676AFC-1E25-6ADC-A41D-67F4A4C1D147}"/>
              </a:ext>
            </a:extLst>
          </p:cNvPr>
          <p:cNvCxnSpPr/>
          <p:nvPr/>
        </p:nvCxnSpPr>
        <p:spPr>
          <a:xfrm>
            <a:off x="8784972" y="6574704"/>
            <a:ext cx="80705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7727DFA-18D3-7208-3515-238FE4C49610}"/>
              </a:ext>
            </a:extLst>
          </p:cNvPr>
          <p:cNvCxnSpPr>
            <a:cxnSpLocks/>
          </p:cNvCxnSpPr>
          <p:nvPr/>
        </p:nvCxnSpPr>
        <p:spPr>
          <a:xfrm>
            <a:off x="6024942" y="1845629"/>
            <a:ext cx="230563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4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D441-01E9-23EB-1879-A0616819E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41C4DB3D-0402-7D60-494C-4D7E680D7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532" y="2412058"/>
            <a:ext cx="6272605" cy="252458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9BF814B-E013-5C5A-3F7D-430D95642215}"/>
                  </a:ext>
                </a:extLst>
              </p14:cNvPr>
              <p14:cNvContentPartPr/>
              <p14:nvPr/>
            </p14:nvContentPartPr>
            <p14:xfrm>
              <a:off x="7094706" y="6022023"/>
              <a:ext cx="16920" cy="37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9BF814B-E013-5C5A-3F7D-430D956422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6066" y="6013023"/>
                <a:ext cx="345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4DED151-0581-2053-53CA-D60E21BEC852}"/>
                  </a:ext>
                </a:extLst>
              </p14:cNvPr>
              <p14:cNvContentPartPr/>
              <p14:nvPr/>
            </p14:nvContentPartPr>
            <p14:xfrm>
              <a:off x="2251266" y="4555743"/>
              <a:ext cx="439200" cy="449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4DED151-0581-2053-53CA-D60E21BEC8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42266" y="4547103"/>
                <a:ext cx="456840" cy="46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000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7AB3A-06B9-4BFC-C9E2-065071588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744" y="484632"/>
            <a:ext cx="10017504" cy="1607829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test&#10;&#10;AI-generated content may be incorrect.">
            <a:extLst>
              <a:ext uri="{FF2B5EF4-FFF2-40B4-BE49-F238E27FC236}">
                <a16:creationId xmlns:a16="http://schemas.microsoft.com/office/drawing/2014/main" id="{9A67B496-CF1A-EBBF-9D9F-884688FD1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75" y="284520"/>
            <a:ext cx="11175564" cy="2329654"/>
          </a:xfrm>
        </p:spPr>
      </p:pic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7FFAB88-EAB6-7E8A-A8FE-E9832AF78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75" y="2814286"/>
            <a:ext cx="11341150" cy="1578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131F291-9D92-BA58-B444-7549D9F6ACF6}"/>
                  </a:ext>
                </a:extLst>
              </p14:cNvPr>
              <p14:cNvContentPartPr/>
              <p14:nvPr/>
            </p14:nvContentPartPr>
            <p14:xfrm>
              <a:off x="1222386" y="1081383"/>
              <a:ext cx="613800" cy="44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131F291-9D92-BA58-B444-7549D9F6AC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8746" y="973743"/>
                <a:ext cx="72144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40A73E8-DE3A-A79F-2F37-463235CA7829}"/>
                  </a:ext>
                </a:extLst>
              </p14:cNvPr>
              <p14:cNvContentPartPr/>
              <p14:nvPr/>
            </p14:nvContentPartPr>
            <p14:xfrm>
              <a:off x="2744466" y="978063"/>
              <a:ext cx="1014120" cy="312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40A73E8-DE3A-A79F-2F37-463235CA78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35826" y="969063"/>
                <a:ext cx="103176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6D79F72-0B7E-E19D-4070-284C0F30E5FA}"/>
                  </a:ext>
                </a:extLst>
              </p14:cNvPr>
              <p14:cNvContentPartPr/>
              <p14:nvPr/>
            </p14:nvContentPartPr>
            <p14:xfrm>
              <a:off x="7472706" y="1007583"/>
              <a:ext cx="642240" cy="283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6D79F72-0B7E-E19D-4070-284C0F30E5F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63706" y="998943"/>
                <a:ext cx="659880" cy="30132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35F4AB-53AE-6DEC-AEF7-307B40F24851}"/>
              </a:ext>
            </a:extLst>
          </p:cNvPr>
          <p:cNvCxnSpPr/>
          <p:nvPr/>
        </p:nvCxnSpPr>
        <p:spPr>
          <a:xfrm>
            <a:off x="1262921" y="3429000"/>
            <a:ext cx="271009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32B646-1CDD-61EA-C958-C9DB558668B9}"/>
              </a:ext>
            </a:extLst>
          </p:cNvPr>
          <p:cNvCxnSpPr/>
          <p:nvPr/>
        </p:nvCxnSpPr>
        <p:spPr>
          <a:xfrm>
            <a:off x="5480791" y="3402353"/>
            <a:ext cx="447663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876B4D9-6339-7090-DF87-0116941BE511}"/>
              </a:ext>
            </a:extLst>
          </p:cNvPr>
          <p:cNvSpPr txBox="1"/>
          <p:nvPr/>
        </p:nvSpPr>
        <p:spPr>
          <a:xfrm>
            <a:off x="2956373" y="1346026"/>
            <a:ext cx="3296702" cy="409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0070C0"/>
                </a:solidFill>
              </a:rPr>
              <a:t>In his bedroom</a:t>
            </a:r>
          </a:p>
        </p:txBody>
      </p:sp>
      <p:pic>
        <p:nvPicPr>
          <p:cNvPr id="18" name="Picture 1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C1B3039-E16E-B42E-223D-0101324343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81" y="4690287"/>
            <a:ext cx="11206144" cy="16830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F1914EA-B2CD-CF4A-4F16-A6447BAEEE35}"/>
                  </a:ext>
                </a:extLst>
              </p14:cNvPr>
              <p14:cNvContentPartPr/>
              <p14:nvPr/>
            </p14:nvContentPartPr>
            <p14:xfrm>
              <a:off x="5554986" y="1993263"/>
              <a:ext cx="3358080" cy="59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F1914EA-B2CD-CF4A-4F16-A6447BAEEE3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01346" y="1885623"/>
                <a:ext cx="346572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C8A96B0-F0FA-6D3B-0FE2-FADC0E0BA57B}"/>
                  </a:ext>
                </a:extLst>
              </p14:cNvPr>
              <p14:cNvContentPartPr/>
              <p14:nvPr/>
            </p14:nvContentPartPr>
            <p14:xfrm>
              <a:off x="1180626" y="1960863"/>
              <a:ext cx="1144800" cy="57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C8A96B0-F0FA-6D3B-0FE2-FADC0E0BA57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26626" y="1853223"/>
                <a:ext cx="1252440" cy="272880"/>
              </a:xfrm>
              <a:prstGeom prst="rect">
                <a:avLst/>
              </a:prstGeom>
            </p:spPr>
          </p:pic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92639E-2C6E-9539-6434-3F6D4F961D3E}"/>
              </a:ext>
            </a:extLst>
          </p:cNvPr>
          <p:cNvCxnSpPr/>
          <p:nvPr/>
        </p:nvCxnSpPr>
        <p:spPr>
          <a:xfrm>
            <a:off x="5480791" y="5250788"/>
            <a:ext cx="574445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D0E127-690A-6916-EA00-3931D08C1C91}"/>
              </a:ext>
            </a:extLst>
          </p:cNvPr>
          <p:cNvSpPr txBox="1"/>
          <p:nvPr/>
        </p:nvSpPr>
        <p:spPr>
          <a:xfrm>
            <a:off x="2996910" y="2234143"/>
            <a:ext cx="2558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0070C0"/>
                </a:solidFill>
              </a:rPr>
              <a:t>The “dig” season</a:t>
            </a:r>
          </a:p>
        </p:txBody>
      </p:sp>
    </p:spTree>
    <p:extLst>
      <p:ext uri="{BB962C8B-B14F-4D97-AF65-F5344CB8AC3E}">
        <p14:creationId xmlns:p14="http://schemas.microsoft.com/office/powerpoint/2010/main" val="364292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B348-7FD8-D102-BE39-34244D151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597C0C-00CE-EBE5-DB1E-3071860A2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44" y="211063"/>
            <a:ext cx="11338292" cy="1794003"/>
          </a:xfrm>
        </p:spPr>
      </p:pic>
      <p:pic>
        <p:nvPicPr>
          <p:cNvPr id="7" name="Picture 6" descr="A close up of text&#10;&#10;AI-generated content may be incorrect.">
            <a:extLst>
              <a:ext uri="{FF2B5EF4-FFF2-40B4-BE49-F238E27FC236}">
                <a16:creationId xmlns:a16="http://schemas.microsoft.com/office/drawing/2014/main" id="{D17FC64E-B2EC-8CB1-D4B9-E8F3674A31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08" y="2073351"/>
            <a:ext cx="11121633" cy="20858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BAE7D1E-F4AF-2CF8-C54D-B0E42B553E53}"/>
                  </a:ext>
                </a:extLst>
              </p14:cNvPr>
              <p14:cNvContentPartPr/>
              <p14:nvPr/>
            </p14:nvContentPartPr>
            <p14:xfrm>
              <a:off x="1200066" y="348063"/>
              <a:ext cx="2310120" cy="387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BAE7D1E-F4AF-2CF8-C54D-B0E42B553E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1426" y="339063"/>
                <a:ext cx="232776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0B94F72-33EB-4D10-A3FD-39C42B9469F2}"/>
                  </a:ext>
                </a:extLst>
              </p14:cNvPr>
              <p14:cNvContentPartPr/>
              <p14:nvPr/>
            </p14:nvContentPartPr>
            <p14:xfrm>
              <a:off x="1922226" y="566583"/>
              <a:ext cx="519480" cy="9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0B94F72-33EB-4D10-A3FD-39C42B9469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68226" y="458583"/>
                <a:ext cx="627120" cy="224640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8339B1-40D5-66F0-323E-BF95818F2AD9}"/>
              </a:ext>
            </a:extLst>
          </p:cNvPr>
          <p:cNvCxnSpPr/>
          <p:nvPr/>
        </p:nvCxnSpPr>
        <p:spPr>
          <a:xfrm>
            <a:off x="3982969" y="690007"/>
            <a:ext cx="207376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D6B6150-61EF-194E-1D53-995CAD72FB6A}"/>
              </a:ext>
            </a:extLst>
          </p:cNvPr>
          <p:cNvCxnSpPr/>
          <p:nvPr/>
        </p:nvCxnSpPr>
        <p:spPr>
          <a:xfrm>
            <a:off x="567836" y="3758576"/>
            <a:ext cx="412321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49DC509-21D6-D62A-A53B-C844894B95B2}"/>
              </a:ext>
            </a:extLst>
          </p:cNvPr>
          <p:cNvSpPr txBox="1"/>
          <p:nvPr/>
        </p:nvSpPr>
        <p:spPr>
          <a:xfrm>
            <a:off x="3104253" y="681582"/>
            <a:ext cx="4633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0070C0"/>
                </a:solidFill>
              </a:rPr>
              <a:t>Food, jackhammers, water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0C03D3A-AE19-7694-B6DF-F5FA166D755B}"/>
                  </a:ext>
                </a:extLst>
              </p14:cNvPr>
              <p14:cNvContentPartPr/>
              <p14:nvPr/>
            </p14:nvContentPartPr>
            <p14:xfrm>
              <a:off x="7911217" y="1431860"/>
              <a:ext cx="1670400" cy="27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0C03D3A-AE19-7694-B6DF-F5FA166D75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57217" y="1323860"/>
                <a:ext cx="17780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5CD7B49-C953-00BC-3236-CC85C066F341}"/>
                  </a:ext>
                </a:extLst>
              </p14:cNvPr>
              <p14:cNvContentPartPr/>
              <p14:nvPr/>
            </p14:nvContentPartPr>
            <p14:xfrm>
              <a:off x="1307287" y="1405940"/>
              <a:ext cx="432720" cy="25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5CD7B49-C953-00BC-3236-CC85C066F3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53287" y="1297940"/>
                <a:ext cx="540360" cy="241560"/>
              </a:xfrm>
              <a:prstGeom prst="rect">
                <a:avLst/>
              </a:prstGeom>
            </p:spPr>
          </p:pic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6B3EC1-FEF8-A21D-51DF-E9805ADF7906}"/>
              </a:ext>
            </a:extLst>
          </p:cNvPr>
          <p:cNvCxnSpPr/>
          <p:nvPr/>
        </p:nvCxnSpPr>
        <p:spPr>
          <a:xfrm>
            <a:off x="4414924" y="1525870"/>
            <a:ext cx="16810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close-up of a text&#10;&#10;AI-generated content may be incorrect.">
            <a:extLst>
              <a:ext uri="{FF2B5EF4-FFF2-40B4-BE49-F238E27FC236}">
                <a16:creationId xmlns:a16="http://schemas.microsoft.com/office/drawing/2014/main" id="{11605379-7481-874A-47A4-17690A91EE4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14" y="4071696"/>
            <a:ext cx="11121633" cy="1858497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7C9ADE-9F50-23CF-A8F6-BDD91A2272BA}"/>
              </a:ext>
            </a:extLst>
          </p:cNvPr>
          <p:cNvCxnSpPr>
            <a:cxnSpLocks/>
          </p:cNvCxnSpPr>
          <p:nvPr/>
        </p:nvCxnSpPr>
        <p:spPr>
          <a:xfrm>
            <a:off x="1069848" y="4835662"/>
            <a:ext cx="485666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close up of a text&#10;&#10;AI-generated content may be incorrect.">
            <a:extLst>
              <a:ext uri="{FF2B5EF4-FFF2-40B4-BE49-F238E27FC236}">
                <a16:creationId xmlns:a16="http://schemas.microsoft.com/office/drawing/2014/main" id="{4996F4A9-B96D-3EF5-20A7-BC6B1D45B6E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73"/>
          <a:stretch>
            <a:fillRect/>
          </a:stretch>
        </p:blipFill>
        <p:spPr>
          <a:xfrm>
            <a:off x="530208" y="6028667"/>
            <a:ext cx="10143401" cy="5254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509A2E2-632F-F57E-F1D0-2263BC7B9565}"/>
                  </a:ext>
                </a:extLst>
              </p14:cNvPr>
              <p14:cNvContentPartPr/>
              <p14:nvPr/>
            </p14:nvContentPartPr>
            <p14:xfrm>
              <a:off x="7348506" y="6157383"/>
              <a:ext cx="1362240" cy="5238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509A2E2-632F-F57E-F1D0-2263BC7B956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39506" y="6148743"/>
                <a:ext cx="137988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E1CF8C3-86DF-7667-5A86-8797CFB4D493}"/>
                  </a:ext>
                </a:extLst>
              </p14:cNvPr>
              <p14:cNvContentPartPr/>
              <p14:nvPr/>
            </p14:nvContentPartPr>
            <p14:xfrm>
              <a:off x="3392826" y="6227943"/>
              <a:ext cx="440280" cy="3438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E1CF8C3-86DF-7667-5A86-8797CFB4D49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83826" y="6219303"/>
                <a:ext cx="457920" cy="36144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B9A3D233-C1D1-38B1-E97C-CB6B30F118A6}"/>
              </a:ext>
            </a:extLst>
          </p:cNvPr>
          <p:cNvSpPr txBox="1"/>
          <p:nvPr/>
        </p:nvSpPr>
        <p:spPr>
          <a:xfrm>
            <a:off x="3667707" y="1585954"/>
            <a:ext cx="1863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0070C0"/>
                </a:solidFill>
              </a:rPr>
              <a:t>By hand</a:t>
            </a:r>
          </a:p>
        </p:txBody>
      </p:sp>
    </p:spTree>
    <p:extLst>
      <p:ext uri="{BB962C8B-B14F-4D97-AF65-F5344CB8AC3E}">
        <p14:creationId xmlns:p14="http://schemas.microsoft.com/office/powerpoint/2010/main" val="222378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ext on a page&#10;&#10;AI-generated content may be incorrect.">
            <a:extLst>
              <a:ext uri="{FF2B5EF4-FFF2-40B4-BE49-F238E27FC236}">
                <a16:creationId xmlns:a16="http://schemas.microsoft.com/office/drawing/2014/main" id="{4D5B9AB0-3521-3A06-F1CE-820CF6687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38" y="132333"/>
            <a:ext cx="5703610" cy="6599446"/>
          </a:xfrm>
        </p:spPr>
      </p:pic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A954817-387A-9996-B44A-BA7F0BFF4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573" y="132333"/>
            <a:ext cx="6159579" cy="1561831"/>
          </a:xfrm>
          <a:prstGeom prst="rect">
            <a:avLst/>
          </a:prstGeom>
        </p:spPr>
      </p:pic>
      <p:pic>
        <p:nvPicPr>
          <p:cNvPr id="11" name="Picture 10" descr="A close up of text&#10;&#10;AI-generated content may be incorrect.">
            <a:extLst>
              <a:ext uri="{FF2B5EF4-FFF2-40B4-BE49-F238E27FC236}">
                <a16:creationId xmlns:a16="http://schemas.microsoft.com/office/drawing/2014/main" id="{D459E9A4-3C21-3431-5201-8058E168D6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648" y="1825633"/>
            <a:ext cx="6232504" cy="1561831"/>
          </a:xfrm>
          <a:prstGeom prst="rect">
            <a:avLst/>
          </a:prstGeom>
        </p:spPr>
      </p:pic>
      <p:pic>
        <p:nvPicPr>
          <p:cNvPr id="13" name="Picture 1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C27EF6A-D17D-C185-54C3-75696DD12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671" y="5772562"/>
            <a:ext cx="6333481" cy="1039755"/>
          </a:xfrm>
          <a:prstGeom prst="rect">
            <a:avLst/>
          </a:prstGeom>
        </p:spPr>
      </p:pic>
      <p:pic>
        <p:nvPicPr>
          <p:cNvPr id="15" name="Picture 14" descr="A close-up of a text&#10;&#10;AI-generated content may be incorrect.">
            <a:extLst>
              <a:ext uri="{FF2B5EF4-FFF2-40B4-BE49-F238E27FC236}">
                <a16:creationId xmlns:a16="http://schemas.microsoft.com/office/drawing/2014/main" id="{24F5D8F2-39DF-A55A-1289-7E1CD201A3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670" y="4634796"/>
            <a:ext cx="6436330" cy="1132095"/>
          </a:xfrm>
          <a:prstGeom prst="rect">
            <a:avLst/>
          </a:prstGeom>
        </p:spPr>
      </p:pic>
      <p:pic>
        <p:nvPicPr>
          <p:cNvPr id="17" name="Picture 16" descr="A close up of a text&#10;&#10;AI-generated content may be incorrect.">
            <a:extLst>
              <a:ext uri="{FF2B5EF4-FFF2-40B4-BE49-F238E27FC236}">
                <a16:creationId xmlns:a16="http://schemas.microsoft.com/office/drawing/2014/main" id="{F9859073-C0D0-BA5A-97DC-EC68B84968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896" y="3393301"/>
            <a:ext cx="6261787" cy="10565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E879E76-2AF0-2AB5-E18B-43D29EAAC2ED}"/>
                  </a:ext>
                </a:extLst>
              </p14:cNvPr>
              <p14:cNvContentPartPr/>
              <p14:nvPr/>
            </p14:nvContentPartPr>
            <p14:xfrm>
              <a:off x="2633586" y="335823"/>
              <a:ext cx="882000" cy="29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E879E76-2AF0-2AB5-E18B-43D29EAAC2E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79586" y="227823"/>
                <a:ext cx="9896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A3EA42E-E7E4-3519-E55F-90F58A419D7A}"/>
                  </a:ext>
                </a:extLst>
              </p14:cNvPr>
              <p14:cNvContentPartPr/>
              <p14:nvPr/>
            </p14:nvContentPartPr>
            <p14:xfrm>
              <a:off x="9839706" y="1183263"/>
              <a:ext cx="1123560" cy="33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A3EA42E-E7E4-3519-E55F-90F58A419D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85706" y="1075263"/>
                <a:ext cx="123120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2C7B2B8-5865-170B-450B-DC2115CCB4DB}"/>
                  </a:ext>
                </a:extLst>
              </p14:cNvPr>
              <p14:cNvContentPartPr/>
              <p14:nvPr/>
            </p14:nvContentPartPr>
            <p14:xfrm>
              <a:off x="5232426" y="357423"/>
              <a:ext cx="351360" cy="136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2C7B2B8-5865-170B-450B-DC2115CCB4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78426" y="249783"/>
                <a:ext cx="4590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DB7769C-A4C3-0788-FFEE-1479735A522E}"/>
                  </a:ext>
                </a:extLst>
              </p14:cNvPr>
              <p14:cNvContentPartPr/>
              <p14:nvPr/>
            </p14:nvContentPartPr>
            <p14:xfrm>
              <a:off x="1564746" y="952143"/>
              <a:ext cx="576360" cy="284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DB7769C-A4C3-0788-FFEE-1479735A52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10746" y="844143"/>
                <a:ext cx="6840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A8B3BD3-5058-F5F6-129A-C9B7D702D164}"/>
                  </a:ext>
                </a:extLst>
              </p14:cNvPr>
              <p14:cNvContentPartPr/>
              <p14:nvPr/>
            </p14:nvContentPartPr>
            <p14:xfrm>
              <a:off x="4407666" y="941343"/>
              <a:ext cx="331200" cy="241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A8B3BD3-5058-F5F6-129A-C9B7D702D16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54026" y="833343"/>
                <a:ext cx="4388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F921B53-0A88-4A43-E250-F27648825F41}"/>
                  </a:ext>
                </a:extLst>
              </p14:cNvPr>
              <p14:cNvContentPartPr/>
              <p14:nvPr/>
            </p14:nvContentPartPr>
            <p14:xfrm>
              <a:off x="3460506" y="942423"/>
              <a:ext cx="315720" cy="45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F921B53-0A88-4A43-E250-F27648825F4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06866" y="834423"/>
                <a:ext cx="4233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37E54BA-2BF5-80EE-5B3C-95C000D7CA73}"/>
                  </a:ext>
                </a:extLst>
              </p14:cNvPr>
              <p14:cNvContentPartPr/>
              <p14:nvPr/>
            </p14:nvContentPartPr>
            <p14:xfrm>
              <a:off x="10209786" y="593943"/>
              <a:ext cx="467640" cy="82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37E54BA-2BF5-80EE-5B3C-95C000D7CA7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155786" y="485943"/>
                <a:ext cx="5752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807482B-51CD-B191-1A29-0B48120C7262}"/>
                  </a:ext>
                </a:extLst>
              </p14:cNvPr>
              <p14:cNvContentPartPr/>
              <p14:nvPr/>
            </p14:nvContentPartPr>
            <p14:xfrm>
              <a:off x="6899946" y="878343"/>
              <a:ext cx="256320" cy="334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807482B-51CD-B191-1A29-0B48120C726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45946" y="770343"/>
                <a:ext cx="36396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AB5AD13-A053-5866-DCEA-F85F06AE2D15}"/>
                  </a:ext>
                </a:extLst>
              </p14:cNvPr>
              <p14:cNvContentPartPr/>
              <p14:nvPr/>
            </p14:nvContentPartPr>
            <p14:xfrm>
              <a:off x="35466" y="1012263"/>
              <a:ext cx="4320" cy="14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AB5AD13-A053-5866-DCEA-F85F06AE2D1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-18174" y="904623"/>
                <a:ext cx="1119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3B38179-05E5-88BE-BF2F-0C83D92611D9}"/>
                  </a:ext>
                </a:extLst>
              </p14:cNvPr>
              <p14:cNvContentPartPr/>
              <p14:nvPr/>
            </p14:nvContentPartPr>
            <p14:xfrm>
              <a:off x="1562946" y="2024583"/>
              <a:ext cx="343800" cy="18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3B38179-05E5-88BE-BF2F-0C83D92611D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08946" y="1916583"/>
                <a:ext cx="45144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651CEB0-7205-C63A-DC46-CFE437080971}"/>
                  </a:ext>
                </a:extLst>
              </p14:cNvPr>
              <p14:cNvContentPartPr/>
              <p14:nvPr/>
            </p14:nvContentPartPr>
            <p14:xfrm>
              <a:off x="5169786" y="2041143"/>
              <a:ext cx="235080" cy="370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651CEB0-7205-C63A-DC46-CFE43708097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16146" y="1933143"/>
                <a:ext cx="34272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ECB52B9-7077-1A1B-3A81-219F0CFFC4C7}"/>
                  </a:ext>
                </a:extLst>
              </p14:cNvPr>
              <p14:cNvContentPartPr/>
              <p14:nvPr/>
            </p14:nvContentPartPr>
            <p14:xfrm>
              <a:off x="385386" y="2551263"/>
              <a:ext cx="519480" cy="44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ECB52B9-7077-1A1B-3A81-219F0CFFC4C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1386" y="2443263"/>
                <a:ext cx="62712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1AA39FB-EA29-6C9B-84E6-31B83D53CA3C}"/>
                  </a:ext>
                </a:extLst>
              </p14:cNvPr>
              <p14:cNvContentPartPr/>
              <p14:nvPr/>
            </p14:nvContentPartPr>
            <p14:xfrm>
              <a:off x="1531986" y="2552703"/>
              <a:ext cx="984960" cy="45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1AA39FB-EA29-6C9B-84E6-31B83D53CA3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78346" y="2444703"/>
                <a:ext cx="10926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1762373-CBF4-5578-412D-974B2D401D3A}"/>
                  </a:ext>
                </a:extLst>
              </p14:cNvPr>
              <p14:cNvContentPartPr/>
              <p14:nvPr/>
            </p14:nvContentPartPr>
            <p14:xfrm>
              <a:off x="4418466" y="2570343"/>
              <a:ext cx="284040" cy="97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1762373-CBF4-5578-412D-974B2D401D3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64466" y="2462703"/>
                <a:ext cx="3916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90D290A-C4FD-0F1F-CF23-12B26EEBA56A}"/>
                  </a:ext>
                </a:extLst>
              </p14:cNvPr>
              <p14:cNvContentPartPr/>
              <p14:nvPr/>
            </p14:nvContentPartPr>
            <p14:xfrm>
              <a:off x="8327706" y="2386383"/>
              <a:ext cx="467640" cy="252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90D290A-C4FD-0F1F-CF23-12B26EEBA56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74066" y="2278383"/>
                <a:ext cx="5752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651DB1D-AAAF-D13F-3F1D-2E4714AD273E}"/>
                  </a:ext>
                </a:extLst>
              </p14:cNvPr>
              <p14:cNvContentPartPr/>
              <p14:nvPr/>
            </p14:nvContentPartPr>
            <p14:xfrm>
              <a:off x="10711266" y="2753583"/>
              <a:ext cx="317520" cy="399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651DB1D-AAAF-D13F-3F1D-2E4714AD273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657266" y="2645583"/>
                <a:ext cx="4251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4DE8306-9EB6-951B-DBAE-2740ACF87AC6}"/>
                  </a:ext>
                </a:extLst>
              </p14:cNvPr>
              <p14:cNvContentPartPr/>
              <p14:nvPr/>
            </p14:nvContentPartPr>
            <p14:xfrm>
              <a:off x="5890146" y="2749623"/>
              <a:ext cx="785520" cy="198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4DE8306-9EB6-951B-DBAE-2740ACF87AC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836146" y="2641623"/>
                <a:ext cx="89316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F6D40EF-133D-E12C-2FEB-415ADB070410}"/>
                  </a:ext>
                </a:extLst>
              </p14:cNvPr>
              <p14:cNvContentPartPr/>
              <p14:nvPr/>
            </p14:nvContentPartPr>
            <p14:xfrm>
              <a:off x="10058226" y="3108183"/>
              <a:ext cx="996840" cy="943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F6D40EF-133D-E12C-2FEB-415ADB07041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004586" y="3000183"/>
                <a:ext cx="110448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0852AEF-D26A-E9D0-8CFC-34923243091D}"/>
                  </a:ext>
                </a:extLst>
              </p14:cNvPr>
              <p14:cNvContentPartPr/>
              <p14:nvPr/>
            </p14:nvContentPartPr>
            <p14:xfrm>
              <a:off x="1651506" y="3699663"/>
              <a:ext cx="703440" cy="9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0852AEF-D26A-E9D0-8CFC-34923243091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97866" y="3591663"/>
                <a:ext cx="8110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AD8135E-632B-9A10-B878-0E200B21893F}"/>
                  </a:ext>
                </a:extLst>
              </p14:cNvPr>
              <p14:cNvContentPartPr/>
              <p14:nvPr/>
            </p14:nvContentPartPr>
            <p14:xfrm>
              <a:off x="4275186" y="3694623"/>
              <a:ext cx="298800" cy="122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AD8135E-632B-9A10-B878-0E200B21893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21546" y="3586983"/>
                <a:ext cx="4064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BFEBB45-C39D-D93F-24C3-D8380A651932}"/>
                  </a:ext>
                </a:extLst>
              </p14:cNvPr>
              <p14:cNvContentPartPr/>
              <p14:nvPr/>
            </p14:nvContentPartPr>
            <p14:xfrm>
              <a:off x="1765986" y="4220943"/>
              <a:ext cx="905760" cy="522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BFEBB45-C39D-D93F-24C3-D8380A65193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12346" y="4113303"/>
                <a:ext cx="101340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2E74A82-5D6B-EE74-BB19-F2E4118290DD}"/>
                  </a:ext>
                </a:extLst>
              </p14:cNvPr>
              <p14:cNvContentPartPr/>
              <p14:nvPr/>
            </p14:nvContentPartPr>
            <p14:xfrm>
              <a:off x="4001586" y="4216983"/>
              <a:ext cx="548280" cy="392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2E74A82-5D6B-EE74-BB19-F2E4118290D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947946" y="4109343"/>
                <a:ext cx="6559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6481EE4-1B18-CF91-D395-7A723EA5D93A}"/>
                  </a:ext>
                </a:extLst>
              </p14:cNvPr>
              <p14:cNvContentPartPr/>
              <p14:nvPr/>
            </p14:nvContentPartPr>
            <p14:xfrm>
              <a:off x="10143906" y="3786783"/>
              <a:ext cx="756720" cy="291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6481EE4-1B18-CF91-D395-7A723EA5D93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089906" y="3679143"/>
                <a:ext cx="8643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C14B41C-F01A-AD39-B096-2B5A7818F922}"/>
                  </a:ext>
                </a:extLst>
              </p14:cNvPr>
              <p14:cNvContentPartPr/>
              <p14:nvPr/>
            </p14:nvContentPartPr>
            <p14:xfrm>
              <a:off x="8064186" y="4078743"/>
              <a:ext cx="618480" cy="248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C14B41C-F01A-AD39-B096-2B5A7818F92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010546" y="3970743"/>
                <a:ext cx="7261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1FA6260-9ED5-27E2-90A0-583E0905A0BA}"/>
                  </a:ext>
                </a:extLst>
              </p14:cNvPr>
              <p14:cNvContentPartPr/>
              <p14:nvPr/>
            </p14:nvContentPartPr>
            <p14:xfrm>
              <a:off x="11427306" y="4042023"/>
              <a:ext cx="231480" cy="234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1FA6260-9ED5-27E2-90A0-583E0905A0B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373306" y="3934383"/>
                <a:ext cx="3391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B433A4B-1ACF-66AC-5AF0-54966692FD97}"/>
                  </a:ext>
                </a:extLst>
              </p14:cNvPr>
              <p14:cNvContentPartPr/>
              <p14:nvPr/>
            </p14:nvContentPartPr>
            <p14:xfrm>
              <a:off x="6384066" y="4350903"/>
              <a:ext cx="634320" cy="223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B433A4B-1ACF-66AC-5AF0-54966692FD9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330066" y="4243263"/>
                <a:ext cx="74196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33E2E6D-7A32-EBBA-17D1-7045DC53EB13}"/>
                  </a:ext>
                </a:extLst>
              </p14:cNvPr>
              <p14:cNvContentPartPr/>
              <p14:nvPr/>
            </p14:nvContentPartPr>
            <p14:xfrm>
              <a:off x="9066426" y="4278903"/>
              <a:ext cx="1008360" cy="644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33E2E6D-7A32-EBBA-17D1-7045DC53EB1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012426" y="4170903"/>
                <a:ext cx="11160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35C8129-E9DA-D01E-258E-925BA0A17985}"/>
                  </a:ext>
                </a:extLst>
              </p14:cNvPr>
              <p14:cNvContentPartPr/>
              <p14:nvPr/>
            </p14:nvContentPartPr>
            <p14:xfrm>
              <a:off x="2766426" y="4768143"/>
              <a:ext cx="1108080" cy="471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35C8129-E9DA-D01E-258E-925BA0A1798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12426" y="4660143"/>
                <a:ext cx="12157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DC7BAA7-D187-0077-1CF4-60F0FAFD5EFA}"/>
                  </a:ext>
                </a:extLst>
              </p14:cNvPr>
              <p14:cNvContentPartPr/>
              <p14:nvPr/>
            </p14:nvContentPartPr>
            <p14:xfrm>
              <a:off x="9869226" y="4970103"/>
              <a:ext cx="1267200" cy="18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DC7BAA7-D187-0077-1CF4-60F0FAFD5EF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815586" y="4862463"/>
                <a:ext cx="137484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3766DA3-5237-005B-C009-5059BD0D6279}"/>
                  </a:ext>
                </a:extLst>
              </p14:cNvPr>
              <p14:cNvContentPartPr/>
              <p14:nvPr/>
            </p14:nvContentPartPr>
            <p14:xfrm>
              <a:off x="2141466" y="5321103"/>
              <a:ext cx="180720" cy="133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3766DA3-5237-005B-C009-5059BD0D627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87466" y="5213463"/>
                <a:ext cx="28836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FEECE29-2BF9-DB2C-0937-2C2317ED61DE}"/>
                  </a:ext>
                </a:extLst>
              </p14:cNvPr>
              <p14:cNvContentPartPr/>
              <p14:nvPr/>
            </p14:nvContentPartPr>
            <p14:xfrm>
              <a:off x="1404546" y="5320023"/>
              <a:ext cx="272520" cy="280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FEECE29-2BF9-DB2C-0937-2C2317ED61D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50546" y="5212383"/>
                <a:ext cx="3801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47102C1-72CF-4952-B84E-3E8F05D66AA0}"/>
                  </a:ext>
                </a:extLst>
              </p14:cNvPr>
              <p14:cNvContentPartPr/>
              <p14:nvPr/>
            </p14:nvContentPartPr>
            <p14:xfrm>
              <a:off x="5049906" y="5324703"/>
              <a:ext cx="507960" cy="190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47102C1-72CF-4952-B84E-3E8F05D66AA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96266" y="5217063"/>
                <a:ext cx="6156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0484E83-E77A-14F1-E5E9-865F9A19200C}"/>
                  </a:ext>
                </a:extLst>
              </p14:cNvPr>
              <p14:cNvContentPartPr/>
              <p14:nvPr/>
            </p14:nvContentPartPr>
            <p14:xfrm>
              <a:off x="10479786" y="5213823"/>
              <a:ext cx="649080" cy="208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0484E83-E77A-14F1-E5E9-865F9A19200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425786" y="5106183"/>
                <a:ext cx="7567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C426591-57FD-6C10-C538-553280093470}"/>
                  </a:ext>
                </a:extLst>
              </p14:cNvPr>
              <p14:cNvContentPartPr/>
              <p14:nvPr/>
            </p14:nvContentPartPr>
            <p14:xfrm>
              <a:off x="2928786" y="5326503"/>
              <a:ext cx="929880" cy="219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C426591-57FD-6C10-C538-55328009347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75146" y="5218863"/>
                <a:ext cx="10375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28E82F7-C498-70FB-5FD5-ABB38B6ECC89}"/>
                  </a:ext>
                </a:extLst>
              </p14:cNvPr>
              <p14:cNvContentPartPr/>
              <p14:nvPr/>
            </p14:nvContentPartPr>
            <p14:xfrm>
              <a:off x="8278026" y="5391663"/>
              <a:ext cx="2572200" cy="550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28E82F7-C498-70FB-5FD5-ABB38B6ECC8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224386" y="5283663"/>
                <a:ext cx="26798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ED452DD-397F-7F3D-9689-0826806EBC4C}"/>
                  </a:ext>
                </a:extLst>
              </p14:cNvPr>
              <p14:cNvContentPartPr/>
              <p14:nvPr/>
            </p14:nvContentPartPr>
            <p14:xfrm>
              <a:off x="1871106" y="5899623"/>
              <a:ext cx="334800" cy="306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ED452DD-397F-7F3D-9689-0826806EBC4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817106" y="5791983"/>
                <a:ext cx="44244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5FB972B-3304-DC6C-B829-0DE044A8454F}"/>
                  </a:ext>
                </a:extLst>
              </p14:cNvPr>
              <p14:cNvContentPartPr/>
              <p14:nvPr/>
            </p14:nvContentPartPr>
            <p14:xfrm>
              <a:off x="427866" y="6349263"/>
              <a:ext cx="635040" cy="702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5FB972B-3304-DC6C-B829-0DE044A8454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74226" y="6241263"/>
                <a:ext cx="74268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FE98A66-07B7-0971-8C0B-F5F3E4558FF4}"/>
                  </a:ext>
                </a:extLst>
              </p14:cNvPr>
              <p14:cNvContentPartPr/>
              <p14:nvPr/>
            </p14:nvContentPartPr>
            <p14:xfrm>
              <a:off x="3631866" y="6417663"/>
              <a:ext cx="474120" cy="9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FE98A66-07B7-0971-8C0B-F5F3E4558FF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578226" y="6310023"/>
                <a:ext cx="5817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6B75DC8-6B5B-9FCC-D9DB-DB59C30AC862}"/>
                  </a:ext>
                </a:extLst>
              </p14:cNvPr>
              <p14:cNvContentPartPr/>
              <p14:nvPr/>
            </p14:nvContentPartPr>
            <p14:xfrm>
              <a:off x="4138386" y="5908623"/>
              <a:ext cx="612720" cy="320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6B75DC8-6B5B-9FCC-D9DB-DB59C30AC86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084386" y="5800623"/>
                <a:ext cx="7203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5987F42-2115-C8FC-8BD8-8A83509FB0EE}"/>
                  </a:ext>
                </a:extLst>
              </p14:cNvPr>
              <p14:cNvContentPartPr/>
              <p14:nvPr/>
            </p14:nvContentPartPr>
            <p14:xfrm>
              <a:off x="10486626" y="6136503"/>
              <a:ext cx="1038960" cy="223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5987F42-2115-C8FC-8BD8-8A83509FB0E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432986" y="6028863"/>
                <a:ext cx="11466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7BC95AD-2AC8-2DDA-AA82-1679691C9D98}"/>
                  </a:ext>
                </a:extLst>
              </p14:cNvPr>
              <p14:cNvContentPartPr/>
              <p14:nvPr/>
            </p14:nvContentPartPr>
            <p14:xfrm>
              <a:off x="7466946" y="6376983"/>
              <a:ext cx="1578960" cy="514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7BC95AD-2AC8-2DDA-AA82-1679691C9D9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413306" y="6269343"/>
                <a:ext cx="16866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03D3FB1-1A67-F251-C945-68CEEA193061}"/>
                  </a:ext>
                </a:extLst>
              </p14:cNvPr>
              <p14:cNvContentPartPr/>
              <p14:nvPr/>
            </p14:nvContentPartPr>
            <p14:xfrm>
              <a:off x="7335906" y="6649503"/>
              <a:ext cx="354240" cy="122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03D3FB1-1A67-F251-C945-68CEEA19306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281906" y="6541503"/>
                <a:ext cx="4618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C48F663-65F8-CB2B-6A6E-7DC7EC126946}"/>
                  </a:ext>
                </a:extLst>
              </p14:cNvPr>
              <p14:cNvContentPartPr/>
              <p14:nvPr/>
            </p14:nvContentPartPr>
            <p14:xfrm>
              <a:off x="10453146" y="6656252"/>
              <a:ext cx="377640" cy="97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C48F663-65F8-CB2B-6A6E-7DC7EC12694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399146" y="6548612"/>
                <a:ext cx="4852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6F6EE1A-A6AA-9244-86D5-D5D026158D67}"/>
                  </a:ext>
                </a:extLst>
              </p14:cNvPr>
              <p14:cNvContentPartPr/>
              <p14:nvPr/>
            </p14:nvContentPartPr>
            <p14:xfrm>
              <a:off x="10802346" y="6634142"/>
              <a:ext cx="740160" cy="327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6F6EE1A-A6AA-9244-86D5-D5D026158D6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748346" y="6526502"/>
                <a:ext cx="8478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4693996-4E17-07D5-2172-142B2EB02176}"/>
                  </a:ext>
                </a:extLst>
              </p14:cNvPr>
              <p14:cNvContentPartPr/>
              <p14:nvPr/>
            </p14:nvContentPartPr>
            <p14:xfrm>
              <a:off x="4649946" y="6431822"/>
              <a:ext cx="701640" cy="464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4693996-4E17-07D5-2172-142B2EB0217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596306" y="6324182"/>
                <a:ext cx="809280" cy="26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05388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ln w="1905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000" dirty="0" smtClean="0">
            <a:solidFill>
              <a:srgbClr val="0070C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419</TotalTime>
  <Words>95</Words>
  <Application>Microsoft Office PowerPoint</Application>
  <PresentationFormat>Widescreen</PresentationFormat>
  <Paragraphs>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Rockwell</vt:lpstr>
      <vt:lpstr>Rockwell Condensed</vt:lpstr>
      <vt:lpstr>Wingdings</vt:lpstr>
      <vt:lpstr>Wood Type</vt:lpstr>
      <vt:lpstr>Week 6 mid-term revision</vt:lpstr>
      <vt:lpstr>Short answer questions</vt:lpstr>
      <vt:lpstr>Short answer questions</vt:lpstr>
      <vt:lpstr>MCQ – main idea/ details/ inference</vt:lpstr>
      <vt:lpstr>PowerPoint Presentation</vt:lpstr>
      <vt:lpstr>Pilot test – midterm 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Thu Ha</dc:creator>
  <cp:lastModifiedBy>Vu Thu Ha</cp:lastModifiedBy>
  <cp:revision>7</cp:revision>
  <dcterms:created xsi:type="dcterms:W3CDTF">2025-12-17T15:36:08Z</dcterms:created>
  <dcterms:modified xsi:type="dcterms:W3CDTF">2025-12-18T14:48:39Z</dcterms:modified>
</cp:coreProperties>
</file>