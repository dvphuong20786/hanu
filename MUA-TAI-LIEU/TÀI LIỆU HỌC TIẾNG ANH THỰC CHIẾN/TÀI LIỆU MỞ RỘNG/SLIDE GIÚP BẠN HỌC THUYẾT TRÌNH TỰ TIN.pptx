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5+HI/dbGSec2VkmSnxTgjS9Ag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94A91F-000D-4EE5-B4B8-625EE0C22A3E}">
  <a:tblStyle styleId="{6A94A91F-000D-4EE5-B4B8-625EE0C22A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Google Shape;88;p1"/>
          <p:cNvGraphicFramePr/>
          <p:nvPr/>
        </p:nvGraphicFramePr>
        <p:xfrm>
          <a:off x="1136469" y="19855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0215150"/>
              </a:tblGrid>
              <a:tr h="4506675">
                <a:tc>
                  <a:txBody>
                    <a:bodyPr/>
                    <a:lstStyle/>
                    <a:p>
                      <a:pPr indent="-514350" lvl="0" marL="5143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AutoNum type="romanUcPeriod"/>
                      </a:pP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PRESENTATION STRU</a:t>
                      </a:r>
                      <a:r>
                        <a:rPr b="1" lang="vi-VN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TURE (CẤU TRÚC BÀI THUYẾT TRÌNH)</a:t>
                      </a:r>
                      <a:endParaRPr/>
                    </a:p>
                    <a:p>
                      <a:pPr indent="-514350" lvl="0" marL="5143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AutoNum type="romanUcPeriod"/>
                      </a:pP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TO ORGANIZE YOUR PRESENTATION (CÁCH TỔ CHỨC )</a:t>
                      </a:r>
                      <a:endParaRPr/>
                    </a:p>
                    <a:p>
                      <a:pPr indent="-514350" lvl="0" marL="5143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AutoNum type="romanUcPeriod"/>
                      </a:pP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TO END A PRESENTATION (CÁCH KẾT THÚC)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1950" lvl="0" marL="5143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2"/>
          <p:cNvGraphicFramePr/>
          <p:nvPr/>
        </p:nvGraphicFramePr>
        <p:xfrm>
          <a:off x="365760" y="8959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0985875"/>
              </a:tblGrid>
              <a:tr h="559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 PRESENTATION STRUTURE (CẤU TRÚC BÀI THUYẾT TRÌNH)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Greeting, name, position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Title/ Subject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Purpose/ Objective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Length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Outline/ Main Parts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Questions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3"/>
          <p:cNvGraphicFramePr/>
          <p:nvPr/>
        </p:nvGraphicFramePr>
        <p:xfrm>
          <a:off x="261257" y="10059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090375"/>
              </a:tblGrid>
              <a:tr h="54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Greeting, name, position: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Hello everyone. My name is...I’m glad to be here/ </a:t>
                      </a: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It's my great pleasure /ˈpleʒ.ər/ to be here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Ladies and Gentlemen, it’s an honor to have the opportunity to address such a distinguish audience. I’m...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(Tôi thật vinh dự khi có cơ hội nói chuyện với những vị khách nổi bật ở đây)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Good morning. Let me start by saying just a few words about my own background. I’m Franzi, the manager of...I know I’ve met some of you, but just for the benefit of those I haven’t.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am extremely privileged </a:t>
                      </a: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/ˈprɪv.əl.ɪdʒd/ </a:t>
                      </a: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have the opportunity to address you at this important moment.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(Tôi vô cùng vinh dự, đặc quyền khi có cơ hội nói chuyện với bạn vào khoảnh khắc quan trọng này)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" name="Google Shape;115;p4"/>
          <p:cNvGraphicFramePr/>
          <p:nvPr/>
        </p:nvGraphicFramePr>
        <p:xfrm>
          <a:off x="404949" y="990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0946675"/>
              </a:tblGrid>
              <a:tr h="550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Title/ Subject: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Today, I’d like to talk to you about...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I’m going to present/ inform you about/ brief you on/ explain about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subject of my presentation/ speech is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5"/>
          <p:cNvGraphicFramePr/>
          <p:nvPr/>
        </p:nvGraphicFramePr>
        <p:xfrm>
          <a:off x="404949" y="990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0946675"/>
              </a:tblGrid>
              <a:tr h="550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Purpose/ Objective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purpose of my presentation is...(Mục đích của bài thuyết trình của tôi là về...)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I’m here to update you on...( Tôi có mặt ở đây để cập nhật về...)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p6"/>
          <p:cNvGraphicFramePr/>
          <p:nvPr/>
        </p:nvGraphicFramePr>
        <p:xfrm>
          <a:off x="444137" y="9470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0907475"/>
              </a:tblGrid>
              <a:tr h="554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Length: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 shall only/ may take... minutes of your time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 plan to be brief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This should take ony... minutes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7"/>
          <p:cNvGraphicFramePr/>
          <p:nvPr/>
        </p:nvGraphicFramePr>
        <p:xfrm>
          <a:off x="261257" y="10059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090375"/>
              </a:tblGrid>
              <a:tr h="54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Outline/ Main parts: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I’ve divided (chia) my presentation into... parts/ We can break this area down into the following fields: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Firstly/ First of all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Secondly/ Then/ Next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Thirdly/ And then we come to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Finally/ Lastly/ Last of all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8"/>
          <p:cNvGraphicFramePr/>
          <p:nvPr/>
        </p:nvGraphicFramePr>
        <p:xfrm>
          <a:off x="261256" y="10059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592475"/>
              </a:tblGrid>
              <a:tr h="54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Questions and Answers: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I’d be glad to answer any questions at the end of my talk. 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you have any questions, please feel free to interrupt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Please interrupt me if there’s something which needs clarifying. Otherwise, there’ll be time for discussion at the end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9"/>
          <p:cNvGraphicFramePr/>
          <p:nvPr/>
        </p:nvGraphicFramePr>
        <p:xfrm>
          <a:off x="248194" y="5987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731525"/>
              </a:tblGrid>
              <a:tr h="608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 HOW TO ORGANIZE YOUR PRESENTATION (CÁCH TỔ CHỨC 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Starting a topic (Bắt đầu vào phần I)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Let’s start with/ Let’s start by looking at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begin, I’d like to share with you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I’d like to start with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Moving one topic to another (Cách nói để chuyển sang phần tiếp theo)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Now, I’d like to move on to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Now, I’d like to turn on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I’ll move on to my next point which is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Moving on to the next point, I’d like to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68" name="Google Shape;1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0"/>
          <p:cNvGraphicFramePr/>
          <p:nvPr/>
        </p:nvGraphicFramePr>
        <p:xfrm>
          <a:off x="130628" y="731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2061375"/>
              </a:tblGrid>
              <a:tr h="628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III. HOW TO END A PRESENTATION POWERFULLY (CÁCH KẾT THÚC)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Summarize (Tổng kết)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Thanks audience (Cảm ơn khán giả) 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Take questions (Nhờ đặt câu hỏi)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Get questions (Nhận câu hỏi)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Avoid giving the answers (Cách né tránh đưa ra câu trả lời)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Make sure the satisfaction of the answer ( Cách hỏi để chắc chắn mọi người đã hài lòng với các câu trả lời của mình hay chưa)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 Provide contact information (Cung cấp thông tin liên lạc)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77" name="Google Shape;1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11"/>
          <p:cNvGraphicFramePr/>
          <p:nvPr/>
        </p:nvGraphicFramePr>
        <p:xfrm>
          <a:off x="209006" y="822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142625"/>
              </a:tblGrid>
              <a:tr h="5784675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AutoNum type="arabicPeriod"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Summarize (Tổng kết)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That brings us to the end of the presentation/That completes my presentation. I’d like to summarize by saying...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quickly recap, I’d like you to </a:t>
                      </a:r>
                      <a:r>
                        <a:rPr lang="vi-V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remember</a:t>
                      </a: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these key points...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vi-VN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Thanks audience (Cảm ơn khán giả)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I’d like to thank you for your time and attention today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Thank you so much for your interest and attention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 sincerely appreciate that I’ve had this opportunity to present to you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86" name="Google Shape;1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12"/>
          <p:cNvGraphicFramePr/>
          <p:nvPr/>
        </p:nvGraphicFramePr>
        <p:xfrm>
          <a:off x="195943" y="757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155675"/>
              </a:tblGrid>
              <a:tr h="62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Take questions (Nhờ đặt câu hỏi)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anyone has any questions, I’d be happy to open up the discussion/ pleasr feel free to ask now and am willing to answer them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would be interested in hearing from you with your thoughts or questions 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Now, let’s move on to some Q&amp; A (Q&amp; A= Questions and Answers)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 Are there any questions? (Có câu hỏi nào không ạ?)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  I’d be glad to answer any questions you might have.  (Tôi rất sẵn lòng các câu hỏi mà quý vị đưa ra.)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Get questions (Nhận câu hỏi)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  </a:t>
                      </a: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Thanks for asking 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That’s an interesting question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That’s a good question</a:t>
                      </a:r>
                      <a:endParaRPr/>
                    </a:p>
                    <a:p>
                      <a:pPr indent="-1714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0" y="348343"/>
            <a:ext cx="10896600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1687286" y="6357257"/>
            <a:ext cx="10504714" cy="2503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13"/>
          <p:cNvGraphicFramePr/>
          <p:nvPr/>
        </p:nvGraphicFramePr>
        <p:xfrm>
          <a:off x="313509" y="9470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666225"/>
              </a:tblGrid>
              <a:tr h="554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Avoid giving the answers (Cách né tránh đưa ra câu trả lời) 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It’s off the track today. We’ll deal with that later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It’s not focus on the subject today. Can we talk about that on another occasion?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I’m afraid that’s not my field. I’m sure Ms... can answer your question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That’s interesting, but I’d prefer not to answer that question today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Make sure the satisfaction of the answer ( Cách hỏi để chắc chắn mọi người đã hài lòng với các câu trả lời của mình hay chưa)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that OK for you guys?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 it satisfy your need?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 Provide contact information (Cung cấp thông tin liên lạc)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anyone who like more information or has questions, please feel free to contact me at: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Char char="-"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Here is a list of useful resources that you can follow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9128" y="0"/>
            <a:ext cx="990601" cy="990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3" name="Google Shape;203;p14"/>
          <p:cNvGraphicFramePr/>
          <p:nvPr/>
        </p:nvGraphicFramePr>
        <p:xfrm>
          <a:off x="222069" y="705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{6A94A91F-000D-4EE5-B4B8-625EE0C22A3E}</a:tableStyleId>
              </a:tblPr>
              <a:tblGrid>
                <a:gridCol w="11403875"/>
              </a:tblGrid>
              <a:tr h="806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vi-VN" sz="1800" u="sng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Begin: </a:t>
                      </a: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Hello everyone. My name is Mi Mi. </a:t>
                      </a: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b="0" i="0" lang="vi-V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 a great honor to be here to talk to guys the topic about Tet Holiday in Vietnam. The purpose of my presentation is....This should take only 10 minutes. Well, I have divided my presentation into 3 parts: firstly, I would like to talk about...secondly....</a:t>
                      </a: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If you have any questions during my speech, please feel free to interrupt.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vi-VN" sz="1800" u="sng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Middle: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I’d like to start with “The origin of Tet”....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Now, I’d like to move on to...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Moving to the last point, I’d like to talk about....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vi-VN" sz="1800" u="sng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That brings us to the end of the presentation. I’d like to summarize by saying 3 main parts: part one is about.. Part two is about, part three is about...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Thank you so much for your interest and attention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vi-V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Now, let’s move on to some Q&amp; A (Q&amp; A= Questions and Answers)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714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71450" lvl="0" marL="28575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 u="sng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2022-12-04T07:00:22Z</dcterms:created>
  <dc:creator>User</dc:creator>
</cp:coreProperties>
</file>